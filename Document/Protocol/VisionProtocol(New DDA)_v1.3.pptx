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1"/>
  </p:notesMasterIdLst>
  <p:sldIdLst>
    <p:sldId id="339" r:id="rId2"/>
    <p:sldId id="354" r:id="rId3"/>
    <p:sldId id="367" r:id="rId4"/>
    <p:sldId id="355" r:id="rId5"/>
    <p:sldId id="357" r:id="rId6"/>
    <p:sldId id="361" r:id="rId7"/>
    <p:sldId id="362" r:id="rId8"/>
    <p:sldId id="360" r:id="rId9"/>
    <p:sldId id="337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  <a:srgbClr val="7F7F7F"/>
    <a:srgbClr val="959595"/>
    <a:srgbClr val="595959"/>
    <a:srgbClr val="8B8B8B"/>
    <a:srgbClr val="D8DADB"/>
    <a:srgbClr val="797B7C"/>
    <a:srgbClr val="8A8A8A"/>
    <a:srgbClr val="656868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E298C-C6FD-41B8-8ED5-FFA16115303E}" type="datetimeFigureOut">
              <a:rPr lang="ko-KR" altLang="en-US" smtClean="0"/>
              <a:t>2023-11-21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FBD2E-58B1-4E97-A8FF-91EDE0C80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2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62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200868" y="6377714"/>
            <a:ext cx="3450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A5A3238-BEE8-4AE6-BD8E-A5E1C9B2A4CD}" type="slidenum">
              <a:rPr lang="en-US" altLang="ko-KR" sz="105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39932" y="850687"/>
            <a:ext cx="902613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81" y="464089"/>
            <a:ext cx="738522" cy="259948"/>
          </a:xfrm>
          <a:prstGeom prst="rect">
            <a:avLst/>
          </a:prstGeom>
        </p:spPr>
      </p:pic>
      <p:grpSp>
        <p:nvGrpSpPr>
          <p:cNvPr id="22" name="그룹 21"/>
          <p:cNvGrpSpPr/>
          <p:nvPr userDrawn="1"/>
        </p:nvGrpSpPr>
        <p:grpSpPr>
          <a:xfrm>
            <a:off x="6765006" y="422994"/>
            <a:ext cx="1714242" cy="324277"/>
            <a:chOff x="593284" y="6273736"/>
            <a:chExt cx="1507065" cy="285086"/>
          </a:xfrm>
        </p:grpSpPr>
        <p:sp>
          <p:nvSpPr>
            <p:cNvPr id="23" name="Freeform 35"/>
            <p:cNvSpPr>
              <a:spLocks noEditPoints="1"/>
            </p:cNvSpPr>
            <p:nvPr/>
          </p:nvSpPr>
          <p:spPr bwMode="auto">
            <a:xfrm>
              <a:off x="593284" y="6273736"/>
              <a:ext cx="1507065" cy="285086"/>
            </a:xfrm>
            <a:custGeom>
              <a:avLst/>
              <a:gdLst>
                <a:gd name="T0" fmla="*/ 1172 w 1192"/>
                <a:gd name="T1" fmla="*/ 20 h 222"/>
                <a:gd name="T2" fmla="*/ 1172 w 1192"/>
                <a:gd name="T3" fmla="*/ 202 h 222"/>
                <a:gd name="T4" fmla="*/ 20 w 1192"/>
                <a:gd name="T5" fmla="*/ 202 h 222"/>
                <a:gd name="T6" fmla="*/ 20 w 1192"/>
                <a:gd name="T7" fmla="*/ 20 h 222"/>
                <a:gd name="T8" fmla="*/ 1172 w 1192"/>
                <a:gd name="T9" fmla="*/ 20 h 222"/>
                <a:gd name="T10" fmla="*/ 1192 w 1192"/>
                <a:gd name="T11" fmla="*/ 0 h 222"/>
                <a:gd name="T12" fmla="*/ 1192 w 1192"/>
                <a:gd name="T13" fmla="*/ 0 h 222"/>
                <a:gd name="T14" fmla="*/ 0 w 1192"/>
                <a:gd name="T15" fmla="*/ 0 h 222"/>
                <a:gd name="T16" fmla="*/ 0 w 1192"/>
                <a:gd name="T17" fmla="*/ 0 h 222"/>
                <a:gd name="T18" fmla="*/ 0 w 1192"/>
                <a:gd name="T19" fmla="*/ 222 h 222"/>
                <a:gd name="T20" fmla="*/ 0 w 1192"/>
                <a:gd name="T21" fmla="*/ 222 h 222"/>
                <a:gd name="T22" fmla="*/ 1192 w 1192"/>
                <a:gd name="T23" fmla="*/ 222 h 222"/>
                <a:gd name="T24" fmla="*/ 1192 w 1192"/>
                <a:gd name="T2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2" h="222">
                  <a:moveTo>
                    <a:pt x="1172" y="20"/>
                  </a:moveTo>
                  <a:cubicBezTo>
                    <a:pt x="1172" y="202"/>
                    <a:pt x="1172" y="202"/>
                    <a:pt x="1172" y="202"/>
                  </a:cubicBezTo>
                  <a:cubicBezTo>
                    <a:pt x="20" y="202"/>
                    <a:pt x="20" y="202"/>
                    <a:pt x="20" y="20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172" y="20"/>
                    <a:pt x="1172" y="20"/>
                    <a:pt x="1172" y="20"/>
                  </a:cubicBezTo>
                  <a:moveTo>
                    <a:pt x="1192" y="0"/>
                  </a:moveTo>
                  <a:cubicBezTo>
                    <a:pt x="1192" y="0"/>
                    <a:pt x="1192" y="0"/>
                    <a:pt x="11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1192" y="222"/>
                    <a:pt x="1192" y="222"/>
                    <a:pt x="1192" y="222"/>
                  </a:cubicBezTo>
                  <a:cubicBezTo>
                    <a:pt x="1192" y="0"/>
                    <a:pt x="1192" y="0"/>
                    <a:pt x="1192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682697" y="6351487"/>
              <a:ext cx="107555" cy="130880"/>
            </a:xfrm>
            <a:custGeom>
              <a:avLst/>
              <a:gdLst>
                <a:gd name="T0" fmla="*/ 72 w 85"/>
                <a:gd name="T1" fmla="*/ 74 h 101"/>
                <a:gd name="T2" fmla="*/ 73 w 85"/>
                <a:gd name="T3" fmla="*/ 74 h 101"/>
                <a:gd name="T4" fmla="*/ 75 w 85"/>
                <a:gd name="T5" fmla="*/ 75 h 101"/>
                <a:gd name="T6" fmla="*/ 84 w 85"/>
                <a:gd name="T7" fmla="*/ 85 h 101"/>
                <a:gd name="T8" fmla="*/ 69 w 85"/>
                <a:gd name="T9" fmla="*/ 97 h 101"/>
                <a:gd name="T10" fmla="*/ 48 w 85"/>
                <a:gd name="T11" fmla="*/ 101 h 101"/>
                <a:gd name="T12" fmla="*/ 28 w 85"/>
                <a:gd name="T13" fmla="*/ 97 h 101"/>
                <a:gd name="T14" fmla="*/ 12 w 85"/>
                <a:gd name="T15" fmla="*/ 86 h 101"/>
                <a:gd name="T16" fmla="*/ 3 w 85"/>
                <a:gd name="T17" fmla="*/ 70 h 101"/>
                <a:gd name="T18" fmla="*/ 0 w 85"/>
                <a:gd name="T19" fmla="*/ 50 h 101"/>
                <a:gd name="T20" fmla="*/ 3 w 85"/>
                <a:gd name="T21" fmla="*/ 30 h 101"/>
                <a:gd name="T22" fmla="*/ 14 w 85"/>
                <a:gd name="T23" fmla="*/ 14 h 101"/>
                <a:gd name="T24" fmla="*/ 30 w 85"/>
                <a:gd name="T25" fmla="*/ 3 h 101"/>
                <a:gd name="T26" fmla="*/ 51 w 85"/>
                <a:gd name="T27" fmla="*/ 0 h 101"/>
                <a:gd name="T28" fmla="*/ 62 w 85"/>
                <a:gd name="T29" fmla="*/ 1 h 101"/>
                <a:gd name="T30" fmla="*/ 71 w 85"/>
                <a:gd name="T31" fmla="*/ 3 h 101"/>
                <a:gd name="T32" fmla="*/ 79 w 85"/>
                <a:gd name="T33" fmla="*/ 7 h 101"/>
                <a:gd name="T34" fmla="*/ 85 w 85"/>
                <a:gd name="T35" fmla="*/ 13 h 101"/>
                <a:gd name="T36" fmla="*/ 78 w 85"/>
                <a:gd name="T37" fmla="*/ 23 h 101"/>
                <a:gd name="T38" fmla="*/ 76 w 85"/>
                <a:gd name="T39" fmla="*/ 25 h 101"/>
                <a:gd name="T40" fmla="*/ 73 w 85"/>
                <a:gd name="T41" fmla="*/ 26 h 101"/>
                <a:gd name="T42" fmla="*/ 71 w 85"/>
                <a:gd name="T43" fmla="*/ 25 h 101"/>
                <a:gd name="T44" fmla="*/ 68 w 85"/>
                <a:gd name="T45" fmla="*/ 24 h 101"/>
                <a:gd name="T46" fmla="*/ 66 w 85"/>
                <a:gd name="T47" fmla="*/ 22 h 101"/>
                <a:gd name="T48" fmla="*/ 62 w 85"/>
                <a:gd name="T49" fmla="*/ 20 h 101"/>
                <a:gd name="T50" fmla="*/ 58 w 85"/>
                <a:gd name="T51" fmla="*/ 19 h 101"/>
                <a:gd name="T52" fmla="*/ 51 w 85"/>
                <a:gd name="T53" fmla="*/ 18 h 101"/>
                <a:gd name="T54" fmla="*/ 40 w 85"/>
                <a:gd name="T55" fmla="*/ 21 h 101"/>
                <a:gd name="T56" fmla="*/ 31 w 85"/>
                <a:gd name="T57" fmla="*/ 27 h 101"/>
                <a:gd name="T58" fmla="*/ 25 w 85"/>
                <a:gd name="T59" fmla="*/ 37 h 101"/>
                <a:gd name="T60" fmla="*/ 23 w 85"/>
                <a:gd name="T61" fmla="*/ 50 h 101"/>
                <a:gd name="T62" fmla="*/ 25 w 85"/>
                <a:gd name="T63" fmla="*/ 64 h 101"/>
                <a:gd name="T64" fmla="*/ 31 w 85"/>
                <a:gd name="T65" fmla="*/ 74 h 101"/>
                <a:gd name="T66" fmla="*/ 39 w 85"/>
                <a:gd name="T67" fmla="*/ 80 h 101"/>
                <a:gd name="T68" fmla="*/ 49 w 85"/>
                <a:gd name="T69" fmla="*/ 82 h 101"/>
                <a:gd name="T70" fmla="*/ 55 w 85"/>
                <a:gd name="T71" fmla="*/ 82 h 101"/>
                <a:gd name="T72" fmla="*/ 60 w 85"/>
                <a:gd name="T73" fmla="*/ 80 h 101"/>
                <a:gd name="T74" fmla="*/ 64 w 85"/>
                <a:gd name="T75" fmla="*/ 79 h 101"/>
                <a:gd name="T76" fmla="*/ 68 w 85"/>
                <a:gd name="T77" fmla="*/ 76 h 101"/>
                <a:gd name="T78" fmla="*/ 70 w 85"/>
                <a:gd name="T79" fmla="*/ 74 h 101"/>
                <a:gd name="T80" fmla="*/ 72 w 85"/>
                <a:gd name="T81" fmla="*/ 7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101">
                  <a:moveTo>
                    <a:pt x="72" y="74"/>
                  </a:moveTo>
                  <a:cubicBezTo>
                    <a:pt x="72" y="74"/>
                    <a:pt x="73" y="74"/>
                    <a:pt x="73" y="74"/>
                  </a:cubicBezTo>
                  <a:cubicBezTo>
                    <a:pt x="74" y="75"/>
                    <a:pt x="75" y="75"/>
                    <a:pt x="75" y="75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0" y="90"/>
                    <a:pt x="75" y="94"/>
                    <a:pt x="69" y="97"/>
                  </a:cubicBezTo>
                  <a:cubicBezTo>
                    <a:pt x="63" y="99"/>
                    <a:pt x="56" y="101"/>
                    <a:pt x="48" y="101"/>
                  </a:cubicBezTo>
                  <a:cubicBezTo>
                    <a:pt x="40" y="101"/>
                    <a:pt x="34" y="99"/>
                    <a:pt x="28" y="97"/>
                  </a:cubicBezTo>
                  <a:cubicBezTo>
                    <a:pt x="22" y="94"/>
                    <a:pt x="17" y="91"/>
                    <a:pt x="12" y="86"/>
                  </a:cubicBezTo>
                  <a:cubicBezTo>
                    <a:pt x="8" y="82"/>
                    <a:pt x="5" y="76"/>
                    <a:pt x="3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3" y="30"/>
                  </a:cubicBezTo>
                  <a:cubicBezTo>
                    <a:pt x="6" y="24"/>
                    <a:pt x="9" y="18"/>
                    <a:pt x="14" y="14"/>
                  </a:cubicBezTo>
                  <a:cubicBezTo>
                    <a:pt x="19" y="9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65" y="1"/>
                    <a:pt x="68" y="2"/>
                    <a:pt x="71" y="3"/>
                  </a:cubicBezTo>
                  <a:cubicBezTo>
                    <a:pt x="74" y="4"/>
                    <a:pt x="77" y="6"/>
                    <a:pt x="79" y="7"/>
                  </a:cubicBezTo>
                  <a:cubicBezTo>
                    <a:pt x="81" y="9"/>
                    <a:pt x="84" y="11"/>
                    <a:pt x="85" y="1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7" y="24"/>
                    <a:pt x="77" y="24"/>
                    <a:pt x="76" y="25"/>
                  </a:cubicBezTo>
                  <a:cubicBezTo>
                    <a:pt x="75" y="25"/>
                    <a:pt x="74" y="26"/>
                    <a:pt x="73" y="26"/>
                  </a:cubicBezTo>
                  <a:cubicBezTo>
                    <a:pt x="72" y="26"/>
                    <a:pt x="71" y="25"/>
                    <a:pt x="71" y="25"/>
                  </a:cubicBezTo>
                  <a:cubicBezTo>
                    <a:pt x="70" y="25"/>
                    <a:pt x="69" y="24"/>
                    <a:pt x="68" y="24"/>
                  </a:cubicBezTo>
                  <a:cubicBezTo>
                    <a:pt x="68" y="23"/>
                    <a:pt x="67" y="23"/>
                    <a:pt x="66" y="22"/>
                  </a:cubicBezTo>
                  <a:cubicBezTo>
                    <a:pt x="65" y="21"/>
                    <a:pt x="64" y="21"/>
                    <a:pt x="62" y="20"/>
                  </a:cubicBezTo>
                  <a:cubicBezTo>
                    <a:pt x="61" y="20"/>
                    <a:pt x="59" y="19"/>
                    <a:pt x="58" y="19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60"/>
                    <a:pt x="25" y="64"/>
                  </a:cubicBezTo>
                  <a:cubicBezTo>
                    <a:pt x="27" y="68"/>
                    <a:pt x="28" y="71"/>
                    <a:pt x="31" y="74"/>
                  </a:cubicBezTo>
                  <a:cubicBezTo>
                    <a:pt x="33" y="76"/>
                    <a:pt x="36" y="78"/>
                    <a:pt x="39" y="80"/>
                  </a:cubicBezTo>
                  <a:cubicBezTo>
                    <a:pt x="42" y="81"/>
                    <a:pt x="46" y="82"/>
                    <a:pt x="49" y="82"/>
                  </a:cubicBezTo>
                  <a:cubicBezTo>
                    <a:pt x="51" y="82"/>
                    <a:pt x="53" y="82"/>
                    <a:pt x="55" y="82"/>
                  </a:cubicBezTo>
                  <a:cubicBezTo>
                    <a:pt x="57" y="81"/>
                    <a:pt x="58" y="81"/>
                    <a:pt x="60" y="80"/>
                  </a:cubicBezTo>
                  <a:cubicBezTo>
                    <a:pt x="61" y="80"/>
                    <a:pt x="63" y="79"/>
                    <a:pt x="64" y="79"/>
                  </a:cubicBezTo>
                  <a:cubicBezTo>
                    <a:pt x="65" y="78"/>
                    <a:pt x="67" y="77"/>
                    <a:pt x="68" y="76"/>
                  </a:cubicBezTo>
                  <a:cubicBezTo>
                    <a:pt x="69" y="75"/>
                    <a:pt x="69" y="75"/>
                    <a:pt x="70" y="74"/>
                  </a:cubicBezTo>
                  <a:cubicBezTo>
                    <a:pt x="70" y="74"/>
                    <a:pt x="71" y="74"/>
                    <a:pt x="72" y="74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37"/>
            <p:cNvSpPr>
              <a:spLocks noEditPoints="1"/>
            </p:cNvSpPr>
            <p:nvPr/>
          </p:nvSpPr>
          <p:spPr bwMode="auto">
            <a:xfrm>
              <a:off x="803210" y="6351487"/>
              <a:ext cx="129584" cy="130880"/>
            </a:xfrm>
            <a:custGeom>
              <a:avLst/>
              <a:gdLst>
                <a:gd name="T0" fmla="*/ 103 w 103"/>
                <a:gd name="T1" fmla="*/ 50 h 101"/>
                <a:gd name="T2" fmla="*/ 99 w 103"/>
                <a:gd name="T3" fmla="*/ 70 h 101"/>
                <a:gd name="T4" fmla="*/ 89 w 103"/>
                <a:gd name="T5" fmla="*/ 86 h 101"/>
                <a:gd name="T6" fmla="*/ 72 w 103"/>
                <a:gd name="T7" fmla="*/ 97 h 101"/>
                <a:gd name="T8" fmla="*/ 51 w 103"/>
                <a:gd name="T9" fmla="*/ 101 h 101"/>
                <a:gd name="T10" fmla="*/ 30 w 103"/>
                <a:gd name="T11" fmla="*/ 97 h 101"/>
                <a:gd name="T12" fmla="*/ 14 w 103"/>
                <a:gd name="T13" fmla="*/ 86 h 101"/>
                <a:gd name="T14" fmla="*/ 4 w 103"/>
                <a:gd name="T15" fmla="*/ 70 h 101"/>
                <a:gd name="T16" fmla="*/ 0 w 103"/>
                <a:gd name="T17" fmla="*/ 50 h 101"/>
                <a:gd name="T18" fmla="*/ 4 w 103"/>
                <a:gd name="T19" fmla="*/ 30 h 101"/>
                <a:gd name="T20" fmla="*/ 14 w 103"/>
                <a:gd name="T21" fmla="*/ 14 h 101"/>
                <a:gd name="T22" fmla="*/ 30 w 103"/>
                <a:gd name="T23" fmla="*/ 3 h 101"/>
                <a:gd name="T24" fmla="*/ 51 w 103"/>
                <a:gd name="T25" fmla="*/ 0 h 101"/>
                <a:gd name="T26" fmla="*/ 72 w 103"/>
                <a:gd name="T27" fmla="*/ 3 h 101"/>
                <a:gd name="T28" fmla="*/ 89 w 103"/>
                <a:gd name="T29" fmla="*/ 14 h 101"/>
                <a:gd name="T30" fmla="*/ 99 w 103"/>
                <a:gd name="T31" fmla="*/ 30 h 101"/>
                <a:gd name="T32" fmla="*/ 103 w 103"/>
                <a:gd name="T33" fmla="*/ 50 h 101"/>
                <a:gd name="T34" fmla="*/ 79 w 103"/>
                <a:gd name="T35" fmla="*/ 50 h 101"/>
                <a:gd name="T36" fmla="*/ 77 w 103"/>
                <a:gd name="T37" fmla="*/ 37 h 101"/>
                <a:gd name="T38" fmla="*/ 72 w 103"/>
                <a:gd name="T39" fmla="*/ 27 h 101"/>
                <a:gd name="T40" fmla="*/ 63 w 103"/>
                <a:gd name="T41" fmla="*/ 21 h 101"/>
                <a:gd name="T42" fmla="*/ 51 w 103"/>
                <a:gd name="T43" fmla="*/ 18 h 101"/>
                <a:gd name="T44" fmla="*/ 40 w 103"/>
                <a:gd name="T45" fmla="*/ 21 h 101"/>
                <a:gd name="T46" fmla="*/ 31 w 103"/>
                <a:gd name="T47" fmla="*/ 27 h 101"/>
                <a:gd name="T48" fmla="*/ 25 w 103"/>
                <a:gd name="T49" fmla="*/ 37 h 101"/>
                <a:gd name="T50" fmla="*/ 23 w 103"/>
                <a:gd name="T51" fmla="*/ 50 h 101"/>
                <a:gd name="T52" fmla="*/ 25 w 103"/>
                <a:gd name="T53" fmla="*/ 63 h 101"/>
                <a:gd name="T54" fmla="*/ 31 w 103"/>
                <a:gd name="T55" fmla="*/ 73 h 101"/>
                <a:gd name="T56" fmla="*/ 40 w 103"/>
                <a:gd name="T57" fmla="*/ 80 h 101"/>
                <a:gd name="T58" fmla="*/ 51 w 103"/>
                <a:gd name="T59" fmla="*/ 82 h 101"/>
                <a:gd name="T60" fmla="*/ 63 w 103"/>
                <a:gd name="T61" fmla="*/ 80 h 101"/>
                <a:gd name="T62" fmla="*/ 72 w 103"/>
                <a:gd name="T63" fmla="*/ 73 h 101"/>
                <a:gd name="T64" fmla="*/ 77 w 103"/>
                <a:gd name="T65" fmla="*/ 63 h 101"/>
                <a:gd name="T66" fmla="*/ 79 w 103"/>
                <a:gd name="T67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3" h="101">
                  <a:moveTo>
                    <a:pt x="103" y="50"/>
                  </a:moveTo>
                  <a:cubicBezTo>
                    <a:pt x="103" y="57"/>
                    <a:pt x="102" y="64"/>
                    <a:pt x="99" y="70"/>
                  </a:cubicBezTo>
                  <a:cubicBezTo>
                    <a:pt x="97" y="76"/>
                    <a:pt x="93" y="82"/>
                    <a:pt x="89" y="86"/>
                  </a:cubicBezTo>
                  <a:cubicBezTo>
                    <a:pt x="84" y="91"/>
                    <a:pt x="79" y="94"/>
                    <a:pt x="72" y="97"/>
                  </a:cubicBezTo>
                  <a:cubicBezTo>
                    <a:pt x="66" y="99"/>
                    <a:pt x="59" y="101"/>
                    <a:pt x="51" y="101"/>
                  </a:cubicBezTo>
                  <a:cubicBezTo>
                    <a:pt x="44" y="101"/>
                    <a:pt x="37" y="99"/>
                    <a:pt x="30" y="97"/>
                  </a:cubicBezTo>
                  <a:cubicBezTo>
                    <a:pt x="24" y="94"/>
                    <a:pt x="19" y="91"/>
                    <a:pt x="14" y="86"/>
                  </a:cubicBezTo>
                  <a:cubicBezTo>
                    <a:pt x="10" y="82"/>
                    <a:pt x="6" y="76"/>
                    <a:pt x="4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4" y="30"/>
                  </a:cubicBezTo>
                  <a:cubicBezTo>
                    <a:pt x="6" y="24"/>
                    <a:pt x="10" y="19"/>
                    <a:pt x="14" y="14"/>
                  </a:cubicBezTo>
                  <a:cubicBezTo>
                    <a:pt x="19" y="10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9" y="0"/>
                    <a:pt x="66" y="1"/>
                    <a:pt x="72" y="3"/>
                  </a:cubicBezTo>
                  <a:cubicBezTo>
                    <a:pt x="79" y="6"/>
                    <a:pt x="84" y="10"/>
                    <a:pt x="89" y="14"/>
                  </a:cubicBezTo>
                  <a:cubicBezTo>
                    <a:pt x="93" y="19"/>
                    <a:pt x="97" y="24"/>
                    <a:pt x="99" y="30"/>
                  </a:cubicBezTo>
                  <a:cubicBezTo>
                    <a:pt x="102" y="36"/>
                    <a:pt x="103" y="43"/>
                    <a:pt x="103" y="50"/>
                  </a:cubicBezTo>
                  <a:close/>
                  <a:moveTo>
                    <a:pt x="79" y="50"/>
                  </a:moveTo>
                  <a:cubicBezTo>
                    <a:pt x="79" y="45"/>
                    <a:pt x="79" y="41"/>
                    <a:pt x="77" y="37"/>
                  </a:cubicBezTo>
                  <a:cubicBezTo>
                    <a:pt x="76" y="33"/>
                    <a:pt x="74" y="30"/>
                    <a:pt x="72" y="27"/>
                  </a:cubicBezTo>
                  <a:cubicBezTo>
                    <a:pt x="70" y="24"/>
                    <a:pt x="67" y="22"/>
                    <a:pt x="63" y="21"/>
                  </a:cubicBezTo>
                  <a:cubicBezTo>
                    <a:pt x="60" y="19"/>
                    <a:pt x="56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59"/>
                    <a:pt x="25" y="63"/>
                  </a:cubicBezTo>
                  <a:cubicBezTo>
                    <a:pt x="27" y="67"/>
                    <a:pt x="28" y="71"/>
                    <a:pt x="31" y="73"/>
                  </a:cubicBezTo>
                  <a:cubicBezTo>
                    <a:pt x="33" y="76"/>
                    <a:pt x="36" y="78"/>
                    <a:pt x="40" y="80"/>
                  </a:cubicBezTo>
                  <a:cubicBezTo>
                    <a:pt x="43" y="81"/>
                    <a:pt x="47" y="82"/>
                    <a:pt x="51" y="82"/>
                  </a:cubicBezTo>
                  <a:cubicBezTo>
                    <a:pt x="56" y="82"/>
                    <a:pt x="60" y="81"/>
                    <a:pt x="63" y="80"/>
                  </a:cubicBezTo>
                  <a:cubicBezTo>
                    <a:pt x="67" y="78"/>
                    <a:pt x="70" y="76"/>
                    <a:pt x="72" y="73"/>
                  </a:cubicBezTo>
                  <a:cubicBezTo>
                    <a:pt x="74" y="71"/>
                    <a:pt x="76" y="67"/>
                    <a:pt x="77" y="63"/>
                  </a:cubicBezTo>
                  <a:cubicBezTo>
                    <a:pt x="79" y="59"/>
                    <a:pt x="79" y="55"/>
                    <a:pt x="79" y="5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38"/>
            <p:cNvSpPr>
              <a:spLocks/>
            </p:cNvSpPr>
            <p:nvPr/>
          </p:nvSpPr>
          <p:spPr bwMode="auto">
            <a:xfrm>
              <a:off x="953528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7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6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7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39"/>
            <p:cNvSpPr>
              <a:spLocks/>
            </p:cNvSpPr>
            <p:nvPr/>
          </p:nvSpPr>
          <p:spPr bwMode="auto">
            <a:xfrm>
              <a:off x="1089592" y="6352783"/>
              <a:ext cx="81638" cy="128289"/>
            </a:xfrm>
            <a:custGeom>
              <a:avLst/>
              <a:gdLst>
                <a:gd name="T0" fmla="*/ 63 w 63"/>
                <a:gd name="T1" fmla="*/ 0 h 99"/>
                <a:gd name="T2" fmla="*/ 63 w 63"/>
                <a:gd name="T3" fmla="*/ 17 h 99"/>
                <a:gd name="T4" fmla="*/ 24 w 63"/>
                <a:gd name="T5" fmla="*/ 17 h 99"/>
                <a:gd name="T6" fmla="*/ 24 w 63"/>
                <a:gd name="T7" fmla="*/ 42 h 99"/>
                <a:gd name="T8" fmla="*/ 56 w 63"/>
                <a:gd name="T9" fmla="*/ 42 h 99"/>
                <a:gd name="T10" fmla="*/ 56 w 63"/>
                <a:gd name="T11" fmla="*/ 60 h 99"/>
                <a:gd name="T12" fmla="*/ 24 w 63"/>
                <a:gd name="T13" fmla="*/ 60 h 99"/>
                <a:gd name="T14" fmla="*/ 24 w 63"/>
                <a:gd name="T15" fmla="*/ 99 h 99"/>
                <a:gd name="T16" fmla="*/ 0 w 63"/>
                <a:gd name="T17" fmla="*/ 99 h 99"/>
                <a:gd name="T18" fmla="*/ 0 w 63"/>
                <a:gd name="T19" fmla="*/ 0 h 99"/>
                <a:gd name="T20" fmla="*/ 63 w 63"/>
                <a:gd name="T2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99">
                  <a:moveTo>
                    <a:pt x="63" y="0"/>
                  </a:moveTo>
                  <a:lnTo>
                    <a:pt x="63" y="17"/>
                  </a:lnTo>
                  <a:lnTo>
                    <a:pt x="24" y="17"/>
                  </a:lnTo>
                  <a:lnTo>
                    <a:pt x="24" y="42"/>
                  </a:lnTo>
                  <a:lnTo>
                    <a:pt x="56" y="42"/>
                  </a:lnTo>
                  <a:lnTo>
                    <a:pt x="56" y="60"/>
                  </a:lnTo>
                  <a:lnTo>
                    <a:pt x="24" y="60"/>
                  </a:lnTo>
                  <a:lnTo>
                    <a:pt x="24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1195851" y="6352783"/>
              <a:ext cx="29804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41"/>
            <p:cNvSpPr>
              <a:spLocks noEditPoints="1"/>
            </p:cNvSpPr>
            <p:nvPr/>
          </p:nvSpPr>
          <p:spPr bwMode="auto">
            <a:xfrm>
              <a:off x="1255460" y="6352783"/>
              <a:ext cx="112738" cy="128289"/>
            </a:xfrm>
            <a:custGeom>
              <a:avLst/>
              <a:gdLst>
                <a:gd name="T0" fmla="*/ 89 w 89"/>
                <a:gd name="T1" fmla="*/ 49 h 99"/>
                <a:gd name="T2" fmla="*/ 86 w 89"/>
                <a:gd name="T3" fmla="*/ 69 h 99"/>
                <a:gd name="T4" fmla="*/ 75 w 89"/>
                <a:gd name="T5" fmla="*/ 85 h 99"/>
                <a:gd name="T6" fmla="*/ 59 w 89"/>
                <a:gd name="T7" fmla="*/ 95 h 99"/>
                <a:gd name="T8" fmla="*/ 38 w 89"/>
                <a:gd name="T9" fmla="*/ 99 h 99"/>
                <a:gd name="T10" fmla="*/ 0 w 89"/>
                <a:gd name="T11" fmla="*/ 99 h 99"/>
                <a:gd name="T12" fmla="*/ 0 w 89"/>
                <a:gd name="T13" fmla="*/ 0 h 99"/>
                <a:gd name="T14" fmla="*/ 38 w 89"/>
                <a:gd name="T15" fmla="*/ 0 h 99"/>
                <a:gd name="T16" fmla="*/ 59 w 89"/>
                <a:gd name="T17" fmla="*/ 3 h 99"/>
                <a:gd name="T18" fmla="*/ 75 w 89"/>
                <a:gd name="T19" fmla="*/ 14 h 99"/>
                <a:gd name="T20" fmla="*/ 86 w 89"/>
                <a:gd name="T21" fmla="*/ 29 h 99"/>
                <a:gd name="T22" fmla="*/ 89 w 89"/>
                <a:gd name="T23" fmla="*/ 49 h 99"/>
                <a:gd name="T24" fmla="*/ 66 w 89"/>
                <a:gd name="T25" fmla="*/ 49 h 99"/>
                <a:gd name="T26" fmla="*/ 64 w 89"/>
                <a:gd name="T27" fmla="*/ 36 h 99"/>
                <a:gd name="T28" fmla="*/ 59 w 89"/>
                <a:gd name="T29" fmla="*/ 26 h 99"/>
                <a:gd name="T30" fmla="*/ 50 w 89"/>
                <a:gd name="T31" fmla="*/ 20 h 99"/>
                <a:gd name="T32" fmla="*/ 38 w 89"/>
                <a:gd name="T33" fmla="*/ 17 h 99"/>
                <a:gd name="T34" fmla="*/ 23 w 89"/>
                <a:gd name="T35" fmla="*/ 17 h 99"/>
                <a:gd name="T36" fmla="*/ 23 w 89"/>
                <a:gd name="T37" fmla="*/ 81 h 99"/>
                <a:gd name="T38" fmla="*/ 38 w 89"/>
                <a:gd name="T39" fmla="*/ 81 h 99"/>
                <a:gd name="T40" fmla="*/ 50 w 89"/>
                <a:gd name="T41" fmla="*/ 79 h 99"/>
                <a:gd name="T42" fmla="*/ 59 w 89"/>
                <a:gd name="T43" fmla="*/ 72 h 99"/>
                <a:gd name="T44" fmla="*/ 64 w 89"/>
                <a:gd name="T45" fmla="*/ 62 h 99"/>
                <a:gd name="T46" fmla="*/ 66 w 89"/>
                <a:gd name="T4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99">
                  <a:moveTo>
                    <a:pt x="89" y="49"/>
                  </a:moveTo>
                  <a:cubicBezTo>
                    <a:pt x="89" y="56"/>
                    <a:pt x="88" y="63"/>
                    <a:pt x="86" y="69"/>
                  </a:cubicBezTo>
                  <a:cubicBezTo>
                    <a:pt x="83" y="75"/>
                    <a:pt x="80" y="80"/>
                    <a:pt x="75" y="85"/>
                  </a:cubicBezTo>
                  <a:cubicBezTo>
                    <a:pt x="71" y="89"/>
                    <a:pt x="65" y="92"/>
                    <a:pt x="59" y="95"/>
                  </a:cubicBezTo>
                  <a:cubicBezTo>
                    <a:pt x="53" y="97"/>
                    <a:pt x="46" y="99"/>
                    <a:pt x="3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6" y="0"/>
                    <a:pt x="53" y="1"/>
                    <a:pt x="59" y="3"/>
                  </a:cubicBezTo>
                  <a:cubicBezTo>
                    <a:pt x="65" y="6"/>
                    <a:pt x="71" y="9"/>
                    <a:pt x="75" y="14"/>
                  </a:cubicBezTo>
                  <a:cubicBezTo>
                    <a:pt x="80" y="18"/>
                    <a:pt x="83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lose/>
                  <a:moveTo>
                    <a:pt x="66" y="49"/>
                  </a:moveTo>
                  <a:cubicBezTo>
                    <a:pt x="66" y="44"/>
                    <a:pt x="65" y="40"/>
                    <a:pt x="64" y="36"/>
                  </a:cubicBezTo>
                  <a:cubicBezTo>
                    <a:pt x="63" y="32"/>
                    <a:pt x="61" y="29"/>
                    <a:pt x="59" y="26"/>
                  </a:cubicBezTo>
                  <a:cubicBezTo>
                    <a:pt x="56" y="23"/>
                    <a:pt x="53" y="21"/>
                    <a:pt x="50" y="20"/>
                  </a:cubicBezTo>
                  <a:cubicBezTo>
                    <a:pt x="46" y="18"/>
                    <a:pt x="42" y="17"/>
                    <a:pt x="38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2" y="81"/>
                    <a:pt x="46" y="80"/>
                    <a:pt x="50" y="79"/>
                  </a:cubicBezTo>
                  <a:cubicBezTo>
                    <a:pt x="53" y="77"/>
                    <a:pt x="56" y="75"/>
                    <a:pt x="59" y="72"/>
                  </a:cubicBezTo>
                  <a:cubicBezTo>
                    <a:pt x="61" y="70"/>
                    <a:pt x="63" y="66"/>
                    <a:pt x="64" y="62"/>
                  </a:cubicBezTo>
                  <a:cubicBezTo>
                    <a:pt x="65" y="58"/>
                    <a:pt x="66" y="54"/>
                    <a:pt x="66" y="49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42"/>
            <p:cNvSpPr>
              <a:spLocks/>
            </p:cNvSpPr>
            <p:nvPr/>
          </p:nvSpPr>
          <p:spPr bwMode="auto">
            <a:xfrm>
              <a:off x="1390227" y="6352783"/>
              <a:ext cx="80342" cy="128289"/>
            </a:xfrm>
            <a:custGeom>
              <a:avLst/>
              <a:gdLst>
                <a:gd name="T0" fmla="*/ 62 w 62"/>
                <a:gd name="T1" fmla="*/ 0 h 99"/>
                <a:gd name="T2" fmla="*/ 62 w 62"/>
                <a:gd name="T3" fmla="*/ 17 h 99"/>
                <a:gd name="T4" fmla="*/ 22 w 62"/>
                <a:gd name="T5" fmla="*/ 17 h 99"/>
                <a:gd name="T6" fmla="*/ 22 w 62"/>
                <a:gd name="T7" fmla="*/ 40 h 99"/>
                <a:gd name="T8" fmla="*/ 52 w 62"/>
                <a:gd name="T9" fmla="*/ 40 h 99"/>
                <a:gd name="T10" fmla="*/ 52 w 62"/>
                <a:gd name="T11" fmla="*/ 57 h 99"/>
                <a:gd name="T12" fmla="*/ 22 w 62"/>
                <a:gd name="T13" fmla="*/ 57 h 99"/>
                <a:gd name="T14" fmla="*/ 22 w 62"/>
                <a:gd name="T15" fmla="*/ 81 h 99"/>
                <a:gd name="T16" fmla="*/ 62 w 62"/>
                <a:gd name="T17" fmla="*/ 81 h 99"/>
                <a:gd name="T18" fmla="*/ 62 w 62"/>
                <a:gd name="T19" fmla="*/ 99 h 99"/>
                <a:gd name="T20" fmla="*/ 0 w 62"/>
                <a:gd name="T21" fmla="*/ 99 h 99"/>
                <a:gd name="T22" fmla="*/ 0 w 62"/>
                <a:gd name="T23" fmla="*/ 0 h 99"/>
                <a:gd name="T24" fmla="*/ 62 w 62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99">
                  <a:moveTo>
                    <a:pt x="62" y="0"/>
                  </a:moveTo>
                  <a:lnTo>
                    <a:pt x="62" y="17"/>
                  </a:lnTo>
                  <a:lnTo>
                    <a:pt x="22" y="17"/>
                  </a:lnTo>
                  <a:lnTo>
                    <a:pt x="22" y="40"/>
                  </a:lnTo>
                  <a:lnTo>
                    <a:pt x="52" y="40"/>
                  </a:lnTo>
                  <a:lnTo>
                    <a:pt x="52" y="57"/>
                  </a:lnTo>
                  <a:lnTo>
                    <a:pt x="22" y="57"/>
                  </a:lnTo>
                  <a:lnTo>
                    <a:pt x="22" y="81"/>
                  </a:lnTo>
                  <a:lnTo>
                    <a:pt x="62" y="81"/>
                  </a:lnTo>
                  <a:lnTo>
                    <a:pt x="62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1493895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6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5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6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1622183" y="6352783"/>
              <a:ext cx="98484" cy="128289"/>
            </a:xfrm>
            <a:custGeom>
              <a:avLst/>
              <a:gdLst>
                <a:gd name="T0" fmla="*/ 76 w 76"/>
                <a:gd name="T1" fmla="*/ 0 h 99"/>
                <a:gd name="T2" fmla="*/ 76 w 76"/>
                <a:gd name="T3" fmla="*/ 18 h 99"/>
                <a:gd name="T4" fmla="*/ 49 w 76"/>
                <a:gd name="T5" fmla="*/ 18 h 99"/>
                <a:gd name="T6" fmla="*/ 49 w 76"/>
                <a:gd name="T7" fmla="*/ 99 h 99"/>
                <a:gd name="T8" fmla="*/ 27 w 76"/>
                <a:gd name="T9" fmla="*/ 99 h 99"/>
                <a:gd name="T10" fmla="*/ 27 w 76"/>
                <a:gd name="T11" fmla="*/ 18 h 99"/>
                <a:gd name="T12" fmla="*/ 0 w 76"/>
                <a:gd name="T13" fmla="*/ 18 h 99"/>
                <a:gd name="T14" fmla="*/ 0 w 76"/>
                <a:gd name="T15" fmla="*/ 0 h 99"/>
                <a:gd name="T16" fmla="*/ 76 w 76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9">
                  <a:moveTo>
                    <a:pt x="76" y="0"/>
                  </a:moveTo>
                  <a:lnTo>
                    <a:pt x="76" y="18"/>
                  </a:lnTo>
                  <a:lnTo>
                    <a:pt x="49" y="18"/>
                  </a:lnTo>
                  <a:lnTo>
                    <a:pt x="49" y="99"/>
                  </a:lnTo>
                  <a:lnTo>
                    <a:pt x="27" y="99"/>
                  </a:lnTo>
                  <a:lnTo>
                    <a:pt x="27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1742697" y="6352783"/>
              <a:ext cx="28509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46"/>
            <p:cNvSpPr>
              <a:spLocks noEditPoints="1"/>
            </p:cNvSpPr>
            <p:nvPr/>
          </p:nvSpPr>
          <p:spPr bwMode="auto">
            <a:xfrm>
              <a:off x="1791939" y="6352783"/>
              <a:ext cx="126993" cy="128289"/>
            </a:xfrm>
            <a:custGeom>
              <a:avLst/>
              <a:gdLst>
                <a:gd name="T0" fmla="*/ 100 w 100"/>
                <a:gd name="T1" fmla="*/ 99 h 99"/>
                <a:gd name="T2" fmla="*/ 82 w 100"/>
                <a:gd name="T3" fmla="*/ 99 h 99"/>
                <a:gd name="T4" fmla="*/ 78 w 100"/>
                <a:gd name="T5" fmla="*/ 97 h 99"/>
                <a:gd name="T6" fmla="*/ 75 w 100"/>
                <a:gd name="T7" fmla="*/ 94 h 99"/>
                <a:gd name="T8" fmla="*/ 69 w 100"/>
                <a:gd name="T9" fmla="*/ 76 h 99"/>
                <a:gd name="T10" fmla="*/ 31 w 100"/>
                <a:gd name="T11" fmla="*/ 76 h 99"/>
                <a:gd name="T12" fmla="*/ 26 w 100"/>
                <a:gd name="T13" fmla="*/ 94 h 99"/>
                <a:gd name="T14" fmla="*/ 23 w 100"/>
                <a:gd name="T15" fmla="*/ 97 h 99"/>
                <a:gd name="T16" fmla="*/ 18 w 100"/>
                <a:gd name="T17" fmla="*/ 99 h 99"/>
                <a:gd name="T18" fmla="*/ 0 w 100"/>
                <a:gd name="T19" fmla="*/ 99 h 99"/>
                <a:gd name="T20" fmla="*/ 38 w 100"/>
                <a:gd name="T21" fmla="*/ 0 h 99"/>
                <a:gd name="T22" fmla="*/ 62 w 100"/>
                <a:gd name="T23" fmla="*/ 0 h 99"/>
                <a:gd name="T24" fmla="*/ 100 w 100"/>
                <a:gd name="T25" fmla="*/ 99 h 99"/>
                <a:gd name="T26" fmla="*/ 37 w 100"/>
                <a:gd name="T27" fmla="*/ 61 h 99"/>
                <a:gd name="T28" fmla="*/ 64 w 100"/>
                <a:gd name="T29" fmla="*/ 61 h 99"/>
                <a:gd name="T30" fmla="*/ 55 w 100"/>
                <a:gd name="T31" fmla="*/ 34 h 99"/>
                <a:gd name="T32" fmla="*/ 53 w 100"/>
                <a:gd name="T33" fmla="*/ 28 h 99"/>
                <a:gd name="T34" fmla="*/ 50 w 100"/>
                <a:gd name="T35" fmla="*/ 20 h 99"/>
                <a:gd name="T36" fmla="*/ 48 w 100"/>
                <a:gd name="T37" fmla="*/ 28 h 99"/>
                <a:gd name="T38" fmla="*/ 46 w 100"/>
                <a:gd name="T39" fmla="*/ 34 h 99"/>
                <a:gd name="T40" fmla="*/ 37 w 100"/>
                <a:gd name="T41" fmla="*/ 6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0" h="99">
                  <a:moveTo>
                    <a:pt x="100" y="99"/>
                  </a:moveTo>
                  <a:cubicBezTo>
                    <a:pt x="82" y="99"/>
                    <a:pt x="82" y="99"/>
                    <a:pt x="82" y="99"/>
                  </a:cubicBezTo>
                  <a:cubicBezTo>
                    <a:pt x="80" y="99"/>
                    <a:pt x="79" y="98"/>
                    <a:pt x="78" y="97"/>
                  </a:cubicBezTo>
                  <a:cubicBezTo>
                    <a:pt x="76" y="96"/>
                    <a:pt x="75" y="95"/>
                    <a:pt x="75" y="94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5"/>
                    <a:pt x="24" y="96"/>
                    <a:pt x="23" y="97"/>
                  </a:cubicBezTo>
                  <a:cubicBezTo>
                    <a:pt x="22" y="98"/>
                    <a:pt x="20" y="99"/>
                    <a:pt x="1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100" y="99"/>
                  </a:lnTo>
                  <a:close/>
                  <a:moveTo>
                    <a:pt x="37" y="61"/>
                  </a:moveTo>
                  <a:cubicBezTo>
                    <a:pt x="64" y="61"/>
                    <a:pt x="64" y="61"/>
                    <a:pt x="64" y="6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2"/>
                    <a:pt x="53" y="30"/>
                    <a:pt x="53" y="28"/>
                  </a:cubicBezTo>
                  <a:cubicBezTo>
                    <a:pt x="52" y="25"/>
                    <a:pt x="51" y="23"/>
                    <a:pt x="50" y="20"/>
                  </a:cubicBezTo>
                  <a:cubicBezTo>
                    <a:pt x="49" y="23"/>
                    <a:pt x="49" y="25"/>
                    <a:pt x="48" y="28"/>
                  </a:cubicBezTo>
                  <a:cubicBezTo>
                    <a:pt x="47" y="30"/>
                    <a:pt x="46" y="32"/>
                    <a:pt x="46" y="34"/>
                  </a:cubicBezTo>
                  <a:lnTo>
                    <a:pt x="37" y="61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47"/>
            <p:cNvSpPr>
              <a:spLocks/>
            </p:cNvSpPr>
            <p:nvPr/>
          </p:nvSpPr>
          <p:spPr bwMode="auto">
            <a:xfrm>
              <a:off x="1935777" y="6352783"/>
              <a:ext cx="75159" cy="128289"/>
            </a:xfrm>
            <a:custGeom>
              <a:avLst/>
              <a:gdLst>
                <a:gd name="T0" fmla="*/ 23 w 58"/>
                <a:gd name="T1" fmla="*/ 80 h 99"/>
                <a:gd name="T2" fmla="*/ 58 w 58"/>
                <a:gd name="T3" fmla="*/ 80 h 99"/>
                <a:gd name="T4" fmla="*/ 58 w 58"/>
                <a:gd name="T5" fmla="*/ 99 h 99"/>
                <a:gd name="T6" fmla="*/ 0 w 58"/>
                <a:gd name="T7" fmla="*/ 99 h 99"/>
                <a:gd name="T8" fmla="*/ 0 w 58"/>
                <a:gd name="T9" fmla="*/ 0 h 99"/>
                <a:gd name="T10" fmla="*/ 23 w 58"/>
                <a:gd name="T11" fmla="*/ 0 h 99"/>
                <a:gd name="T12" fmla="*/ 23 w 58"/>
                <a:gd name="T13" fmla="*/ 8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99">
                  <a:moveTo>
                    <a:pt x="23" y="80"/>
                  </a:moveTo>
                  <a:lnTo>
                    <a:pt x="58" y="80"/>
                  </a:lnTo>
                  <a:lnTo>
                    <a:pt x="58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8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1835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" r="2742"/>
          <a:stretch/>
        </p:blipFill>
        <p:spPr>
          <a:xfrm>
            <a:off x="0" y="1"/>
            <a:ext cx="9928514" cy="6858000"/>
          </a:xfrm>
          <a:prstGeom prst="rect">
            <a:avLst/>
          </a:prstGeom>
        </p:spPr>
      </p:pic>
      <p:sp>
        <p:nvSpPr>
          <p:cNvPr id="9" name="object 3"/>
          <p:cNvSpPr txBox="1"/>
          <p:nvPr userDrawn="1"/>
        </p:nvSpPr>
        <p:spPr>
          <a:xfrm>
            <a:off x="1219805" y="5483079"/>
            <a:ext cx="2291365" cy="677603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216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3102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/</a:t>
            </a:r>
            <a:r>
              <a:rPr lang="en-US"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Fax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37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4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</a:t>
            </a:r>
            <a:r>
              <a:rPr sz="951" spc="-13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3109</a:t>
            </a:r>
            <a:endParaRPr sz="951" spc="0">
              <a:latin typeface="맑은 고딕 Semilight"/>
              <a:cs typeface="맑은 고딕 Semilight"/>
            </a:endParaRPr>
          </a:p>
          <a:p>
            <a:pPr marL="11497">
              <a:spcBef>
                <a:spcPts val="585"/>
              </a:spcBef>
            </a:pP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Homepage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www.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  <a:p>
            <a:pPr marL="11497">
              <a:spcBef>
                <a:spcPts val="578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Email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tis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@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</p:txBody>
      </p:sp>
      <p:sp>
        <p:nvSpPr>
          <p:cNvPr id="11" name="텍스트 개체 틀 10"/>
          <p:cNvSpPr txBox="1">
            <a:spLocks/>
          </p:cNvSpPr>
          <p:nvPr userDrawn="1"/>
        </p:nvSpPr>
        <p:spPr>
          <a:xfrm flipH="1">
            <a:off x="1161802" y="2685558"/>
            <a:ext cx="2022713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5" y="4912742"/>
            <a:ext cx="63348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1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7" name="object 5"/>
          <p:cNvSpPr/>
          <p:nvPr userDrawn="1"/>
        </p:nvSpPr>
        <p:spPr>
          <a:xfrm>
            <a:off x="1881184" y="1971674"/>
            <a:ext cx="975632" cy="3352800"/>
          </a:xfrm>
          <a:custGeom>
            <a:avLst/>
            <a:gdLst/>
            <a:ahLst/>
            <a:cxnLst/>
            <a:rect l="l" t="t" r="r" b="b"/>
            <a:pathLst>
              <a:path w="910589" h="3129279">
                <a:moveTo>
                  <a:pt x="910259" y="394754"/>
                </a:moveTo>
                <a:lnTo>
                  <a:pt x="553707" y="394754"/>
                </a:lnTo>
                <a:lnTo>
                  <a:pt x="553707" y="3129140"/>
                </a:lnTo>
                <a:lnTo>
                  <a:pt x="910259" y="3129140"/>
                </a:lnTo>
                <a:lnTo>
                  <a:pt x="910259" y="394754"/>
                </a:lnTo>
                <a:close/>
              </a:path>
              <a:path w="910589" h="3129279">
                <a:moveTo>
                  <a:pt x="910259" y="0"/>
                </a:moveTo>
                <a:lnTo>
                  <a:pt x="595655" y="0"/>
                </a:lnTo>
                <a:lnTo>
                  <a:pt x="0" y="365874"/>
                </a:lnTo>
                <a:lnTo>
                  <a:pt x="71323" y="688416"/>
                </a:lnTo>
                <a:lnTo>
                  <a:pt x="545312" y="394754"/>
                </a:lnTo>
                <a:lnTo>
                  <a:pt x="910259" y="394754"/>
                </a:lnTo>
                <a:lnTo>
                  <a:pt x="910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479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6" name="object 3"/>
          <p:cNvSpPr/>
          <p:nvPr userDrawn="1"/>
        </p:nvSpPr>
        <p:spPr>
          <a:xfrm>
            <a:off x="1397873" y="1971674"/>
            <a:ext cx="1942254" cy="3352800"/>
          </a:xfrm>
          <a:custGeom>
            <a:avLst/>
            <a:gdLst/>
            <a:ahLst/>
            <a:cxnLst/>
            <a:rect l="l" t="t" r="r" b="b"/>
            <a:pathLst>
              <a:path w="1790700" h="3091179">
                <a:moveTo>
                  <a:pt x="1622303" y="288798"/>
                </a:moveTo>
                <a:lnTo>
                  <a:pt x="931938" y="288798"/>
                </a:lnTo>
                <a:lnTo>
                  <a:pt x="988987" y="291223"/>
                </a:lnTo>
                <a:lnTo>
                  <a:pt x="1043113" y="298497"/>
                </a:lnTo>
                <a:lnTo>
                  <a:pt x="1094315" y="310621"/>
                </a:lnTo>
                <a:lnTo>
                  <a:pt x="1142595" y="327593"/>
                </a:lnTo>
                <a:lnTo>
                  <a:pt x="1187952" y="349413"/>
                </a:lnTo>
                <a:lnTo>
                  <a:pt x="1230386" y="376080"/>
                </a:lnTo>
                <a:lnTo>
                  <a:pt x="1269898" y="407593"/>
                </a:lnTo>
                <a:lnTo>
                  <a:pt x="1302564" y="439456"/>
                </a:lnTo>
                <a:lnTo>
                  <a:pt x="1331388" y="474049"/>
                </a:lnTo>
                <a:lnTo>
                  <a:pt x="1356370" y="511373"/>
                </a:lnTo>
                <a:lnTo>
                  <a:pt x="1377510" y="551427"/>
                </a:lnTo>
                <a:lnTo>
                  <a:pt x="1394808" y="594211"/>
                </a:lnTo>
                <a:lnTo>
                  <a:pt x="1408262" y="639725"/>
                </a:lnTo>
                <a:lnTo>
                  <a:pt x="1417873" y="687969"/>
                </a:lnTo>
                <a:lnTo>
                  <a:pt x="1423639" y="738942"/>
                </a:lnTo>
                <a:lnTo>
                  <a:pt x="1425562" y="792645"/>
                </a:lnTo>
                <a:lnTo>
                  <a:pt x="1423763" y="846908"/>
                </a:lnTo>
                <a:lnTo>
                  <a:pt x="1418367" y="899666"/>
                </a:lnTo>
                <a:lnTo>
                  <a:pt x="1409376" y="950917"/>
                </a:lnTo>
                <a:lnTo>
                  <a:pt x="1396790" y="1000660"/>
                </a:lnTo>
                <a:lnTo>
                  <a:pt x="1380613" y="1048896"/>
                </a:lnTo>
                <a:lnTo>
                  <a:pt x="1360845" y="1095623"/>
                </a:lnTo>
                <a:lnTo>
                  <a:pt x="1337487" y="1140841"/>
                </a:lnTo>
                <a:lnTo>
                  <a:pt x="1299869" y="1201200"/>
                </a:lnTo>
                <a:lnTo>
                  <a:pt x="1276951" y="1233632"/>
                </a:lnTo>
                <a:lnTo>
                  <a:pt x="1251294" y="1267567"/>
                </a:lnTo>
                <a:lnTo>
                  <a:pt x="1222897" y="1303004"/>
                </a:lnTo>
                <a:lnTo>
                  <a:pt x="1191761" y="1339944"/>
                </a:lnTo>
                <a:lnTo>
                  <a:pt x="1157885" y="1378386"/>
                </a:lnTo>
                <a:lnTo>
                  <a:pt x="1121271" y="1418331"/>
                </a:lnTo>
                <a:lnTo>
                  <a:pt x="1081918" y="1459779"/>
                </a:lnTo>
                <a:lnTo>
                  <a:pt x="1039825" y="1502729"/>
                </a:lnTo>
                <a:lnTo>
                  <a:pt x="994994" y="1547182"/>
                </a:lnTo>
                <a:lnTo>
                  <a:pt x="947424" y="1593139"/>
                </a:lnTo>
                <a:lnTo>
                  <a:pt x="854408" y="1680597"/>
                </a:lnTo>
                <a:lnTo>
                  <a:pt x="812584" y="1720572"/>
                </a:lnTo>
                <a:lnTo>
                  <a:pt x="771643" y="1760525"/>
                </a:lnTo>
                <a:lnTo>
                  <a:pt x="731585" y="1800455"/>
                </a:lnTo>
                <a:lnTo>
                  <a:pt x="692410" y="1840362"/>
                </a:lnTo>
                <a:lnTo>
                  <a:pt x="654118" y="1880246"/>
                </a:lnTo>
                <a:lnTo>
                  <a:pt x="616709" y="1920107"/>
                </a:lnTo>
                <a:lnTo>
                  <a:pt x="580182" y="1959945"/>
                </a:lnTo>
                <a:lnTo>
                  <a:pt x="544539" y="1999760"/>
                </a:lnTo>
                <a:lnTo>
                  <a:pt x="509778" y="2039553"/>
                </a:lnTo>
                <a:lnTo>
                  <a:pt x="475901" y="2079322"/>
                </a:lnTo>
                <a:lnTo>
                  <a:pt x="442907" y="2119069"/>
                </a:lnTo>
                <a:lnTo>
                  <a:pt x="410795" y="2158792"/>
                </a:lnTo>
                <a:lnTo>
                  <a:pt x="379566" y="2198493"/>
                </a:lnTo>
                <a:lnTo>
                  <a:pt x="349221" y="2238171"/>
                </a:lnTo>
                <a:lnTo>
                  <a:pt x="319758" y="2277826"/>
                </a:lnTo>
                <a:lnTo>
                  <a:pt x="291179" y="2317459"/>
                </a:lnTo>
                <a:lnTo>
                  <a:pt x="263482" y="2357068"/>
                </a:lnTo>
                <a:lnTo>
                  <a:pt x="236669" y="2396655"/>
                </a:lnTo>
                <a:lnTo>
                  <a:pt x="210738" y="2436218"/>
                </a:lnTo>
                <a:lnTo>
                  <a:pt x="185691" y="2475759"/>
                </a:lnTo>
                <a:lnTo>
                  <a:pt x="161526" y="2515277"/>
                </a:lnTo>
                <a:lnTo>
                  <a:pt x="138245" y="2554773"/>
                </a:lnTo>
                <a:lnTo>
                  <a:pt x="115846" y="2594245"/>
                </a:lnTo>
                <a:lnTo>
                  <a:pt x="94331" y="2633695"/>
                </a:lnTo>
                <a:lnTo>
                  <a:pt x="73698" y="2673122"/>
                </a:lnTo>
                <a:lnTo>
                  <a:pt x="53949" y="2712526"/>
                </a:lnTo>
                <a:lnTo>
                  <a:pt x="35083" y="2751907"/>
                </a:lnTo>
                <a:lnTo>
                  <a:pt x="17100" y="2791265"/>
                </a:lnTo>
                <a:lnTo>
                  <a:pt x="0" y="2830601"/>
                </a:lnTo>
                <a:lnTo>
                  <a:pt x="0" y="3090735"/>
                </a:lnTo>
                <a:lnTo>
                  <a:pt x="1790141" y="3090735"/>
                </a:lnTo>
                <a:lnTo>
                  <a:pt x="1790141" y="2801937"/>
                </a:lnTo>
                <a:lnTo>
                  <a:pt x="348195" y="2801937"/>
                </a:lnTo>
                <a:lnTo>
                  <a:pt x="365057" y="2766083"/>
                </a:lnTo>
                <a:lnTo>
                  <a:pt x="383197" y="2729960"/>
                </a:lnTo>
                <a:lnTo>
                  <a:pt x="402615" y="2693569"/>
                </a:lnTo>
                <a:lnTo>
                  <a:pt x="423311" y="2656908"/>
                </a:lnTo>
                <a:lnTo>
                  <a:pt x="445285" y="2619979"/>
                </a:lnTo>
                <a:lnTo>
                  <a:pt x="468537" y="2582781"/>
                </a:lnTo>
                <a:lnTo>
                  <a:pt x="493067" y="2545314"/>
                </a:lnTo>
                <a:lnTo>
                  <a:pt x="518875" y="2507578"/>
                </a:lnTo>
                <a:lnTo>
                  <a:pt x="545960" y="2469574"/>
                </a:lnTo>
                <a:lnTo>
                  <a:pt x="574324" y="2431300"/>
                </a:lnTo>
                <a:lnTo>
                  <a:pt x="603966" y="2392758"/>
                </a:lnTo>
                <a:lnTo>
                  <a:pt x="634886" y="2353947"/>
                </a:lnTo>
                <a:lnTo>
                  <a:pt x="667084" y="2314867"/>
                </a:lnTo>
                <a:lnTo>
                  <a:pt x="700560" y="2275518"/>
                </a:lnTo>
                <a:lnTo>
                  <a:pt x="735314" y="2235901"/>
                </a:lnTo>
                <a:lnTo>
                  <a:pt x="771346" y="2196014"/>
                </a:lnTo>
                <a:lnTo>
                  <a:pt x="808656" y="2155859"/>
                </a:lnTo>
                <a:lnTo>
                  <a:pt x="847244" y="2115435"/>
                </a:lnTo>
                <a:lnTo>
                  <a:pt x="887110" y="2074742"/>
                </a:lnTo>
                <a:lnTo>
                  <a:pt x="928255" y="2033780"/>
                </a:lnTo>
                <a:lnTo>
                  <a:pt x="970677" y="1992549"/>
                </a:lnTo>
                <a:lnTo>
                  <a:pt x="1014377" y="1951050"/>
                </a:lnTo>
                <a:lnTo>
                  <a:pt x="1059356" y="1909282"/>
                </a:lnTo>
                <a:lnTo>
                  <a:pt x="1105612" y="1867245"/>
                </a:lnTo>
                <a:lnTo>
                  <a:pt x="1201546" y="1782058"/>
                </a:lnTo>
                <a:lnTo>
                  <a:pt x="1247856" y="1740011"/>
                </a:lnTo>
                <a:lnTo>
                  <a:pt x="1292078" y="1698799"/>
                </a:lnTo>
                <a:lnTo>
                  <a:pt x="1334211" y="1658421"/>
                </a:lnTo>
                <a:lnTo>
                  <a:pt x="1374255" y="1618878"/>
                </a:lnTo>
                <a:lnTo>
                  <a:pt x="1412210" y="1580171"/>
                </a:lnTo>
                <a:lnTo>
                  <a:pt x="1448076" y="1542299"/>
                </a:lnTo>
                <a:lnTo>
                  <a:pt x="1481852" y="1505262"/>
                </a:lnTo>
                <a:lnTo>
                  <a:pt x="1513537" y="1469062"/>
                </a:lnTo>
                <a:lnTo>
                  <a:pt x="1543133" y="1433697"/>
                </a:lnTo>
                <a:lnTo>
                  <a:pt x="1570639" y="1399169"/>
                </a:lnTo>
                <a:lnTo>
                  <a:pt x="1596054" y="1365478"/>
                </a:lnTo>
                <a:lnTo>
                  <a:pt x="1619378" y="1332624"/>
                </a:lnTo>
                <a:lnTo>
                  <a:pt x="1640611" y="1300607"/>
                </a:lnTo>
                <a:lnTo>
                  <a:pt x="1665848" y="1258497"/>
                </a:lnTo>
                <a:lnTo>
                  <a:pt x="1688682" y="1215574"/>
                </a:lnTo>
                <a:lnTo>
                  <a:pt x="1709113" y="1171836"/>
                </a:lnTo>
                <a:lnTo>
                  <a:pt x="1727141" y="1127285"/>
                </a:lnTo>
                <a:lnTo>
                  <a:pt x="1742766" y="1081920"/>
                </a:lnTo>
                <a:lnTo>
                  <a:pt x="1755987" y="1035741"/>
                </a:lnTo>
                <a:lnTo>
                  <a:pt x="1766805" y="988748"/>
                </a:lnTo>
                <a:lnTo>
                  <a:pt x="1775220" y="940942"/>
                </a:lnTo>
                <a:lnTo>
                  <a:pt x="1781230" y="892323"/>
                </a:lnTo>
                <a:lnTo>
                  <a:pt x="1784836" y="842890"/>
                </a:lnTo>
                <a:lnTo>
                  <a:pt x="1786039" y="792645"/>
                </a:lnTo>
                <a:lnTo>
                  <a:pt x="1784588" y="736537"/>
                </a:lnTo>
                <a:lnTo>
                  <a:pt x="1780236" y="682220"/>
                </a:lnTo>
                <a:lnTo>
                  <a:pt x="1772982" y="629695"/>
                </a:lnTo>
                <a:lnTo>
                  <a:pt x="1762827" y="578962"/>
                </a:lnTo>
                <a:lnTo>
                  <a:pt x="1749770" y="530021"/>
                </a:lnTo>
                <a:lnTo>
                  <a:pt x="1733811" y="482871"/>
                </a:lnTo>
                <a:lnTo>
                  <a:pt x="1714951" y="437513"/>
                </a:lnTo>
                <a:lnTo>
                  <a:pt x="1693189" y="393946"/>
                </a:lnTo>
                <a:lnTo>
                  <a:pt x="1668526" y="352170"/>
                </a:lnTo>
                <a:lnTo>
                  <a:pt x="1640960" y="312186"/>
                </a:lnTo>
                <a:lnTo>
                  <a:pt x="1622303" y="288798"/>
                </a:lnTo>
                <a:close/>
              </a:path>
              <a:path w="1790700" h="3091179">
                <a:moveTo>
                  <a:pt x="933983" y="0"/>
                </a:moveTo>
                <a:lnTo>
                  <a:pt x="879049" y="1251"/>
                </a:lnTo>
                <a:lnTo>
                  <a:pt x="825539" y="5007"/>
                </a:lnTo>
                <a:lnTo>
                  <a:pt x="773451" y="11267"/>
                </a:lnTo>
                <a:lnTo>
                  <a:pt x="722786" y="20030"/>
                </a:lnTo>
                <a:lnTo>
                  <a:pt x="673544" y="31296"/>
                </a:lnTo>
                <a:lnTo>
                  <a:pt x="625725" y="45065"/>
                </a:lnTo>
                <a:lnTo>
                  <a:pt x="579329" y="61338"/>
                </a:lnTo>
                <a:lnTo>
                  <a:pt x="534356" y="80113"/>
                </a:lnTo>
                <a:lnTo>
                  <a:pt x="490806" y="101391"/>
                </a:lnTo>
                <a:lnTo>
                  <a:pt x="448679" y="125171"/>
                </a:lnTo>
                <a:lnTo>
                  <a:pt x="407975" y="151453"/>
                </a:lnTo>
                <a:lnTo>
                  <a:pt x="368693" y="180238"/>
                </a:lnTo>
                <a:lnTo>
                  <a:pt x="333005" y="209816"/>
                </a:lnTo>
                <a:lnTo>
                  <a:pt x="299138" y="241195"/>
                </a:lnTo>
                <a:lnTo>
                  <a:pt x="267091" y="274377"/>
                </a:lnTo>
                <a:lnTo>
                  <a:pt x="236866" y="309361"/>
                </a:lnTo>
                <a:lnTo>
                  <a:pt x="208462" y="346147"/>
                </a:lnTo>
                <a:lnTo>
                  <a:pt x="181879" y="384735"/>
                </a:lnTo>
                <a:lnTo>
                  <a:pt x="157117" y="425126"/>
                </a:lnTo>
                <a:lnTo>
                  <a:pt x="134177" y="467318"/>
                </a:lnTo>
                <a:lnTo>
                  <a:pt x="113032" y="511373"/>
                </a:lnTo>
                <a:lnTo>
                  <a:pt x="93759" y="557110"/>
                </a:lnTo>
                <a:lnTo>
                  <a:pt x="76282" y="604709"/>
                </a:lnTo>
                <a:lnTo>
                  <a:pt x="60626" y="654111"/>
                </a:lnTo>
                <a:lnTo>
                  <a:pt x="46792" y="705315"/>
                </a:lnTo>
                <a:lnTo>
                  <a:pt x="34779" y="758321"/>
                </a:lnTo>
                <a:lnTo>
                  <a:pt x="24587" y="813130"/>
                </a:lnTo>
                <a:lnTo>
                  <a:pt x="368693" y="893013"/>
                </a:lnTo>
                <a:lnTo>
                  <a:pt x="377881" y="834104"/>
                </a:lnTo>
                <a:lnTo>
                  <a:pt x="389067" y="778216"/>
                </a:lnTo>
                <a:lnTo>
                  <a:pt x="402250" y="725348"/>
                </a:lnTo>
                <a:lnTo>
                  <a:pt x="417431" y="675502"/>
                </a:lnTo>
                <a:lnTo>
                  <a:pt x="434608" y="628676"/>
                </a:lnTo>
                <a:lnTo>
                  <a:pt x="453783" y="584870"/>
                </a:lnTo>
                <a:lnTo>
                  <a:pt x="474955" y="544086"/>
                </a:lnTo>
                <a:lnTo>
                  <a:pt x="498125" y="506322"/>
                </a:lnTo>
                <a:lnTo>
                  <a:pt x="523292" y="471580"/>
                </a:lnTo>
                <a:lnTo>
                  <a:pt x="550456" y="439858"/>
                </a:lnTo>
                <a:lnTo>
                  <a:pt x="579617" y="411157"/>
                </a:lnTo>
                <a:lnTo>
                  <a:pt x="610775" y="385477"/>
                </a:lnTo>
                <a:lnTo>
                  <a:pt x="643931" y="362818"/>
                </a:lnTo>
                <a:lnTo>
                  <a:pt x="679083" y="343180"/>
                </a:lnTo>
                <a:lnTo>
                  <a:pt x="716233" y="326563"/>
                </a:lnTo>
                <a:lnTo>
                  <a:pt x="755380" y="312968"/>
                </a:lnTo>
                <a:lnTo>
                  <a:pt x="796524" y="302393"/>
                </a:lnTo>
                <a:lnTo>
                  <a:pt x="839665" y="294840"/>
                </a:lnTo>
                <a:lnTo>
                  <a:pt x="884803" y="290308"/>
                </a:lnTo>
                <a:lnTo>
                  <a:pt x="931938" y="288798"/>
                </a:lnTo>
                <a:lnTo>
                  <a:pt x="1622303" y="288798"/>
                </a:lnTo>
                <a:lnTo>
                  <a:pt x="1610493" y="273993"/>
                </a:lnTo>
                <a:lnTo>
                  <a:pt x="1577124" y="237591"/>
                </a:lnTo>
                <a:lnTo>
                  <a:pt x="1542868" y="204862"/>
                </a:lnTo>
                <a:lnTo>
                  <a:pt x="1506815" y="174557"/>
                </a:lnTo>
                <a:lnTo>
                  <a:pt x="1468965" y="146676"/>
                </a:lnTo>
                <a:lnTo>
                  <a:pt x="1429316" y="121220"/>
                </a:lnTo>
                <a:lnTo>
                  <a:pt x="1387871" y="98188"/>
                </a:lnTo>
                <a:lnTo>
                  <a:pt x="1344628" y="77580"/>
                </a:lnTo>
                <a:lnTo>
                  <a:pt x="1299587" y="59397"/>
                </a:lnTo>
                <a:lnTo>
                  <a:pt x="1252750" y="43639"/>
                </a:lnTo>
                <a:lnTo>
                  <a:pt x="1204115" y="30305"/>
                </a:lnTo>
                <a:lnTo>
                  <a:pt x="1153682" y="19395"/>
                </a:lnTo>
                <a:lnTo>
                  <a:pt x="1101453" y="10909"/>
                </a:lnTo>
                <a:lnTo>
                  <a:pt x="1047427" y="4848"/>
                </a:lnTo>
                <a:lnTo>
                  <a:pt x="991603" y="1212"/>
                </a:lnTo>
                <a:lnTo>
                  <a:pt x="933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84884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517423" y="712145"/>
            <a:ext cx="1730474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836898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lang="en-US" altLang="ko-KR" sz="95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sz="950" spc="9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ko-KR" altLang="en-US" sz="950">
                <a:solidFill>
                  <a:srgbClr val="797B7C"/>
                </a:solidFill>
                <a:latin typeface="+mn-ea"/>
              </a:rPr>
              <a:t>ⓒ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2020 TIS </a:t>
            </a:r>
            <a:r>
              <a:rPr lang="en-US" altLang="ko-KR" sz="950">
                <a:solidFill>
                  <a:srgbClr val="797B7C"/>
                </a:solidFill>
                <a:latin typeface="+mn-ea"/>
              </a:rPr>
              <a:t>All Rights Reserved</a:t>
            </a:r>
            <a:r>
              <a:rPr lang="en-US" altLang="ko-KR" sz="950">
                <a:solidFill>
                  <a:srgbClr val="797B7C"/>
                </a:solidFill>
              </a:rPr>
              <a:t> </a:t>
            </a:r>
            <a:endParaRPr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7275517"/>
              </p:ext>
            </p:extLst>
          </p:nvPr>
        </p:nvGraphicFramePr>
        <p:xfrm>
          <a:off x="6298425" y="5271688"/>
          <a:ext cx="2860096" cy="73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48"/>
                <a:gridCol w="603337"/>
                <a:gridCol w="603337"/>
                <a:gridCol w="603337"/>
                <a:gridCol w="603337"/>
              </a:tblGrid>
              <a:tr h="3662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결</a:t>
                      </a:r>
                      <a:endParaRPr lang="en-US" altLang="ko-KR" sz="900" b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재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작성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검토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</a:tr>
              <a:tr h="3662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7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4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2" name="텍스트 개체 틀 10"/>
          <p:cNvSpPr txBox="1">
            <a:spLocks/>
          </p:cNvSpPr>
          <p:nvPr userDrawn="1"/>
        </p:nvSpPr>
        <p:spPr>
          <a:xfrm flipH="1">
            <a:off x="6520094" y="3765545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21177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7234119" y="3350550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798" y="5795160"/>
            <a:ext cx="835805" cy="2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2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  <p:sp>
        <p:nvSpPr>
          <p:cNvPr id="8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9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2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Shape 2635"/>
          <p:cNvSpPr>
            <a:spLocks noChangeArrowheads="1"/>
          </p:cNvSpPr>
          <p:nvPr userDrawn="1"/>
        </p:nvSpPr>
        <p:spPr bwMode="auto">
          <a:xfrm>
            <a:off x="860757" y="419822"/>
            <a:ext cx="29943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Office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Shape 2531"/>
          <p:cNvSpPr/>
          <p:nvPr userDrawn="1"/>
        </p:nvSpPr>
        <p:spPr>
          <a:xfrm>
            <a:off x="890100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" name="Shape 2532"/>
          <p:cNvSpPr/>
          <p:nvPr userDrawn="1"/>
        </p:nvSpPr>
        <p:spPr>
          <a:xfrm>
            <a:off x="1675666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" name="Shape 2538"/>
          <p:cNvSpPr/>
          <p:nvPr userDrawn="1"/>
        </p:nvSpPr>
        <p:spPr>
          <a:xfrm>
            <a:off x="127952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" name="Shape 2539"/>
          <p:cNvSpPr/>
          <p:nvPr userDrawn="1"/>
        </p:nvSpPr>
        <p:spPr>
          <a:xfrm>
            <a:off x="1701119" y="894686"/>
            <a:ext cx="209550" cy="14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" name="Shape 2540"/>
          <p:cNvSpPr/>
          <p:nvPr userDrawn="1"/>
        </p:nvSpPr>
        <p:spPr>
          <a:xfrm>
            <a:off x="252894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Shape 2544"/>
          <p:cNvSpPr/>
          <p:nvPr userDrawn="1"/>
        </p:nvSpPr>
        <p:spPr>
          <a:xfrm>
            <a:off x="377069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45"/>
          <p:cNvSpPr/>
          <p:nvPr userDrawn="1"/>
        </p:nvSpPr>
        <p:spPr>
          <a:xfrm>
            <a:off x="87328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Shape 2546"/>
          <p:cNvSpPr/>
          <p:nvPr userDrawn="1"/>
        </p:nvSpPr>
        <p:spPr>
          <a:xfrm>
            <a:off x="1287204" y="880398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" name="Shape 2551"/>
          <p:cNvSpPr/>
          <p:nvPr userDrawn="1"/>
        </p:nvSpPr>
        <p:spPr>
          <a:xfrm>
            <a:off x="2152154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Shape 2552"/>
          <p:cNvSpPr/>
          <p:nvPr userDrawn="1"/>
        </p:nvSpPr>
        <p:spPr>
          <a:xfrm>
            <a:off x="2902201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53"/>
          <p:cNvSpPr/>
          <p:nvPr userDrawn="1"/>
        </p:nvSpPr>
        <p:spPr>
          <a:xfrm>
            <a:off x="3336446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Shape 2571"/>
          <p:cNvSpPr/>
          <p:nvPr userDrawn="1"/>
        </p:nvSpPr>
        <p:spPr>
          <a:xfrm>
            <a:off x="90295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7" name="Shape 2572"/>
          <p:cNvSpPr/>
          <p:nvPr userDrawn="1"/>
        </p:nvSpPr>
        <p:spPr>
          <a:xfrm>
            <a:off x="1318394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" name="Shape 2573"/>
          <p:cNvSpPr/>
          <p:nvPr userDrawn="1"/>
        </p:nvSpPr>
        <p:spPr>
          <a:xfrm>
            <a:off x="1727111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" name="Shape 2585"/>
          <p:cNvSpPr/>
          <p:nvPr userDrawn="1"/>
        </p:nvSpPr>
        <p:spPr>
          <a:xfrm>
            <a:off x="207181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87"/>
          <p:cNvSpPr/>
          <p:nvPr userDrawn="1"/>
        </p:nvSpPr>
        <p:spPr>
          <a:xfrm>
            <a:off x="3770693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1" name="Shape 2591"/>
          <p:cNvSpPr/>
          <p:nvPr userDrawn="1"/>
        </p:nvSpPr>
        <p:spPr>
          <a:xfrm>
            <a:off x="909677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Shape 2600"/>
          <p:cNvSpPr/>
          <p:nvPr userDrawn="1"/>
        </p:nvSpPr>
        <p:spPr>
          <a:xfrm>
            <a:off x="2135828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3" name="Shape 2601"/>
          <p:cNvSpPr/>
          <p:nvPr userDrawn="1"/>
        </p:nvSpPr>
        <p:spPr>
          <a:xfrm>
            <a:off x="2544545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604"/>
          <p:cNvSpPr/>
          <p:nvPr userDrawn="1"/>
        </p:nvSpPr>
        <p:spPr>
          <a:xfrm>
            <a:off x="2566313" y="2257023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" name="Shape 2609"/>
          <p:cNvSpPr/>
          <p:nvPr userDrawn="1"/>
        </p:nvSpPr>
        <p:spPr>
          <a:xfrm>
            <a:off x="2467956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" name="Shape 2614"/>
          <p:cNvSpPr/>
          <p:nvPr userDrawn="1"/>
        </p:nvSpPr>
        <p:spPr>
          <a:xfrm>
            <a:off x="1301778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" name="Shape 2615"/>
          <p:cNvSpPr/>
          <p:nvPr userDrawn="1"/>
        </p:nvSpPr>
        <p:spPr>
          <a:xfrm>
            <a:off x="909677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" name="Shape 2616"/>
          <p:cNvSpPr/>
          <p:nvPr userDrawn="1"/>
        </p:nvSpPr>
        <p:spPr>
          <a:xfrm>
            <a:off x="2132343" y="2729155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" name="Shape 2617"/>
          <p:cNvSpPr/>
          <p:nvPr userDrawn="1"/>
        </p:nvSpPr>
        <p:spPr>
          <a:xfrm>
            <a:off x="1720575" y="273868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0" name="Shape 2618"/>
          <p:cNvSpPr/>
          <p:nvPr userDrawn="1"/>
        </p:nvSpPr>
        <p:spPr>
          <a:xfrm>
            <a:off x="1323836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1" name="Shape 2621"/>
          <p:cNvSpPr/>
          <p:nvPr userDrawn="1"/>
        </p:nvSpPr>
        <p:spPr>
          <a:xfrm>
            <a:off x="5701696" y="5358037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2" name="Shape 2626"/>
          <p:cNvSpPr/>
          <p:nvPr userDrawn="1"/>
        </p:nvSpPr>
        <p:spPr>
          <a:xfrm>
            <a:off x="3394631" y="2237973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3" name="Shape 2628"/>
          <p:cNvSpPr/>
          <p:nvPr userDrawn="1"/>
        </p:nvSpPr>
        <p:spPr>
          <a:xfrm>
            <a:off x="294638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4" name="Shape 2629"/>
          <p:cNvSpPr/>
          <p:nvPr userDrawn="1"/>
        </p:nvSpPr>
        <p:spPr>
          <a:xfrm>
            <a:off x="335701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5" name="Shape 2707"/>
          <p:cNvSpPr>
            <a:spLocks noChangeArrowheads="1"/>
          </p:cNvSpPr>
          <p:nvPr userDrawn="1"/>
        </p:nvSpPr>
        <p:spPr bwMode="auto">
          <a:xfrm>
            <a:off x="4777281" y="406550"/>
            <a:ext cx="52385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Electronics</a:t>
            </a:r>
          </a:p>
        </p:txBody>
      </p:sp>
      <p:sp>
        <p:nvSpPr>
          <p:cNvPr id="36" name="Shape 2643"/>
          <p:cNvSpPr/>
          <p:nvPr userDrawn="1"/>
        </p:nvSpPr>
        <p:spPr>
          <a:xfrm>
            <a:off x="5724897" y="861348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7" name="Shape 2644"/>
          <p:cNvSpPr/>
          <p:nvPr userDrawn="1"/>
        </p:nvSpPr>
        <p:spPr>
          <a:xfrm>
            <a:off x="6105897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8" name="Shape 2645"/>
          <p:cNvSpPr/>
          <p:nvPr userDrawn="1"/>
        </p:nvSpPr>
        <p:spPr>
          <a:xfrm>
            <a:off x="6522146" y="88992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9" name="Shape 2646"/>
          <p:cNvSpPr/>
          <p:nvPr userDrawn="1"/>
        </p:nvSpPr>
        <p:spPr>
          <a:xfrm>
            <a:off x="4779726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0" name="Shape 2654"/>
          <p:cNvSpPr/>
          <p:nvPr userDrawn="1"/>
        </p:nvSpPr>
        <p:spPr>
          <a:xfrm>
            <a:off x="653336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1" name="Shape 2655"/>
          <p:cNvSpPr/>
          <p:nvPr userDrawn="1"/>
        </p:nvSpPr>
        <p:spPr>
          <a:xfrm>
            <a:off x="5670548" y="1763924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2" name="Shape 2661"/>
          <p:cNvSpPr/>
          <p:nvPr userDrawn="1"/>
        </p:nvSpPr>
        <p:spPr>
          <a:xfrm>
            <a:off x="5226695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3" name="Shape 2663"/>
          <p:cNvSpPr/>
          <p:nvPr userDrawn="1"/>
        </p:nvSpPr>
        <p:spPr>
          <a:xfrm>
            <a:off x="4793174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4" name="Shape 2666"/>
          <p:cNvSpPr/>
          <p:nvPr userDrawn="1"/>
        </p:nvSpPr>
        <p:spPr>
          <a:xfrm>
            <a:off x="5231885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5" name="Shape 2669"/>
          <p:cNvSpPr/>
          <p:nvPr userDrawn="1"/>
        </p:nvSpPr>
        <p:spPr>
          <a:xfrm>
            <a:off x="4804761" y="2668393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6" name="Shape 2670"/>
          <p:cNvSpPr/>
          <p:nvPr userDrawn="1"/>
        </p:nvSpPr>
        <p:spPr>
          <a:xfrm>
            <a:off x="6504867" y="269696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7" name="Shape 2674"/>
          <p:cNvSpPr/>
          <p:nvPr userDrawn="1"/>
        </p:nvSpPr>
        <p:spPr>
          <a:xfrm>
            <a:off x="6127476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8" name="Shape 2676"/>
          <p:cNvSpPr/>
          <p:nvPr userDrawn="1"/>
        </p:nvSpPr>
        <p:spPr>
          <a:xfrm>
            <a:off x="6561937" y="2223934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9" name="Shape 2677"/>
          <p:cNvSpPr/>
          <p:nvPr userDrawn="1"/>
        </p:nvSpPr>
        <p:spPr>
          <a:xfrm>
            <a:off x="5700245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0" name="Shape 2682"/>
          <p:cNvSpPr/>
          <p:nvPr userDrawn="1"/>
        </p:nvSpPr>
        <p:spPr>
          <a:xfrm>
            <a:off x="525163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1" name="Shape 2683"/>
          <p:cNvSpPr/>
          <p:nvPr userDrawn="1"/>
        </p:nvSpPr>
        <p:spPr>
          <a:xfrm>
            <a:off x="5737754" y="1311382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2" name="Shape 2684"/>
          <p:cNvSpPr/>
          <p:nvPr userDrawn="1"/>
        </p:nvSpPr>
        <p:spPr>
          <a:xfrm>
            <a:off x="6105897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3" name="Shape 2685"/>
          <p:cNvSpPr/>
          <p:nvPr userDrawn="1"/>
        </p:nvSpPr>
        <p:spPr>
          <a:xfrm>
            <a:off x="5273639" y="26683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4" name="Shape 2691"/>
          <p:cNvSpPr/>
          <p:nvPr userDrawn="1"/>
        </p:nvSpPr>
        <p:spPr>
          <a:xfrm>
            <a:off x="5709376" y="2668393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5" name="Shape 2692"/>
          <p:cNvSpPr/>
          <p:nvPr userDrawn="1"/>
        </p:nvSpPr>
        <p:spPr>
          <a:xfrm>
            <a:off x="6124126" y="1744874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6" name="Shape 2696"/>
          <p:cNvSpPr/>
          <p:nvPr userDrawn="1"/>
        </p:nvSpPr>
        <p:spPr>
          <a:xfrm>
            <a:off x="4793445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7" name="Shape 2701"/>
          <p:cNvSpPr/>
          <p:nvPr userDrawn="1"/>
        </p:nvSpPr>
        <p:spPr>
          <a:xfrm>
            <a:off x="6111884" y="2725543"/>
            <a:ext cx="20955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8" name="Shape 2702"/>
          <p:cNvSpPr/>
          <p:nvPr userDrawn="1"/>
        </p:nvSpPr>
        <p:spPr>
          <a:xfrm>
            <a:off x="5229337" y="3153294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9" name="Shape 2705"/>
          <p:cNvSpPr/>
          <p:nvPr userDrawn="1"/>
        </p:nvSpPr>
        <p:spPr>
          <a:xfrm>
            <a:off x="8468070" y="268657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0" name="Shape 2706"/>
          <p:cNvSpPr/>
          <p:nvPr userDrawn="1"/>
        </p:nvSpPr>
        <p:spPr>
          <a:xfrm>
            <a:off x="8886258" y="268657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1" name="Shape 2637"/>
          <p:cNvSpPr/>
          <p:nvPr userDrawn="1"/>
        </p:nvSpPr>
        <p:spPr>
          <a:xfrm>
            <a:off x="4827351" y="1744874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2" name="Shape 2642"/>
          <p:cNvSpPr/>
          <p:nvPr userDrawn="1"/>
        </p:nvSpPr>
        <p:spPr>
          <a:xfrm>
            <a:off x="5224052" y="1754399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3" name="Shape 2893"/>
          <p:cNvSpPr/>
          <p:nvPr userDrawn="1"/>
        </p:nvSpPr>
        <p:spPr>
          <a:xfrm>
            <a:off x="921903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4" name="Shape 2894"/>
          <p:cNvSpPr/>
          <p:nvPr userDrawn="1"/>
        </p:nvSpPr>
        <p:spPr>
          <a:xfrm>
            <a:off x="1342859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5" name="Shape 2895"/>
          <p:cNvSpPr/>
          <p:nvPr userDrawn="1"/>
        </p:nvSpPr>
        <p:spPr>
          <a:xfrm>
            <a:off x="94280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6" name="Shape 2896"/>
          <p:cNvSpPr/>
          <p:nvPr userDrawn="1"/>
        </p:nvSpPr>
        <p:spPr>
          <a:xfrm>
            <a:off x="134285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7" name="Shape 2897"/>
          <p:cNvSpPr/>
          <p:nvPr userDrawn="1"/>
        </p:nvSpPr>
        <p:spPr>
          <a:xfrm>
            <a:off x="169052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8" name="Shape 2898"/>
          <p:cNvSpPr/>
          <p:nvPr userDrawn="1"/>
        </p:nvSpPr>
        <p:spPr>
          <a:xfrm>
            <a:off x="209057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9" name="Shape 2899"/>
          <p:cNvSpPr/>
          <p:nvPr userDrawn="1"/>
        </p:nvSpPr>
        <p:spPr>
          <a:xfrm>
            <a:off x="250014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0" name="Shape 2900"/>
          <p:cNvSpPr/>
          <p:nvPr userDrawn="1"/>
        </p:nvSpPr>
        <p:spPr>
          <a:xfrm>
            <a:off x="290019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1" name="Shape 2901"/>
          <p:cNvSpPr/>
          <p:nvPr userDrawn="1"/>
        </p:nvSpPr>
        <p:spPr>
          <a:xfrm>
            <a:off x="3347871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2" name="Shape 2902"/>
          <p:cNvSpPr/>
          <p:nvPr userDrawn="1"/>
        </p:nvSpPr>
        <p:spPr>
          <a:xfrm>
            <a:off x="3768002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3" name="Shape 2903"/>
          <p:cNvSpPr/>
          <p:nvPr userDrawn="1"/>
        </p:nvSpPr>
        <p:spPr>
          <a:xfrm>
            <a:off x="9093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4" name="Shape 2904"/>
          <p:cNvSpPr/>
          <p:nvPr userDrawn="1"/>
        </p:nvSpPr>
        <p:spPr>
          <a:xfrm>
            <a:off x="13094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5" name="Shape 2905"/>
          <p:cNvSpPr/>
          <p:nvPr userDrawn="1"/>
        </p:nvSpPr>
        <p:spPr>
          <a:xfrm>
            <a:off x="17094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6" name="Shape 2906"/>
          <p:cNvSpPr/>
          <p:nvPr userDrawn="1"/>
        </p:nvSpPr>
        <p:spPr>
          <a:xfrm>
            <a:off x="21095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7" name="Shape 2907"/>
          <p:cNvSpPr/>
          <p:nvPr userDrawn="1"/>
        </p:nvSpPr>
        <p:spPr>
          <a:xfrm>
            <a:off x="25095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8" name="Shape 2908"/>
          <p:cNvSpPr/>
          <p:nvPr userDrawn="1"/>
        </p:nvSpPr>
        <p:spPr>
          <a:xfrm>
            <a:off x="255981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9" name="Shape 2909"/>
          <p:cNvSpPr/>
          <p:nvPr userDrawn="1"/>
        </p:nvSpPr>
        <p:spPr>
          <a:xfrm>
            <a:off x="295986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0" name="Shape 2910"/>
          <p:cNvSpPr/>
          <p:nvPr userDrawn="1"/>
        </p:nvSpPr>
        <p:spPr>
          <a:xfrm>
            <a:off x="340753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1" name="Shape 2911"/>
          <p:cNvSpPr/>
          <p:nvPr userDrawn="1"/>
        </p:nvSpPr>
        <p:spPr>
          <a:xfrm>
            <a:off x="375847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2" name="Shape 2912"/>
          <p:cNvSpPr/>
          <p:nvPr userDrawn="1"/>
        </p:nvSpPr>
        <p:spPr>
          <a:xfrm>
            <a:off x="2902052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3" name="Shape 2913"/>
          <p:cNvSpPr/>
          <p:nvPr userDrawn="1"/>
        </p:nvSpPr>
        <p:spPr>
          <a:xfrm>
            <a:off x="8734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4" name="Shape 2914"/>
          <p:cNvSpPr/>
          <p:nvPr userDrawn="1"/>
        </p:nvSpPr>
        <p:spPr>
          <a:xfrm>
            <a:off x="12734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5" name="Shape 2915"/>
          <p:cNvSpPr/>
          <p:nvPr userDrawn="1"/>
        </p:nvSpPr>
        <p:spPr>
          <a:xfrm>
            <a:off x="16735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6" name="Shape 2916"/>
          <p:cNvSpPr/>
          <p:nvPr userDrawn="1"/>
        </p:nvSpPr>
        <p:spPr>
          <a:xfrm>
            <a:off x="20735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7" name="Shape 2917"/>
          <p:cNvSpPr/>
          <p:nvPr userDrawn="1"/>
        </p:nvSpPr>
        <p:spPr>
          <a:xfrm>
            <a:off x="250697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8" name="Shape 2918"/>
          <p:cNvSpPr/>
          <p:nvPr userDrawn="1"/>
        </p:nvSpPr>
        <p:spPr>
          <a:xfrm>
            <a:off x="290702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9" name="Shape 2919"/>
          <p:cNvSpPr/>
          <p:nvPr userDrawn="1"/>
        </p:nvSpPr>
        <p:spPr>
          <a:xfrm>
            <a:off x="3273733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0" name="Shape 2920"/>
          <p:cNvSpPr/>
          <p:nvPr userDrawn="1"/>
        </p:nvSpPr>
        <p:spPr>
          <a:xfrm>
            <a:off x="3710852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1" name="Shape 2921"/>
          <p:cNvSpPr/>
          <p:nvPr userDrawn="1"/>
        </p:nvSpPr>
        <p:spPr>
          <a:xfrm>
            <a:off x="1787833" y="5310050"/>
            <a:ext cx="15240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2" name="Shape 2922"/>
          <p:cNvSpPr/>
          <p:nvPr userDrawn="1"/>
        </p:nvSpPr>
        <p:spPr>
          <a:xfrm>
            <a:off x="2159308" y="5337654"/>
            <a:ext cx="209550" cy="14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3" name="Shape 2923"/>
          <p:cNvSpPr/>
          <p:nvPr userDrawn="1"/>
        </p:nvSpPr>
        <p:spPr>
          <a:xfrm>
            <a:off x="8884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4" name="Shape 2924"/>
          <p:cNvSpPr/>
          <p:nvPr userDrawn="1"/>
        </p:nvSpPr>
        <p:spPr>
          <a:xfrm>
            <a:off x="12885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5" name="Shape 2925"/>
          <p:cNvSpPr/>
          <p:nvPr userDrawn="1"/>
        </p:nvSpPr>
        <p:spPr>
          <a:xfrm>
            <a:off x="16885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6" name="Shape 2926"/>
          <p:cNvSpPr/>
          <p:nvPr userDrawn="1"/>
        </p:nvSpPr>
        <p:spPr>
          <a:xfrm>
            <a:off x="20886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7" name="Shape 2927"/>
          <p:cNvSpPr/>
          <p:nvPr userDrawn="1"/>
        </p:nvSpPr>
        <p:spPr>
          <a:xfrm>
            <a:off x="24886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8" name="Shape 2928"/>
          <p:cNvSpPr/>
          <p:nvPr userDrawn="1"/>
        </p:nvSpPr>
        <p:spPr>
          <a:xfrm>
            <a:off x="28887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9" name="Shape 2929"/>
          <p:cNvSpPr/>
          <p:nvPr userDrawn="1"/>
        </p:nvSpPr>
        <p:spPr>
          <a:xfrm>
            <a:off x="32887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0" name="Shape 2930"/>
          <p:cNvSpPr/>
          <p:nvPr userDrawn="1"/>
        </p:nvSpPr>
        <p:spPr>
          <a:xfrm>
            <a:off x="3710852" y="6209651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1" name="Shape 2931"/>
          <p:cNvSpPr/>
          <p:nvPr userDrawn="1"/>
        </p:nvSpPr>
        <p:spPr>
          <a:xfrm>
            <a:off x="3347871" y="5794345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2" name="Shape 2932"/>
          <p:cNvSpPr/>
          <p:nvPr userDrawn="1"/>
        </p:nvSpPr>
        <p:spPr>
          <a:xfrm>
            <a:off x="3710852" y="578482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3" name="Shape 2933"/>
          <p:cNvSpPr>
            <a:spLocks noChangeArrowheads="1"/>
          </p:cNvSpPr>
          <p:nvPr userDrawn="1"/>
        </p:nvSpPr>
        <p:spPr bwMode="auto">
          <a:xfrm>
            <a:off x="909371" y="3925844"/>
            <a:ext cx="363554" cy="201971"/>
          </a:xfrm>
          <a:prstGeom prst="rect">
            <a:avLst/>
          </a:prstGeom>
          <a:noFill/>
          <a:ln>
            <a:noFill/>
          </a:ln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Arrows</a:t>
            </a:r>
          </a:p>
        </p:txBody>
      </p:sp>
      <p:grpSp>
        <p:nvGrpSpPr>
          <p:cNvPr id="104" name="Group 286"/>
          <p:cNvGrpSpPr/>
          <p:nvPr userDrawn="1"/>
        </p:nvGrpSpPr>
        <p:grpSpPr>
          <a:xfrm>
            <a:off x="7909573" y="5311155"/>
            <a:ext cx="241300" cy="241300"/>
            <a:chOff x="7989888" y="2541588"/>
            <a:chExt cx="296863" cy="296863"/>
          </a:xfrm>
          <a:solidFill>
            <a:schemeClr val="tx1"/>
          </a:solidFill>
        </p:grpSpPr>
        <p:sp>
          <p:nvSpPr>
            <p:cNvPr id="105" name="Freeform 83"/>
            <p:cNvSpPr>
              <a:spLocks noEditPoints="1"/>
            </p:cNvSpPr>
            <p:nvPr/>
          </p:nvSpPr>
          <p:spPr bwMode="auto">
            <a:xfrm>
              <a:off x="7989888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6" name="Oval 84"/>
            <p:cNvSpPr>
              <a:spLocks noChangeArrowheads="1"/>
            </p:cNvSpPr>
            <p:nvPr/>
          </p:nvSpPr>
          <p:spPr bwMode="auto">
            <a:xfrm>
              <a:off x="8081963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7" name="Oval 85"/>
            <p:cNvSpPr>
              <a:spLocks noChangeArrowheads="1"/>
            </p:cNvSpPr>
            <p:nvPr/>
          </p:nvSpPr>
          <p:spPr bwMode="auto">
            <a:xfrm>
              <a:off x="8156575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8" name="Freeform 86"/>
            <p:cNvSpPr>
              <a:spLocks/>
            </p:cNvSpPr>
            <p:nvPr/>
          </p:nvSpPr>
          <p:spPr bwMode="auto">
            <a:xfrm>
              <a:off x="8048625" y="2708275"/>
              <a:ext cx="179388" cy="74613"/>
            </a:xfrm>
            <a:custGeom>
              <a:avLst/>
              <a:gdLst/>
              <a:ahLst/>
              <a:cxnLst>
                <a:cxn ang="0">
                  <a:pos x="4" y="12"/>
                </a:cxn>
                <a:cxn ang="0">
                  <a:pos x="35" y="29"/>
                </a:cxn>
                <a:cxn ang="0">
                  <a:pos x="66" y="12"/>
                </a:cxn>
                <a:cxn ang="0">
                  <a:pos x="70" y="0"/>
                </a:cxn>
                <a:cxn ang="0">
                  <a:pos x="0" y="0"/>
                </a:cxn>
                <a:cxn ang="0">
                  <a:pos x="4" y="12"/>
                </a:cxn>
              </a:cxnLst>
              <a:rect l="0" t="0" r="r" b="b"/>
              <a:pathLst>
                <a:path w="70" h="29">
                  <a:moveTo>
                    <a:pt x="4" y="12"/>
                  </a:moveTo>
                  <a:cubicBezTo>
                    <a:pt x="10" y="22"/>
                    <a:pt x="22" y="29"/>
                    <a:pt x="35" y="29"/>
                  </a:cubicBezTo>
                  <a:cubicBezTo>
                    <a:pt x="48" y="29"/>
                    <a:pt x="59" y="22"/>
                    <a:pt x="66" y="12"/>
                  </a:cubicBezTo>
                  <a:cubicBezTo>
                    <a:pt x="68" y="8"/>
                    <a:pt x="69" y="4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8"/>
                    <a:pt x="4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09" name="Group 285"/>
          <p:cNvGrpSpPr/>
          <p:nvPr userDrawn="1"/>
        </p:nvGrpSpPr>
        <p:grpSpPr>
          <a:xfrm>
            <a:off x="8336032" y="5311155"/>
            <a:ext cx="241300" cy="241300"/>
            <a:chOff x="8564563" y="2541588"/>
            <a:chExt cx="296863" cy="296863"/>
          </a:xfrm>
          <a:solidFill>
            <a:schemeClr val="tx1"/>
          </a:solidFill>
        </p:grpSpPr>
        <p:sp>
          <p:nvSpPr>
            <p:cNvPr id="110" name="Freeform 87"/>
            <p:cNvSpPr>
              <a:spLocks noEditPoints="1"/>
            </p:cNvSpPr>
            <p:nvPr/>
          </p:nvSpPr>
          <p:spPr bwMode="auto">
            <a:xfrm>
              <a:off x="8564563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1" name="Oval 88"/>
            <p:cNvSpPr>
              <a:spLocks noChangeArrowheads="1"/>
            </p:cNvSpPr>
            <p:nvPr/>
          </p:nvSpPr>
          <p:spPr bwMode="auto">
            <a:xfrm>
              <a:off x="8656638" y="2616200"/>
              <a:ext cx="39688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8639175" y="2708275"/>
              <a:ext cx="149225" cy="74613"/>
            </a:xfrm>
            <a:custGeom>
              <a:avLst/>
              <a:gdLst/>
              <a:ahLst/>
              <a:cxnLst>
                <a:cxn ang="0">
                  <a:pos x="29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9" y="29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29" y="15"/>
                </a:cxn>
              </a:cxnLst>
              <a:rect l="0" t="0" r="r" b="b"/>
              <a:pathLst>
                <a:path w="58" h="29">
                  <a:moveTo>
                    <a:pt x="29" y="15"/>
                  </a:moveTo>
                  <a:cubicBezTo>
                    <a:pt x="17" y="15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13" y="29"/>
                    <a:pt x="29" y="29"/>
                  </a:cubicBezTo>
                  <a:cubicBezTo>
                    <a:pt x="45" y="29"/>
                    <a:pt x="58" y="16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1" y="9"/>
                    <a:pt x="41" y="15"/>
                    <a:pt x="29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3" name="Rectangle 90"/>
            <p:cNvSpPr>
              <a:spLocks noChangeArrowheads="1"/>
            </p:cNvSpPr>
            <p:nvPr/>
          </p:nvSpPr>
          <p:spPr bwMode="auto">
            <a:xfrm>
              <a:off x="8731250" y="2633663"/>
              <a:ext cx="57150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14" name="Group 287"/>
          <p:cNvGrpSpPr/>
          <p:nvPr userDrawn="1"/>
        </p:nvGrpSpPr>
        <p:grpSpPr>
          <a:xfrm>
            <a:off x="7480534" y="5311155"/>
            <a:ext cx="243881" cy="241300"/>
            <a:chOff x="7392988" y="2541588"/>
            <a:chExt cx="300038" cy="296863"/>
          </a:xfrm>
          <a:solidFill>
            <a:schemeClr val="tx1"/>
          </a:solidFill>
        </p:grpSpPr>
        <p:sp>
          <p:nvSpPr>
            <p:cNvPr id="115" name="Freeform 103"/>
            <p:cNvSpPr>
              <a:spLocks noEditPoints="1"/>
            </p:cNvSpPr>
            <p:nvPr/>
          </p:nvSpPr>
          <p:spPr bwMode="auto">
            <a:xfrm>
              <a:off x="7392988" y="2541588"/>
              <a:ext cx="300038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7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8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7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8" y="86"/>
                    <a:pt x="8" y="58"/>
                  </a:cubicBezTo>
                  <a:cubicBezTo>
                    <a:pt x="8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6" name="Oval 104"/>
            <p:cNvSpPr>
              <a:spLocks noChangeArrowheads="1"/>
            </p:cNvSpPr>
            <p:nvPr/>
          </p:nvSpPr>
          <p:spPr bwMode="auto">
            <a:xfrm>
              <a:off x="7488238" y="2616200"/>
              <a:ext cx="36513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7" name="Oval 105"/>
            <p:cNvSpPr>
              <a:spLocks noChangeArrowheads="1"/>
            </p:cNvSpPr>
            <p:nvPr/>
          </p:nvSpPr>
          <p:spPr bwMode="auto">
            <a:xfrm>
              <a:off x="7562850" y="2616200"/>
              <a:ext cx="34925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8" name="Rectangle 106"/>
            <p:cNvSpPr>
              <a:spLocks noChangeArrowheads="1"/>
            </p:cNvSpPr>
            <p:nvPr/>
          </p:nvSpPr>
          <p:spPr bwMode="auto">
            <a:xfrm>
              <a:off x="7467600" y="2725738"/>
              <a:ext cx="150813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19" name="Freeform 32"/>
          <p:cNvSpPr>
            <a:spLocks noEditPoints="1"/>
          </p:cNvSpPr>
          <p:nvPr userDrawn="1"/>
        </p:nvSpPr>
        <p:spPr bwMode="auto">
          <a:xfrm>
            <a:off x="7628743" y="2660797"/>
            <a:ext cx="203200" cy="247650"/>
          </a:xfrm>
          <a:custGeom>
            <a:avLst/>
            <a:gdLst>
              <a:gd name="T0" fmla="*/ 2147483646 w 59"/>
              <a:gd name="T1" fmla="*/ 2147483646 h 72"/>
              <a:gd name="T2" fmla="*/ 2147483646 w 59"/>
              <a:gd name="T3" fmla="*/ 2147483646 h 72"/>
              <a:gd name="T4" fmla="*/ 0 w 59"/>
              <a:gd name="T5" fmla="*/ 2147483646 h 72"/>
              <a:gd name="T6" fmla="*/ 2147483646 w 59"/>
              <a:gd name="T7" fmla="*/ 2147483646 h 72"/>
              <a:gd name="T8" fmla="*/ 2147483646 w 59"/>
              <a:gd name="T9" fmla="*/ 2147483646 h 72"/>
              <a:gd name="T10" fmla="*/ 2147483646 w 59"/>
              <a:gd name="T11" fmla="*/ 2147483646 h 72"/>
              <a:gd name="T12" fmla="*/ 2147483646 w 59"/>
              <a:gd name="T13" fmla="*/ 2147483646 h 72"/>
              <a:gd name="T14" fmla="*/ 2147483646 w 59"/>
              <a:gd name="T15" fmla="*/ 2147483646 h 72"/>
              <a:gd name="T16" fmla="*/ 2147483646 w 59"/>
              <a:gd name="T17" fmla="*/ 2147483646 h 72"/>
              <a:gd name="T18" fmla="*/ 2147483646 w 59"/>
              <a:gd name="T19" fmla="*/ 2147483646 h 72"/>
              <a:gd name="T20" fmla="*/ 2147483646 w 59"/>
              <a:gd name="T21" fmla="*/ 2147483646 h 72"/>
              <a:gd name="T22" fmla="*/ 2147483646 w 59"/>
              <a:gd name="T23" fmla="*/ 2147483646 h 72"/>
              <a:gd name="T24" fmla="*/ 2147483646 w 59"/>
              <a:gd name="T25" fmla="*/ 2147483646 h 72"/>
              <a:gd name="T26" fmla="*/ 2147483646 w 59"/>
              <a:gd name="T27" fmla="*/ 2147483646 h 72"/>
              <a:gd name="T28" fmla="*/ 2147483646 w 59"/>
              <a:gd name="T29" fmla="*/ 0 h 72"/>
              <a:gd name="T30" fmla="*/ 2147483646 w 59"/>
              <a:gd name="T31" fmla="*/ 0 h 72"/>
              <a:gd name="T32" fmla="*/ 2147483646 w 59"/>
              <a:gd name="T33" fmla="*/ 2147483646 h 72"/>
              <a:gd name="T34" fmla="*/ 2147483646 w 59"/>
              <a:gd name="T35" fmla="*/ 2147483646 h 72"/>
              <a:gd name="T36" fmla="*/ 2147483646 w 59"/>
              <a:gd name="T37" fmla="*/ 2147483646 h 72"/>
              <a:gd name="T38" fmla="*/ 2147483646 w 59"/>
              <a:gd name="T39" fmla="*/ 2147483646 h 72"/>
              <a:gd name="T40" fmla="*/ 2147483646 w 59"/>
              <a:gd name="T41" fmla="*/ 2147483646 h 72"/>
              <a:gd name="T42" fmla="*/ 2147483646 w 59"/>
              <a:gd name="T43" fmla="*/ 2147483646 h 72"/>
              <a:gd name="T44" fmla="*/ 2147483646 w 59"/>
              <a:gd name="T45" fmla="*/ 2147483646 h 72"/>
              <a:gd name="T46" fmla="*/ 2147483646 w 59"/>
              <a:gd name="T47" fmla="*/ 2147483646 h 72"/>
              <a:gd name="T48" fmla="*/ 2147483646 w 59"/>
              <a:gd name="T49" fmla="*/ 2147483646 h 72"/>
              <a:gd name="T50" fmla="*/ 2147483646 w 59"/>
              <a:gd name="T51" fmla="*/ 2147483646 h 72"/>
              <a:gd name="T52" fmla="*/ 2147483646 w 59"/>
              <a:gd name="T53" fmla="*/ 2147483646 h 72"/>
              <a:gd name="T54" fmla="*/ 2147483646 w 59"/>
              <a:gd name="T55" fmla="*/ 2147483646 h 72"/>
              <a:gd name="T56" fmla="*/ 2147483646 w 59"/>
              <a:gd name="T57" fmla="*/ 2147483646 h 72"/>
              <a:gd name="T58" fmla="*/ 2147483646 w 59"/>
              <a:gd name="T59" fmla="*/ 2147483646 h 72"/>
              <a:gd name="T60" fmla="*/ 2147483646 w 59"/>
              <a:gd name="T61" fmla="*/ 2147483646 h 72"/>
              <a:gd name="T62" fmla="*/ 2147483646 w 59"/>
              <a:gd name="T63" fmla="*/ 2147483646 h 72"/>
              <a:gd name="T64" fmla="*/ 2147483646 w 59"/>
              <a:gd name="T65" fmla="*/ 2147483646 h 72"/>
              <a:gd name="T66" fmla="*/ 2147483646 w 59"/>
              <a:gd name="T67" fmla="*/ 2147483646 h 72"/>
              <a:gd name="T68" fmla="*/ 2147483646 w 59"/>
              <a:gd name="T69" fmla="*/ 2147483646 h 72"/>
              <a:gd name="T70" fmla="*/ 2147483646 w 59"/>
              <a:gd name="T71" fmla="*/ 2147483646 h 72"/>
              <a:gd name="T72" fmla="*/ 2147483646 w 59"/>
              <a:gd name="T73" fmla="*/ 2147483646 h 72"/>
              <a:gd name="T74" fmla="*/ 2147483646 w 59"/>
              <a:gd name="T75" fmla="*/ 2147483646 h 72"/>
              <a:gd name="T76" fmla="*/ 2147483646 w 59"/>
              <a:gd name="T77" fmla="*/ 2147483646 h 72"/>
              <a:gd name="T78" fmla="*/ 2147483646 w 59"/>
              <a:gd name="T79" fmla="*/ 2147483646 h 72"/>
              <a:gd name="T80" fmla="*/ 2147483646 w 59"/>
              <a:gd name="T81" fmla="*/ 2147483646 h 72"/>
              <a:gd name="T82" fmla="*/ 2147483646 w 59"/>
              <a:gd name="T83" fmla="*/ 2147483646 h 72"/>
              <a:gd name="T84" fmla="*/ 2147483646 w 59"/>
              <a:gd name="T85" fmla="*/ 2147483646 h 72"/>
              <a:gd name="T86" fmla="*/ 2147483646 w 59"/>
              <a:gd name="T87" fmla="*/ 2147483646 h 72"/>
              <a:gd name="T88" fmla="*/ 2147483646 w 59"/>
              <a:gd name="T89" fmla="*/ 2147483646 h 72"/>
              <a:gd name="T90" fmla="*/ 2147483646 w 59"/>
              <a:gd name="T91" fmla="*/ 2147483646 h 72"/>
              <a:gd name="T92" fmla="*/ 2147483646 w 59"/>
              <a:gd name="T93" fmla="*/ 2147483646 h 72"/>
              <a:gd name="T94" fmla="*/ 2147483646 w 59"/>
              <a:gd name="T95" fmla="*/ 2147483646 h 72"/>
              <a:gd name="T96" fmla="*/ 2147483646 w 59"/>
              <a:gd name="T97" fmla="*/ 2147483646 h 72"/>
              <a:gd name="T98" fmla="*/ 2147483646 w 59"/>
              <a:gd name="T99" fmla="*/ 2147483646 h 72"/>
              <a:gd name="T100" fmla="*/ 2147483646 w 59"/>
              <a:gd name="T101" fmla="*/ 2147483646 h 72"/>
              <a:gd name="T102" fmla="*/ 2147483646 w 59"/>
              <a:gd name="T103" fmla="*/ 2147483646 h 72"/>
              <a:gd name="T104" fmla="*/ 2147483646 w 59"/>
              <a:gd name="T105" fmla="*/ 2147483646 h 72"/>
              <a:gd name="T106" fmla="*/ 2147483646 w 59"/>
              <a:gd name="T107" fmla="*/ 2147483646 h 72"/>
              <a:gd name="T108" fmla="*/ 2147483646 w 59"/>
              <a:gd name="T109" fmla="*/ 2147483646 h 72"/>
              <a:gd name="T110" fmla="*/ 2147483646 w 59"/>
              <a:gd name="T111" fmla="*/ 2147483646 h 72"/>
              <a:gd name="T112" fmla="*/ 2147483646 w 59"/>
              <a:gd name="T113" fmla="*/ 2147483646 h 72"/>
              <a:gd name="T114" fmla="*/ 2147483646 w 59"/>
              <a:gd name="T115" fmla="*/ 2147483646 h 72"/>
              <a:gd name="T116" fmla="*/ 2147483646 w 59"/>
              <a:gd name="T117" fmla="*/ 2147483646 h 72"/>
              <a:gd name="T118" fmla="*/ 2147483646 w 59"/>
              <a:gd name="T119" fmla="*/ 2147483646 h 72"/>
              <a:gd name="T120" fmla="*/ 2147483646 w 59"/>
              <a:gd name="T121" fmla="*/ 2147483646 h 72"/>
              <a:gd name="T122" fmla="*/ 2147483646 w 59"/>
              <a:gd name="T123" fmla="*/ 2147483646 h 7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59" h="72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Freeform 51"/>
          <p:cNvSpPr>
            <a:spLocks noEditPoints="1"/>
          </p:cNvSpPr>
          <p:nvPr userDrawn="1"/>
        </p:nvSpPr>
        <p:spPr bwMode="auto">
          <a:xfrm>
            <a:off x="3778977" y="2681937"/>
            <a:ext cx="201266" cy="284937"/>
          </a:xfrm>
          <a:custGeom>
            <a:avLst/>
            <a:gdLst>
              <a:gd name="T0" fmla="*/ 2147483646 w 41"/>
              <a:gd name="T1" fmla="*/ 2147483646 h 58"/>
              <a:gd name="T2" fmla="*/ 2147483646 w 41"/>
              <a:gd name="T3" fmla="*/ 2147483646 h 58"/>
              <a:gd name="T4" fmla="*/ 2147483646 w 41"/>
              <a:gd name="T5" fmla="*/ 2147483646 h 58"/>
              <a:gd name="T6" fmla="*/ 2147483646 w 41"/>
              <a:gd name="T7" fmla="*/ 2147483646 h 58"/>
              <a:gd name="T8" fmla="*/ 2147483646 w 41"/>
              <a:gd name="T9" fmla="*/ 2147483646 h 58"/>
              <a:gd name="T10" fmla="*/ 2147483646 w 41"/>
              <a:gd name="T11" fmla="*/ 2147483646 h 58"/>
              <a:gd name="T12" fmla="*/ 2147483646 w 41"/>
              <a:gd name="T13" fmla="*/ 2147483646 h 58"/>
              <a:gd name="T14" fmla="*/ 2147483646 w 41"/>
              <a:gd name="T15" fmla="*/ 2147483646 h 58"/>
              <a:gd name="T16" fmla="*/ 2147483646 w 41"/>
              <a:gd name="T17" fmla="*/ 2147483646 h 58"/>
              <a:gd name="T18" fmla="*/ 2147483646 w 41"/>
              <a:gd name="T19" fmla="*/ 2147483646 h 58"/>
              <a:gd name="T20" fmla="*/ 2147483646 w 41"/>
              <a:gd name="T21" fmla="*/ 2147483646 h 58"/>
              <a:gd name="T22" fmla="*/ 2147483646 w 41"/>
              <a:gd name="T23" fmla="*/ 2147483646 h 58"/>
              <a:gd name="T24" fmla="*/ 2147483646 w 41"/>
              <a:gd name="T25" fmla="*/ 2147483646 h 58"/>
              <a:gd name="T26" fmla="*/ 2147483646 w 41"/>
              <a:gd name="T27" fmla="*/ 2147483646 h 58"/>
              <a:gd name="T28" fmla="*/ 2147483646 w 41"/>
              <a:gd name="T29" fmla="*/ 2147483646 h 58"/>
              <a:gd name="T30" fmla="*/ 2147483646 w 41"/>
              <a:gd name="T31" fmla="*/ 2147483646 h 58"/>
              <a:gd name="T32" fmla="*/ 2147483646 w 41"/>
              <a:gd name="T33" fmla="*/ 2147483646 h 58"/>
              <a:gd name="T34" fmla="*/ 2147483646 w 41"/>
              <a:gd name="T35" fmla="*/ 2147483646 h 58"/>
              <a:gd name="T36" fmla="*/ 2147483646 w 41"/>
              <a:gd name="T37" fmla="*/ 2147483646 h 58"/>
              <a:gd name="T38" fmla="*/ 2147483646 w 41"/>
              <a:gd name="T39" fmla="*/ 2147483646 h 58"/>
              <a:gd name="T40" fmla="*/ 2147483646 w 41"/>
              <a:gd name="T41" fmla="*/ 2147483646 h 58"/>
              <a:gd name="T42" fmla="*/ 2147483646 w 41"/>
              <a:gd name="T43" fmla="*/ 0 h 58"/>
              <a:gd name="T44" fmla="*/ 2147483646 w 41"/>
              <a:gd name="T45" fmla="*/ 2147483646 h 58"/>
              <a:gd name="T46" fmla="*/ 2147483646 w 41"/>
              <a:gd name="T47" fmla="*/ 2147483646 h 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Freeform 83"/>
          <p:cNvSpPr>
            <a:spLocks/>
          </p:cNvSpPr>
          <p:nvPr userDrawn="1"/>
        </p:nvSpPr>
        <p:spPr bwMode="auto">
          <a:xfrm>
            <a:off x="8050348" y="2696890"/>
            <a:ext cx="188912" cy="188912"/>
          </a:xfrm>
          <a:custGeom>
            <a:avLst/>
            <a:gdLst>
              <a:gd name="T0" fmla="*/ 2147483646 w 55"/>
              <a:gd name="T1" fmla="*/ 2147483646 h 55"/>
              <a:gd name="T2" fmla="*/ 2147483646 w 55"/>
              <a:gd name="T3" fmla="*/ 2147483646 h 55"/>
              <a:gd name="T4" fmla="*/ 2147483646 w 55"/>
              <a:gd name="T5" fmla="*/ 2147483646 h 55"/>
              <a:gd name="T6" fmla="*/ 2147483646 w 55"/>
              <a:gd name="T7" fmla="*/ 2147483646 h 55"/>
              <a:gd name="T8" fmla="*/ 2147483646 w 55"/>
              <a:gd name="T9" fmla="*/ 2147483646 h 55"/>
              <a:gd name="T10" fmla="*/ 2147483646 w 55"/>
              <a:gd name="T11" fmla="*/ 2147483646 h 55"/>
              <a:gd name="T12" fmla="*/ 2147483646 w 55"/>
              <a:gd name="T13" fmla="*/ 2147483646 h 55"/>
              <a:gd name="T14" fmla="*/ 2147483646 w 55"/>
              <a:gd name="T15" fmla="*/ 2147483646 h 55"/>
              <a:gd name="T16" fmla="*/ 2147483646 w 55"/>
              <a:gd name="T17" fmla="*/ 2147483646 h 55"/>
              <a:gd name="T18" fmla="*/ 2147483646 w 55"/>
              <a:gd name="T19" fmla="*/ 2147483646 h 55"/>
              <a:gd name="T20" fmla="*/ 2147483646 w 55"/>
              <a:gd name="T21" fmla="*/ 2147483646 h 55"/>
              <a:gd name="T22" fmla="*/ 2147483646 w 55"/>
              <a:gd name="T23" fmla="*/ 2147483646 h 55"/>
              <a:gd name="T24" fmla="*/ 2147483646 w 55"/>
              <a:gd name="T25" fmla="*/ 2147483646 h 55"/>
              <a:gd name="T26" fmla="*/ 2147483646 w 55"/>
              <a:gd name="T27" fmla="*/ 2147483646 h 55"/>
              <a:gd name="T28" fmla="*/ 2147483646 w 55"/>
              <a:gd name="T29" fmla="*/ 2147483646 h 55"/>
              <a:gd name="T30" fmla="*/ 2147483646 w 55"/>
              <a:gd name="T31" fmla="*/ 2147483646 h 55"/>
              <a:gd name="T32" fmla="*/ 2147483646 w 55"/>
              <a:gd name="T33" fmla="*/ 2147483646 h 55"/>
              <a:gd name="T34" fmla="*/ 2147483646 w 55"/>
              <a:gd name="T35" fmla="*/ 2147483646 h 55"/>
              <a:gd name="T36" fmla="*/ 0 w 55"/>
              <a:gd name="T37" fmla="*/ 2147483646 h 55"/>
              <a:gd name="T38" fmla="*/ 0 w 55"/>
              <a:gd name="T39" fmla="*/ 2147483646 h 55"/>
              <a:gd name="T40" fmla="*/ 2147483646 w 55"/>
              <a:gd name="T41" fmla="*/ 0 h 55"/>
              <a:gd name="T42" fmla="*/ 2147483646 w 55"/>
              <a:gd name="T43" fmla="*/ 0 h 55"/>
              <a:gd name="T44" fmla="*/ 2147483646 w 55"/>
              <a:gd name="T45" fmla="*/ 2147483646 h 55"/>
              <a:gd name="T46" fmla="*/ 2147483646 w 55"/>
              <a:gd name="T47" fmla="*/ 2147483646 h 55"/>
              <a:gd name="T48" fmla="*/ 2147483646 w 55"/>
              <a:gd name="T49" fmla="*/ 2147483646 h 5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2786"/>
          <p:cNvSpPr/>
          <p:nvPr userDrawn="1"/>
        </p:nvSpPr>
        <p:spPr>
          <a:xfrm>
            <a:off x="1737995" y="2247498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3" name="Shape 2831"/>
          <p:cNvSpPr/>
          <p:nvPr userDrawn="1"/>
        </p:nvSpPr>
        <p:spPr>
          <a:xfrm>
            <a:off x="7639798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4" name="Shape 2832"/>
          <p:cNvSpPr/>
          <p:nvPr userDrawn="1"/>
        </p:nvSpPr>
        <p:spPr>
          <a:xfrm>
            <a:off x="8032696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5" name="Shape 2836"/>
          <p:cNvSpPr/>
          <p:nvPr userDrawn="1"/>
        </p:nvSpPr>
        <p:spPr>
          <a:xfrm>
            <a:off x="8018066" y="133825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6" name="Shape 2843"/>
          <p:cNvSpPr/>
          <p:nvPr userDrawn="1"/>
        </p:nvSpPr>
        <p:spPr>
          <a:xfrm>
            <a:off x="7618844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7" name="Shape 2844"/>
          <p:cNvSpPr/>
          <p:nvPr userDrawn="1"/>
        </p:nvSpPr>
        <p:spPr>
          <a:xfrm>
            <a:off x="8002280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8" name="Shape 2845"/>
          <p:cNvSpPr/>
          <p:nvPr userDrawn="1"/>
        </p:nvSpPr>
        <p:spPr>
          <a:xfrm>
            <a:off x="842138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9" name="Shape 2846"/>
          <p:cNvSpPr/>
          <p:nvPr userDrawn="1"/>
        </p:nvSpPr>
        <p:spPr>
          <a:xfrm>
            <a:off x="882143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0" name="Shape 2847"/>
          <p:cNvSpPr/>
          <p:nvPr userDrawn="1"/>
        </p:nvSpPr>
        <p:spPr>
          <a:xfrm>
            <a:off x="8445827" y="13215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1" name="Shape 2848"/>
          <p:cNvSpPr/>
          <p:nvPr userDrawn="1"/>
        </p:nvSpPr>
        <p:spPr>
          <a:xfrm>
            <a:off x="8822381" y="133504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2" name="Shape 2851"/>
          <p:cNvSpPr/>
          <p:nvPr userDrawn="1"/>
        </p:nvSpPr>
        <p:spPr>
          <a:xfrm>
            <a:off x="7614433" y="130860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3" name="Shape 2854"/>
          <p:cNvSpPr/>
          <p:nvPr userDrawn="1"/>
        </p:nvSpPr>
        <p:spPr>
          <a:xfrm>
            <a:off x="7619971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4" name="Shape 2855"/>
          <p:cNvSpPr/>
          <p:nvPr userDrawn="1"/>
        </p:nvSpPr>
        <p:spPr>
          <a:xfrm>
            <a:off x="7995782" y="2202321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5" name="Shape 2857"/>
          <p:cNvSpPr/>
          <p:nvPr userDrawn="1"/>
        </p:nvSpPr>
        <p:spPr>
          <a:xfrm>
            <a:off x="8406376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6" name="Shape 2858"/>
          <p:cNvSpPr/>
          <p:nvPr userDrawn="1"/>
        </p:nvSpPr>
        <p:spPr>
          <a:xfrm>
            <a:off x="8828154" y="222000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7" name="Shape 2887"/>
          <p:cNvSpPr/>
          <p:nvPr userDrawn="1"/>
        </p:nvSpPr>
        <p:spPr>
          <a:xfrm>
            <a:off x="8450413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8" name="Shape 2889"/>
          <p:cNvSpPr/>
          <p:nvPr userDrawn="1"/>
        </p:nvSpPr>
        <p:spPr>
          <a:xfrm>
            <a:off x="8810845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9" name="Shape 2707"/>
          <p:cNvSpPr>
            <a:spLocks noChangeArrowheads="1"/>
          </p:cNvSpPr>
          <p:nvPr userDrawn="1"/>
        </p:nvSpPr>
        <p:spPr bwMode="auto">
          <a:xfrm>
            <a:off x="7609084" y="419822"/>
            <a:ext cx="263527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Web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140" name="Shape 2788"/>
          <p:cNvSpPr>
            <a:spLocks noChangeArrowheads="1"/>
          </p:cNvSpPr>
          <p:nvPr userDrawn="1"/>
        </p:nvSpPr>
        <p:spPr bwMode="auto">
          <a:xfrm>
            <a:off x="4736217" y="3881635"/>
            <a:ext cx="694735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Miscellaneous</a:t>
            </a:r>
          </a:p>
        </p:txBody>
      </p:sp>
      <p:sp>
        <p:nvSpPr>
          <p:cNvPr id="141" name="Shape 2790"/>
          <p:cNvSpPr/>
          <p:nvPr userDrawn="1"/>
        </p:nvSpPr>
        <p:spPr>
          <a:xfrm>
            <a:off x="4806428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2" name="Shape 2792"/>
          <p:cNvSpPr/>
          <p:nvPr userDrawn="1"/>
        </p:nvSpPr>
        <p:spPr>
          <a:xfrm>
            <a:off x="5265317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3" name="Shape 2794"/>
          <p:cNvSpPr/>
          <p:nvPr userDrawn="1"/>
        </p:nvSpPr>
        <p:spPr>
          <a:xfrm>
            <a:off x="5724206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4" name="Shape 2796"/>
          <p:cNvSpPr/>
          <p:nvPr userDrawn="1"/>
        </p:nvSpPr>
        <p:spPr>
          <a:xfrm>
            <a:off x="6183095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5" name="Shape 2799"/>
          <p:cNvSpPr/>
          <p:nvPr userDrawn="1"/>
        </p:nvSpPr>
        <p:spPr>
          <a:xfrm>
            <a:off x="6641984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6" name="Shape 2934"/>
          <p:cNvSpPr/>
          <p:nvPr userDrawn="1"/>
        </p:nvSpPr>
        <p:spPr>
          <a:xfrm>
            <a:off x="7100873" y="441680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7" name="Shape 2935"/>
          <p:cNvSpPr/>
          <p:nvPr userDrawn="1"/>
        </p:nvSpPr>
        <p:spPr>
          <a:xfrm>
            <a:off x="750261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8" name="Shape 2936"/>
          <p:cNvSpPr/>
          <p:nvPr userDrawn="1"/>
        </p:nvSpPr>
        <p:spPr>
          <a:xfrm>
            <a:off x="7961501" y="4416808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9" name="Shape 2937"/>
          <p:cNvSpPr/>
          <p:nvPr userDrawn="1"/>
        </p:nvSpPr>
        <p:spPr>
          <a:xfrm>
            <a:off x="8306090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0" name="Shape 2944"/>
          <p:cNvSpPr/>
          <p:nvPr userDrawn="1"/>
        </p:nvSpPr>
        <p:spPr>
          <a:xfrm>
            <a:off x="876498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1" name="Shape 2955"/>
          <p:cNvSpPr/>
          <p:nvPr userDrawn="1"/>
        </p:nvSpPr>
        <p:spPr>
          <a:xfrm>
            <a:off x="4806428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2" name="Shape 2958"/>
          <p:cNvSpPr/>
          <p:nvPr userDrawn="1"/>
        </p:nvSpPr>
        <p:spPr>
          <a:xfrm>
            <a:off x="7082571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3" name="Shape 2960"/>
          <p:cNvSpPr/>
          <p:nvPr userDrawn="1"/>
        </p:nvSpPr>
        <p:spPr>
          <a:xfrm>
            <a:off x="7494766" y="4859166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4" name="Shape 2961"/>
          <p:cNvSpPr/>
          <p:nvPr userDrawn="1"/>
        </p:nvSpPr>
        <p:spPr>
          <a:xfrm>
            <a:off x="7954029" y="483059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5" name="Shape 2963"/>
          <p:cNvSpPr/>
          <p:nvPr userDrawn="1"/>
        </p:nvSpPr>
        <p:spPr>
          <a:xfrm>
            <a:off x="8342694" y="4878216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6" name="Shape 2965"/>
          <p:cNvSpPr/>
          <p:nvPr userDrawn="1"/>
        </p:nvSpPr>
        <p:spPr>
          <a:xfrm>
            <a:off x="5258967" y="4873454"/>
            <a:ext cx="209550" cy="123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7" name="Shape 2968"/>
          <p:cNvSpPr/>
          <p:nvPr userDrawn="1"/>
        </p:nvSpPr>
        <p:spPr>
          <a:xfrm>
            <a:off x="5711506" y="4849641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8" name="Shape 2970"/>
          <p:cNvSpPr/>
          <p:nvPr userDrawn="1"/>
        </p:nvSpPr>
        <p:spPr>
          <a:xfrm>
            <a:off x="6164045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9" name="Shape 2972"/>
          <p:cNvSpPr/>
          <p:nvPr userDrawn="1"/>
        </p:nvSpPr>
        <p:spPr>
          <a:xfrm>
            <a:off x="6636756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0" name="Shape 2974"/>
          <p:cNvSpPr/>
          <p:nvPr userDrawn="1"/>
        </p:nvSpPr>
        <p:spPr>
          <a:xfrm>
            <a:off x="480642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1" name="Shape 2975"/>
          <p:cNvSpPr/>
          <p:nvPr userDrawn="1"/>
        </p:nvSpPr>
        <p:spPr>
          <a:xfrm>
            <a:off x="526414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2" name="Shape 2984"/>
          <p:cNvSpPr/>
          <p:nvPr userDrawn="1"/>
        </p:nvSpPr>
        <p:spPr>
          <a:xfrm>
            <a:off x="8822132" y="4830591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3" name="Freeform 33"/>
          <p:cNvSpPr>
            <a:spLocks noChangeArrowheads="1"/>
          </p:cNvSpPr>
          <p:nvPr userDrawn="1"/>
        </p:nvSpPr>
        <p:spPr bwMode="auto">
          <a:xfrm>
            <a:off x="2560386" y="3172628"/>
            <a:ext cx="218423" cy="178710"/>
          </a:xfrm>
          <a:custGeom>
            <a:avLst/>
            <a:gdLst>
              <a:gd name="T0" fmla="*/ 604 w 649"/>
              <a:gd name="T1" fmla="*/ 30 h 531"/>
              <a:gd name="T2" fmla="*/ 604 w 649"/>
              <a:gd name="T3" fmla="*/ 30 h 531"/>
              <a:gd name="T4" fmla="*/ 501 w 649"/>
              <a:gd name="T5" fmla="*/ 30 h 531"/>
              <a:gd name="T6" fmla="*/ 207 w 649"/>
              <a:gd name="T7" fmla="*/ 324 h 531"/>
              <a:gd name="T8" fmla="*/ 148 w 649"/>
              <a:gd name="T9" fmla="*/ 251 h 531"/>
              <a:gd name="T10" fmla="*/ 30 w 649"/>
              <a:gd name="T11" fmla="*/ 251 h 531"/>
              <a:gd name="T12" fmla="*/ 30 w 649"/>
              <a:gd name="T13" fmla="*/ 369 h 531"/>
              <a:gd name="T14" fmla="*/ 162 w 649"/>
              <a:gd name="T15" fmla="*/ 486 h 531"/>
              <a:gd name="T16" fmla="*/ 266 w 649"/>
              <a:gd name="T17" fmla="*/ 486 h 531"/>
              <a:gd name="T18" fmla="*/ 604 w 649"/>
              <a:gd name="T19" fmla="*/ 148 h 531"/>
              <a:gd name="T20" fmla="*/ 604 w 649"/>
              <a:gd name="T21" fmla="*/ 30 h 531"/>
              <a:gd name="T22" fmla="*/ 575 w 649"/>
              <a:gd name="T23" fmla="*/ 118 h 531"/>
              <a:gd name="T24" fmla="*/ 575 w 649"/>
              <a:gd name="T25" fmla="*/ 118 h 531"/>
              <a:gd name="T26" fmla="*/ 236 w 649"/>
              <a:gd name="T27" fmla="*/ 457 h 531"/>
              <a:gd name="T28" fmla="*/ 192 w 649"/>
              <a:gd name="T29" fmla="*/ 457 h 531"/>
              <a:gd name="T30" fmla="*/ 59 w 649"/>
              <a:gd name="T31" fmla="*/ 324 h 531"/>
              <a:gd name="T32" fmla="*/ 59 w 649"/>
              <a:gd name="T33" fmla="*/ 280 h 531"/>
              <a:gd name="T34" fmla="*/ 118 w 649"/>
              <a:gd name="T35" fmla="*/ 280 h 531"/>
              <a:gd name="T36" fmla="*/ 207 w 649"/>
              <a:gd name="T37" fmla="*/ 369 h 531"/>
              <a:gd name="T38" fmla="*/ 530 w 649"/>
              <a:gd name="T39" fmla="*/ 59 h 531"/>
              <a:gd name="T40" fmla="*/ 575 w 649"/>
              <a:gd name="T41" fmla="*/ 59 h 531"/>
              <a:gd name="T42" fmla="*/ 575 w 649"/>
              <a:gd name="T43" fmla="*/ 118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49" h="531">
                <a:moveTo>
                  <a:pt x="604" y="30"/>
                </a:moveTo>
                <a:lnTo>
                  <a:pt x="604" y="30"/>
                </a:lnTo>
                <a:cubicBezTo>
                  <a:pt x="575" y="0"/>
                  <a:pt x="530" y="0"/>
                  <a:pt x="501" y="30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148" y="251"/>
                  <a:pt x="148" y="251"/>
                  <a:pt x="148" y="251"/>
                </a:cubicBezTo>
                <a:cubicBezTo>
                  <a:pt x="103" y="207"/>
                  <a:pt x="59" y="207"/>
                  <a:pt x="30" y="251"/>
                </a:cubicBezTo>
                <a:cubicBezTo>
                  <a:pt x="0" y="280"/>
                  <a:pt x="0" y="324"/>
                  <a:pt x="30" y="369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92" y="530"/>
                  <a:pt x="236" y="530"/>
                  <a:pt x="266" y="486"/>
                </a:cubicBezTo>
                <a:cubicBezTo>
                  <a:pt x="604" y="148"/>
                  <a:pt x="604" y="148"/>
                  <a:pt x="604" y="148"/>
                </a:cubicBezTo>
                <a:cubicBezTo>
                  <a:pt x="648" y="118"/>
                  <a:pt x="648" y="59"/>
                  <a:pt x="604" y="30"/>
                </a:cubicBezTo>
                <a:close/>
                <a:moveTo>
                  <a:pt x="575" y="118"/>
                </a:moveTo>
                <a:lnTo>
                  <a:pt x="575" y="118"/>
                </a:lnTo>
                <a:cubicBezTo>
                  <a:pt x="575" y="118"/>
                  <a:pt x="251" y="457"/>
                  <a:pt x="236" y="457"/>
                </a:cubicBezTo>
                <a:cubicBezTo>
                  <a:pt x="221" y="471"/>
                  <a:pt x="207" y="471"/>
                  <a:pt x="192" y="457"/>
                </a:cubicBezTo>
                <a:lnTo>
                  <a:pt x="59" y="324"/>
                </a:lnTo>
                <a:cubicBezTo>
                  <a:pt x="45" y="310"/>
                  <a:pt x="45" y="295"/>
                  <a:pt x="59" y="280"/>
                </a:cubicBezTo>
                <a:cubicBezTo>
                  <a:pt x="74" y="265"/>
                  <a:pt x="103" y="265"/>
                  <a:pt x="118" y="280"/>
                </a:cubicBezTo>
                <a:cubicBezTo>
                  <a:pt x="207" y="369"/>
                  <a:pt x="207" y="369"/>
                  <a:pt x="207" y="369"/>
                </a:cubicBezTo>
                <a:cubicBezTo>
                  <a:pt x="530" y="59"/>
                  <a:pt x="530" y="59"/>
                  <a:pt x="530" y="59"/>
                </a:cubicBezTo>
                <a:cubicBezTo>
                  <a:pt x="545" y="45"/>
                  <a:pt x="560" y="45"/>
                  <a:pt x="575" y="59"/>
                </a:cubicBezTo>
                <a:cubicBezTo>
                  <a:pt x="604" y="74"/>
                  <a:pt x="604" y="103"/>
                  <a:pt x="575" y="1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" name="Freeform 34"/>
          <p:cNvSpPr>
            <a:spLocks noChangeArrowheads="1"/>
          </p:cNvSpPr>
          <p:nvPr userDrawn="1"/>
        </p:nvSpPr>
        <p:spPr bwMode="auto">
          <a:xfrm>
            <a:off x="2150811" y="3174490"/>
            <a:ext cx="174987" cy="174986"/>
          </a:xfrm>
          <a:custGeom>
            <a:avLst/>
            <a:gdLst>
              <a:gd name="T0" fmla="*/ 368 w 516"/>
              <a:gd name="T1" fmla="*/ 265 h 516"/>
              <a:gd name="T2" fmla="*/ 368 w 516"/>
              <a:gd name="T3" fmla="*/ 265 h 516"/>
              <a:gd name="T4" fmla="*/ 486 w 516"/>
              <a:gd name="T5" fmla="*/ 147 h 516"/>
              <a:gd name="T6" fmla="*/ 486 w 516"/>
              <a:gd name="T7" fmla="*/ 44 h 516"/>
              <a:gd name="T8" fmla="*/ 368 w 516"/>
              <a:gd name="T9" fmla="*/ 44 h 516"/>
              <a:gd name="T10" fmla="*/ 265 w 516"/>
              <a:gd name="T11" fmla="*/ 147 h 516"/>
              <a:gd name="T12" fmla="*/ 147 w 516"/>
              <a:gd name="T13" fmla="*/ 44 h 516"/>
              <a:gd name="T14" fmla="*/ 44 w 516"/>
              <a:gd name="T15" fmla="*/ 44 h 516"/>
              <a:gd name="T16" fmla="*/ 44 w 516"/>
              <a:gd name="T17" fmla="*/ 147 h 516"/>
              <a:gd name="T18" fmla="*/ 147 w 516"/>
              <a:gd name="T19" fmla="*/ 265 h 516"/>
              <a:gd name="T20" fmla="*/ 44 w 516"/>
              <a:gd name="T21" fmla="*/ 368 h 516"/>
              <a:gd name="T22" fmla="*/ 44 w 516"/>
              <a:gd name="T23" fmla="*/ 486 h 516"/>
              <a:gd name="T24" fmla="*/ 147 w 516"/>
              <a:gd name="T25" fmla="*/ 486 h 516"/>
              <a:gd name="T26" fmla="*/ 265 w 516"/>
              <a:gd name="T27" fmla="*/ 368 h 516"/>
              <a:gd name="T28" fmla="*/ 368 w 516"/>
              <a:gd name="T29" fmla="*/ 486 h 516"/>
              <a:gd name="T30" fmla="*/ 486 w 516"/>
              <a:gd name="T31" fmla="*/ 486 h 516"/>
              <a:gd name="T32" fmla="*/ 486 w 516"/>
              <a:gd name="T33" fmla="*/ 368 h 516"/>
              <a:gd name="T34" fmla="*/ 368 w 516"/>
              <a:gd name="T35" fmla="*/ 265 h 516"/>
              <a:gd name="T36" fmla="*/ 456 w 516"/>
              <a:gd name="T37" fmla="*/ 456 h 516"/>
              <a:gd name="T38" fmla="*/ 456 w 516"/>
              <a:gd name="T39" fmla="*/ 456 h 516"/>
              <a:gd name="T40" fmla="*/ 398 w 516"/>
              <a:gd name="T41" fmla="*/ 456 h 516"/>
              <a:gd name="T42" fmla="*/ 265 w 516"/>
              <a:gd name="T43" fmla="*/ 309 h 516"/>
              <a:gd name="T44" fmla="*/ 118 w 516"/>
              <a:gd name="T45" fmla="*/ 456 h 516"/>
              <a:gd name="T46" fmla="*/ 59 w 516"/>
              <a:gd name="T47" fmla="*/ 456 h 516"/>
              <a:gd name="T48" fmla="*/ 59 w 516"/>
              <a:gd name="T49" fmla="*/ 398 h 516"/>
              <a:gd name="T50" fmla="*/ 206 w 516"/>
              <a:gd name="T51" fmla="*/ 265 h 516"/>
              <a:gd name="T52" fmla="*/ 59 w 516"/>
              <a:gd name="T53" fmla="*/ 118 h 516"/>
              <a:gd name="T54" fmla="*/ 59 w 516"/>
              <a:gd name="T55" fmla="*/ 59 h 516"/>
              <a:gd name="T56" fmla="*/ 118 w 516"/>
              <a:gd name="T57" fmla="*/ 59 h 516"/>
              <a:gd name="T58" fmla="*/ 265 w 516"/>
              <a:gd name="T59" fmla="*/ 206 h 516"/>
              <a:gd name="T60" fmla="*/ 398 w 516"/>
              <a:gd name="T61" fmla="*/ 59 h 516"/>
              <a:gd name="T62" fmla="*/ 456 w 516"/>
              <a:gd name="T63" fmla="*/ 59 h 516"/>
              <a:gd name="T64" fmla="*/ 456 w 516"/>
              <a:gd name="T65" fmla="*/ 118 h 516"/>
              <a:gd name="T66" fmla="*/ 309 w 516"/>
              <a:gd name="T67" fmla="*/ 265 h 516"/>
              <a:gd name="T68" fmla="*/ 456 w 516"/>
              <a:gd name="T69" fmla="*/ 398 h 516"/>
              <a:gd name="T70" fmla="*/ 456 w 516"/>
              <a:gd name="T71" fmla="*/ 456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6" h="516">
                <a:moveTo>
                  <a:pt x="368" y="265"/>
                </a:moveTo>
                <a:lnTo>
                  <a:pt x="368" y="265"/>
                </a:lnTo>
                <a:cubicBezTo>
                  <a:pt x="486" y="147"/>
                  <a:pt x="486" y="147"/>
                  <a:pt x="486" y="147"/>
                </a:cubicBezTo>
                <a:cubicBezTo>
                  <a:pt x="515" y="118"/>
                  <a:pt x="515" y="73"/>
                  <a:pt x="486" y="44"/>
                </a:cubicBezTo>
                <a:cubicBezTo>
                  <a:pt x="456" y="0"/>
                  <a:pt x="398" y="0"/>
                  <a:pt x="368" y="44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18" y="0"/>
                  <a:pt x="73" y="0"/>
                  <a:pt x="44" y="44"/>
                </a:cubicBezTo>
                <a:cubicBezTo>
                  <a:pt x="0" y="73"/>
                  <a:pt x="0" y="118"/>
                  <a:pt x="44" y="147"/>
                </a:cubicBezTo>
                <a:cubicBezTo>
                  <a:pt x="147" y="265"/>
                  <a:pt x="147" y="265"/>
                  <a:pt x="147" y="265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0" y="398"/>
                  <a:pt x="0" y="456"/>
                  <a:pt x="44" y="486"/>
                </a:cubicBezTo>
                <a:cubicBezTo>
                  <a:pt x="73" y="515"/>
                  <a:pt x="118" y="515"/>
                  <a:pt x="147" y="486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368" y="486"/>
                  <a:pt x="368" y="486"/>
                  <a:pt x="368" y="486"/>
                </a:cubicBezTo>
                <a:cubicBezTo>
                  <a:pt x="398" y="515"/>
                  <a:pt x="456" y="515"/>
                  <a:pt x="486" y="486"/>
                </a:cubicBezTo>
                <a:cubicBezTo>
                  <a:pt x="515" y="456"/>
                  <a:pt x="515" y="398"/>
                  <a:pt x="486" y="368"/>
                </a:cubicBezTo>
                <a:lnTo>
                  <a:pt x="368" y="265"/>
                </a:lnTo>
                <a:close/>
                <a:moveTo>
                  <a:pt x="456" y="456"/>
                </a:moveTo>
                <a:lnTo>
                  <a:pt x="456" y="456"/>
                </a:lnTo>
                <a:cubicBezTo>
                  <a:pt x="441" y="471"/>
                  <a:pt x="412" y="471"/>
                  <a:pt x="398" y="456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118" y="456"/>
                  <a:pt x="118" y="456"/>
                  <a:pt x="118" y="456"/>
                </a:cubicBezTo>
                <a:cubicBezTo>
                  <a:pt x="103" y="471"/>
                  <a:pt x="73" y="471"/>
                  <a:pt x="59" y="456"/>
                </a:cubicBezTo>
                <a:cubicBezTo>
                  <a:pt x="44" y="441"/>
                  <a:pt x="44" y="412"/>
                  <a:pt x="59" y="398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44" y="103"/>
                  <a:pt x="44" y="73"/>
                  <a:pt x="59" y="59"/>
                </a:cubicBezTo>
                <a:cubicBezTo>
                  <a:pt x="73" y="44"/>
                  <a:pt x="103" y="44"/>
                  <a:pt x="118" y="59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398" y="59"/>
                  <a:pt x="398" y="59"/>
                  <a:pt x="398" y="59"/>
                </a:cubicBezTo>
                <a:cubicBezTo>
                  <a:pt x="412" y="44"/>
                  <a:pt x="441" y="44"/>
                  <a:pt x="456" y="59"/>
                </a:cubicBezTo>
                <a:cubicBezTo>
                  <a:pt x="471" y="73"/>
                  <a:pt x="471" y="103"/>
                  <a:pt x="456" y="118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71" y="412"/>
                  <a:pt x="471" y="441"/>
                  <a:pt x="456" y="4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5" name="Freeform 35"/>
          <p:cNvSpPr>
            <a:spLocks noChangeArrowheads="1"/>
          </p:cNvSpPr>
          <p:nvPr userDrawn="1"/>
        </p:nvSpPr>
        <p:spPr bwMode="auto">
          <a:xfrm>
            <a:off x="1741236" y="3236542"/>
            <a:ext cx="208495" cy="50882"/>
          </a:xfrm>
          <a:custGeom>
            <a:avLst/>
            <a:gdLst>
              <a:gd name="T0" fmla="*/ 545 w 619"/>
              <a:gd name="T1" fmla="*/ 0 h 148"/>
              <a:gd name="T2" fmla="*/ 545 w 619"/>
              <a:gd name="T3" fmla="*/ 0 h 148"/>
              <a:gd name="T4" fmla="*/ 73 w 619"/>
              <a:gd name="T5" fmla="*/ 0 h 148"/>
              <a:gd name="T6" fmla="*/ 0 w 619"/>
              <a:gd name="T7" fmla="*/ 73 h 148"/>
              <a:gd name="T8" fmla="*/ 73 w 619"/>
              <a:gd name="T9" fmla="*/ 147 h 148"/>
              <a:gd name="T10" fmla="*/ 545 w 619"/>
              <a:gd name="T11" fmla="*/ 147 h 148"/>
              <a:gd name="T12" fmla="*/ 618 w 619"/>
              <a:gd name="T13" fmla="*/ 73 h 148"/>
              <a:gd name="T14" fmla="*/ 545 w 619"/>
              <a:gd name="T15" fmla="*/ 0 h 148"/>
              <a:gd name="T16" fmla="*/ 545 w 619"/>
              <a:gd name="T17" fmla="*/ 117 h 148"/>
              <a:gd name="T18" fmla="*/ 545 w 619"/>
              <a:gd name="T19" fmla="*/ 117 h 148"/>
              <a:gd name="T20" fmla="*/ 73 w 619"/>
              <a:gd name="T21" fmla="*/ 117 h 148"/>
              <a:gd name="T22" fmla="*/ 29 w 619"/>
              <a:gd name="T23" fmla="*/ 73 h 148"/>
              <a:gd name="T24" fmla="*/ 73 w 619"/>
              <a:gd name="T25" fmla="*/ 29 h 148"/>
              <a:gd name="T26" fmla="*/ 545 w 619"/>
              <a:gd name="T27" fmla="*/ 29 h 148"/>
              <a:gd name="T28" fmla="*/ 589 w 619"/>
              <a:gd name="T29" fmla="*/ 73 h 148"/>
              <a:gd name="T30" fmla="*/ 545 w 619"/>
              <a:gd name="T31" fmla="*/ 11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19" h="148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17"/>
                  <a:pt x="29" y="147"/>
                  <a:pt x="73" y="147"/>
                </a:cubicBezTo>
                <a:cubicBezTo>
                  <a:pt x="545" y="147"/>
                  <a:pt x="545" y="147"/>
                  <a:pt x="545" y="147"/>
                </a:cubicBezTo>
                <a:cubicBezTo>
                  <a:pt x="589" y="147"/>
                  <a:pt x="618" y="117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45" y="117"/>
                </a:moveTo>
                <a:lnTo>
                  <a:pt x="545" y="117"/>
                </a:lnTo>
                <a:cubicBezTo>
                  <a:pt x="73" y="117"/>
                  <a:pt x="73" y="117"/>
                  <a:pt x="73" y="117"/>
                </a:cubicBezTo>
                <a:cubicBezTo>
                  <a:pt x="59" y="117"/>
                  <a:pt x="29" y="88"/>
                  <a:pt x="29" y="73"/>
                </a:cubicBezTo>
                <a:cubicBezTo>
                  <a:pt x="29" y="58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8"/>
                  <a:pt x="589" y="73"/>
                </a:cubicBezTo>
                <a:cubicBezTo>
                  <a:pt x="589" y="88"/>
                  <a:pt x="559" y="117"/>
                  <a:pt x="545" y="1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6" name="Freeform 36"/>
          <p:cNvSpPr>
            <a:spLocks noChangeArrowheads="1"/>
          </p:cNvSpPr>
          <p:nvPr userDrawn="1"/>
        </p:nvSpPr>
        <p:spPr bwMode="auto">
          <a:xfrm>
            <a:off x="1325457" y="3157115"/>
            <a:ext cx="214699" cy="209736"/>
          </a:xfrm>
          <a:custGeom>
            <a:avLst/>
            <a:gdLst>
              <a:gd name="T0" fmla="*/ 560 w 634"/>
              <a:gd name="T1" fmla="*/ 236 h 619"/>
              <a:gd name="T2" fmla="*/ 560 w 634"/>
              <a:gd name="T3" fmla="*/ 236 h 619"/>
              <a:gd name="T4" fmla="*/ 398 w 634"/>
              <a:gd name="T5" fmla="*/ 236 h 619"/>
              <a:gd name="T6" fmla="*/ 398 w 634"/>
              <a:gd name="T7" fmla="*/ 74 h 619"/>
              <a:gd name="T8" fmla="*/ 324 w 634"/>
              <a:gd name="T9" fmla="*/ 0 h 619"/>
              <a:gd name="T10" fmla="*/ 236 w 634"/>
              <a:gd name="T11" fmla="*/ 74 h 619"/>
              <a:gd name="T12" fmla="*/ 236 w 634"/>
              <a:gd name="T13" fmla="*/ 236 h 619"/>
              <a:gd name="T14" fmla="*/ 89 w 634"/>
              <a:gd name="T15" fmla="*/ 236 h 619"/>
              <a:gd name="T16" fmla="*/ 0 w 634"/>
              <a:gd name="T17" fmla="*/ 309 h 619"/>
              <a:gd name="T18" fmla="*/ 89 w 634"/>
              <a:gd name="T19" fmla="*/ 383 h 619"/>
              <a:gd name="T20" fmla="*/ 236 w 634"/>
              <a:gd name="T21" fmla="*/ 383 h 619"/>
              <a:gd name="T22" fmla="*/ 236 w 634"/>
              <a:gd name="T23" fmla="*/ 545 h 619"/>
              <a:gd name="T24" fmla="*/ 324 w 634"/>
              <a:gd name="T25" fmla="*/ 618 h 619"/>
              <a:gd name="T26" fmla="*/ 398 w 634"/>
              <a:gd name="T27" fmla="*/ 545 h 619"/>
              <a:gd name="T28" fmla="*/ 398 w 634"/>
              <a:gd name="T29" fmla="*/ 383 h 619"/>
              <a:gd name="T30" fmla="*/ 560 w 634"/>
              <a:gd name="T31" fmla="*/ 383 h 619"/>
              <a:gd name="T32" fmla="*/ 633 w 634"/>
              <a:gd name="T33" fmla="*/ 309 h 619"/>
              <a:gd name="T34" fmla="*/ 560 w 634"/>
              <a:gd name="T35" fmla="*/ 236 h 619"/>
              <a:gd name="T36" fmla="*/ 560 w 634"/>
              <a:gd name="T37" fmla="*/ 353 h 619"/>
              <a:gd name="T38" fmla="*/ 560 w 634"/>
              <a:gd name="T39" fmla="*/ 353 h 619"/>
              <a:gd name="T40" fmla="*/ 354 w 634"/>
              <a:gd name="T41" fmla="*/ 353 h 619"/>
              <a:gd name="T42" fmla="*/ 354 w 634"/>
              <a:gd name="T43" fmla="*/ 545 h 619"/>
              <a:gd name="T44" fmla="*/ 324 w 634"/>
              <a:gd name="T45" fmla="*/ 589 h 619"/>
              <a:gd name="T46" fmla="*/ 280 w 634"/>
              <a:gd name="T47" fmla="*/ 545 h 619"/>
              <a:gd name="T48" fmla="*/ 280 w 634"/>
              <a:gd name="T49" fmla="*/ 353 h 619"/>
              <a:gd name="T50" fmla="*/ 89 w 634"/>
              <a:gd name="T51" fmla="*/ 353 h 619"/>
              <a:gd name="T52" fmla="*/ 45 w 634"/>
              <a:gd name="T53" fmla="*/ 309 h 619"/>
              <a:gd name="T54" fmla="*/ 89 w 634"/>
              <a:gd name="T55" fmla="*/ 265 h 619"/>
              <a:gd name="T56" fmla="*/ 280 w 634"/>
              <a:gd name="T57" fmla="*/ 265 h 619"/>
              <a:gd name="T58" fmla="*/ 280 w 634"/>
              <a:gd name="T59" fmla="*/ 74 h 619"/>
              <a:gd name="T60" fmla="*/ 324 w 634"/>
              <a:gd name="T61" fmla="*/ 29 h 619"/>
              <a:gd name="T62" fmla="*/ 354 w 634"/>
              <a:gd name="T63" fmla="*/ 74 h 619"/>
              <a:gd name="T64" fmla="*/ 354 w 634"/>
              <a:gd name="T65" fmla="*/ 265 h 619"/>
              <a:gd name="T66" fmla="*/ 560 w 634"/>
              <a:gd name="T67" fmla="*/ 265 h 619"/>
              <a:gd name="T68" fmla="*/ 589 w 634"/>
              <a:gd name="T69" fmla="*/ 309 h 619"/>
              <a:gd name="T70" fmla="*/ 560 w 634"/>
              <a:gd name="T71" fmla="*/ 353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634" h="619">
                <a:moveTo>
                  <a:pt x="560" y="236"/>
                </a:moveTo>
                <a:lnTo>
                  <a:pt x="560" y="236"/>
                </a:lnTo>
                <a:cubicBezTo>
                  <a:pt x="398" y="236"/>
                  <a:pt x="398" y="236"/>
                  <a:pt x="398" y="23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29"/>
                  <a:pt x="369" y="0"/>
                  <a:pt x="324" y="0"/>
                </a:cubicBezTo>
                <a:cubicBezTo>
                  <a:pt x="280" y="0"/>
                  <a:pt x="236" y="29"/>
                  <a:pt x="236" y="74"/>
                </a:cubicBezTo>
                <a:cubicBezTo>
                  <a:pt x="236" y="236"/>
                  <a:pt x="236" y="236"/>
                  <a:pt x="236" y="236"/>
                </a:cubicBezTo>
                <a:cubicBezTo>
                  <a:pt x="89" y="236"/>
                  <a:pt x="89" y="236"/>
                  <a:pt x="89" y="236"/>
                </a:cubicBezTo>
                <a:cubicBezTo>
                  <a:pt x="45" y="236"/>
                  <a:pt x="0" y="265"/>
                  <a:pt x="0" y="309"/>
                </a:cubicBezTo>
                <a:cubicBezTo>
                  <a:pt x="0" y="353"/>
                  <a:pt x="45" y="383"/>
                  <a:pt x="89" y="383"/>
                </a:cubicBezTo>
                <a:cubicBezTo>
                  <a:pt x="236" y="383"/>
                  <a:pt x="236" y="383"/>
                  <a:pt x="236" y="383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89"/>
                  <a:pt x="280" y="618"/>
                  <a:pt x="324" y="618"/>
                </a:cubicBezTo>
                <a:cubicBezTo>
                  <a:pt x="369" y="618"/>
                  <a:pt x="398" y="589"/>
                  <a:pt x="398" y="545"/>
                </a:cubicBezTo>
                <a:cubicBezTo>
                  <a:pt x="398" y="383"/>
                  <a:pt x="398" y="383"/>
                  <a:pt x="398" y="383"/>
                </a:cubicBezTo>
                <a:cubicBezTo>
                  <a:pt x="560" y="383"/>
                  <a:pt x="560" y="383"/>
                  <a:pt x="560" y="383"/>
                </a:cubicBezTo>
                <a:cubicBezTo>
                  <a:pt x="604" y="383"/>
                  <a:pt x="633" y="353"/>
                  <a:pt x="633" y="309"/>
                </a:cubicBezTo>
                <a:cubicBezTo>
                  <a:pt x="633" y="265"/>
                  <a:pt x="604" y="236"/>
                  <a:pt x="560" y="236"/>
                </a:cubicBezTo>
                <a:close/>
                <a:moveTo>
                  <a:pt x="560" y="353"/>
                </a:moveTo>
                <a:lnTo>
                  <a:pt x="560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545"/>
                  <a:pt x="354" y="545"/>
                  <a:pt x="354" y="545"/>
                </a:cubicBezTo>
                <a:cubicBezTo>
                  <a:pt x="354" y="559"/>
                  <a:pt x="339" y="589"/>
                  <a:pt x="324" y="589"/>
                </a:cubicBezTo>
                <a:cubicBezTo>
                  <a:pt x="295" y="589"/>
                  <a:pt x="280" y="559"/>
                  <a:pt x="280" y="545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59" y="353"/>
                  <a:pt x="45" y="324"/>
                  <a:pt x="45" y="309"/>
                </a:cubicBezTo>
                <a:cubicBezTo>
                  <a:pt x="45" y="294"/>
                  <a:pt x="59" y="265"/>
                  <a:pt x="89" y="265"/>
                </a:cubicBezTo>
                <a:cubicBezTo>
                  <a:pt x="280" y="265"/>
                  <a:pt x="280" y="265"/>
                  <a:pt x="280" y="265"/>
                </a:cubicBezTo>
                <a:cubicBezTo>
                  <a:pt x="280" y="74"/>
                  <a:pt x="280" y="74"/>
                  <a:pt x="280" y="74"/>
                </a:cubicBezTo>
                <a:cubicBezTo>
                  <a:pt x="280" y="59"/>
                  <a:pt x="295" y="29"/>
                  <a:pt x="324" y="29"/>
                </a:cubicBezTo>
                <a:cubicBezTo>
                  <a:pt x="339" y="29"/>
                  <a:pt x="354" y="59"/>
                  <a:pt x="354" y="74"/>
                </a:cubicBezTo>
                <a:cubicBezTo>
                  <a:pt x="354" y="265"/>
                  <a:pt x="354" y="265"/>
                  <a:pt x="354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5" y="265"/>
                  <a:pt x="589" y="294"/>
                  <a:pt x="589" y="309"/>
                </a:cubicBezTo>
                <a:cubicBezTo>
                  <a:pt x="589" y="324"/>
                  <a:pt x="575" y="353"/>
                  <a:pt x="560" y="35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7" name="Freeform 37"/>
          <p:cNvSpPr>
            <a:spLocks noChangeArrowheads="1"/>
          </p:cNvSpPr>
          <p:nvPr userDrawn="1"/>
        </p:nvSpPr>
        <p:spPr bwMode="auto">
          <a:xfrm>
            <a:off x="909677" y="3167664"/>
            <a:ext cx="214700" cy="188638"/>
          </a:xfrm>
          <a:custGeom>
            <a:avLst/>
            <a:gdLst>
              <a:gd name="T0" fmla="*/ 73 w 634"/>
              <a:gd name="T1" fmla="*/ 162 h 561"/>
              <a:gd name="T2" fmla="*/ 73 w 634"/>
              <a:gd name="T3" fmla="*/ 162 h 561"/>
              <a:gd name="T4" fmla="*/ 544 w 634"/>
              <a:gd name="T5" fmla="*/ 162 h 561"/>
              <a:gd name="T6" fmla="*/ 633 w 634"/>
              <a:gd name="T7" fmla="*/ 89 h 561"/>
              <a:gd name="T8" fmla="*/ 544 w 634"/>
              <a:gd name="T9" fmla="*/ 0 h 561"/>
              <a:gd name="T10" fmla="*/ 73 w 634"/>
              <a:gd name="T11" fmla="*/ 0 h 561"/>
              <a:gd name="T12" fmla="*/ 0 w 634"/>
              <a:gd name="T13" fmla="*/ 89 h 561"/>
              <a:gd name="T14" fmla="*/ 73 w 634"/>
              <a:gd name="T15" fmla="*/ 162 h 561"/>
              <a:gd name="T16" fmla="*/ 73 w 634"/>
              <a:gd name="T17" fmla="*/ 45 h 561"/>
              <a:gd name="T18" fmla="*/ 73 w 634"/>
              <a:gd name="T19" fmla="*/ 45 h 561"/>
              <a:gd name="T20" fmla="*/ 544 w 634"/>
              <a:gd name="T21" fmla="*/ 45 h 561"/>
              <a:gd name="T22" fmla="*/ 588 w 634"/>
              <a:gd name="T23" fmla="*/ 89 h 561"/>
              <a:gd name="T24" fmla="*/ 544 w 634"/>
              <a:gd name="T25" fmla="*/ 118 h 561"/>
              <a:gd name="T26" fmla="*/ 73 w 634"/>
              <a:gd name="T27" fmla="*/ 118 h 561"/>
              <a:gd name="T28" fmla="*/ 44 w 634"/>
              <a:gd name="T29" fmla="*/ 89 h 561"/>
              <a:gd name="T30" fmla="*/ 73 w 634"/>
              <a:gd name="T31" fmla="*/ 45 h 561"/>
              <a:gd name="T32" fmla="*/ 544 w 634"/>
              <a:gd name="T33" fmla="*/ 207 h 561"/>
              <a:gd name="T34" fmla="*/ 544 w 634"/>
              <a:gd name="T35" fmla="*/ 207 h 561"/>
              <a:gd name="T36" fmla="*/ 73 w 634"/>
              <a:gd name="T37" fmla="*/ 207 h 561"/>
              <a:gd name="T38" fmla="*/ 0 w 634"/>
              <a:gd name="T39" fmla="*/ 280 h 561"/>
              <a:gd name="T40" fmla="*/ 73 w 634"/>
              <a:gd name="T41" fmla="*/ 354 h 561"/>
              <a:gd name="T42" fmla="*/ 544 w 634"/>
              <a:gd name="T43" fmla="*/ 354 h 561"/>
              <a:gd name="T44" fmla="*/ 633 w 634"/>
              <a:gd name="T45" fmla="*/ 280 h 561"/>
              <a:gd name="T46" fmla="*/ 544 w 634"/>
              <a:gd name="T47" fmla="*/ 207 h 561"/>
              <a:gd name="T48" fmla="*/ 544 w 634"/>
              <a:gd name="T49" fmla="*/ 324 h 561"/>
              <a:gd name="T50" fmla="*/ 544 w 634"/>
              <a:gd name="T51" fmla="*/ 324 h 561"/>
              <a:gd name="T52" fmla="*/ 73 w 634"/>
              <a:gd name="T53" fmla="*/ 324 h 561"/>
              <a:gd name="T54" fmla="*/ 44 w 634"/>
              <a:gd name="T55" fmla="*/ 280 h 561"/>
              <a:gd name="T56" fmla="*/ 73 w 634"/>
              <a:gd name="T57" fmla="*/ 236 h 561"/>
              <a:gd name="T58" fmla="*/ 544 w 634"/>
              <a:gd name="T59" fmla="*/ 236 h 561"/>
              <a:gd name="T60" fmla="*/ 588 w 634"/>
              <a:gd name="T61" fmla="*/ 280 h 561"/>
              <a:gd name="T62" fmla="*/ 544 w 634"/>
              <a:gd name="T63" fmla="*/ 324 h 561"/>
              <a:gd name="T64" fmla="*/ 544 w 634"/>
              <a:gd name="T65" fmla="*/ 398 h 561"/>
              <a:gd name="T66" fmla="*/ 544 w 634"/>
              <a:gd name="T67" fmla="*/ 398 h 561"/>
              <a:gd name="T68" fmla="*/ 73 w 634"/>
              <a:gd name="T69" fmla="*/ 398 h 561"/>
              <a:gd name="T70" fmla="*/ 0 w 634"/>
              <a:gd name="T71" fmla="*/ 471 h 561"/>
              <a:gd name="T72" fmla="*/ 73 w 634"/>
              <a:gd name="T73" fmla="*/ 560 h 561"/>
              <a:gd name="T74" fmla="*/ 544 w 634"/>
              <a:gd name="T75" fmla="*/ 560 h 561"/>
              <a:gd name="T76" fmla="*/ 633 w 634"/>
              <a:gd name="T77" fmla="*/ 471 h 561"/>
              <a:gd name="T78" fmla="*/ 544 w 634"/>
              <a:gd name="T79" fmla="*/ 398 h 561"/>
              <a:gd name="T80" fmla="*/ 544 w 634"/>
              <a:gd name="T81" fmla="*/ 516 h 561"/>
              <a:gd name="T82" fmla="*/ 544 w 634"/>
              <a:gd name="T83" fmla="*/ 516 h 561"/>
              <a:gd name="T84" fmla="*/ 73 w 634"/>
              <a:gd name="T85" fmla="*/ 516 h 561"/>
              <a:gd name="T86" fmla="*/ 44 w 634"/>
              <a:gd name="T87" fmla="*/ 471 h 561"/>
              <a:gd name="T88" fmla="*/ 73 w 634"/>
              <a:gd name="T89" fmla="*/ 442 h 561"/>
              <a:gd name="T90" fmla="*/ 544 w 634"/>
              <a:gd name="T91" fmla="*/ 442 h 561"/>
              <a:gd name="T92" fmla="*/ 588 w 634"/>
              <a:gd name="T93" fmla="*/ 471 h 561"/>
              <a:gd name="T94" fmla="*/ 544 w 634"/>
              <a:gd name="T95" fmla="*/ 516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34" h="561">
                <a:moveTo>
                  <a:pt x="73" y="162"/>
                </a:moveTo>
                <a:lnTo>
                  <a:pt x="73" y="162"/>
                </a:lnTo>
                <a:cubicBezTo>
                  <a:pt x="544" y="162"/>
                  <a:pt x="544" y="162"/>
                  <a:pt x="544" y="162"/>
                </a:cubicBezTo>
                <a:cubicBezTo>
                  <a:pt x="588" y="162"/>
                  <a:pt x="633" y="133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133"/>
                  <a:pt x="29" y="162"/>
                  <a:pt x="73" y="162"/>
                </a:cubicBezTo>
                <a:close/>
                <a:moveTo>
                  <a:pt x="73" y="45"/>
                </a:moveTo>
                <a:lnTo>
                  <a:pt x="73" y="45"/>
                </a:ln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cubicBezTo>
                  <a:pt x="588" y="103"/>
                  <a:pt x="574" y="118"/>
                  <a:pt x="54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58" y="118"/>
                  <a:pt x="44" y="103"/>
                  <a:pt x="44" y="89"/>
                </a:cubicBezTo>
                <a:cubicBezTo>
                  <a:pt x="44" y="59"/>
                  <a:pt x="58" y="45"/>
                  <a:pt x="73" y="45"/>
                </a:cubicBezTo>
                <a:close/>
                <a:moveTo>
                  <a:pt x="544" y="207"/>
                </a:moveTo>
                <a:lnTo>
                  <a:pt x="544" y="207"/>
                </a:lnTo>
                <a:cubicBezTo>
                  <a:pt x="73" y="207"/>
                  <a:pt x="73" y="207"/>
                  <a:pt x="73" y="207"/>
                </a:cubicBezTo>
                <a:cubicBezTo>
                  <a:pt x="29" y="207"/>
                  <a:pt x="0" y="236"/>
                  <a:pt x="0" y="280"/>
                </a:cubicBezTo>
                <a:cubicBezTo>
                  <a:pt x="0" y="324"/>
                  <a:pt x="29" y="354"/>
                  <a:pt x="73" y="354"/>
                </a:cubicBezTo>
                <a:cubicBezTo>
                  <a:pt x="544" y="354"/>
                  <a:pt x="544" y="354"/>
                  <a:pt x="544" y="354"/>
                </a:cubicBezTo>
                <a:cubicBezTo>
                  <a:pt x="588" y="354"/>
                  <a:pt x="633" y="324"/>
                  <a:pt x="633" y="280"/>
                </a:cubicBezTo>
                <a:cubicBezTo>
                  <a:pt x="633" y="236"/>
                  <a:pt x="588" y="207"/>
                  <a:pt x="544" y="207"/>
                </a:cubicBezTo>
                <a:close/>
                <a:moveTo>
                  <a:pt x="544" y="324"/>
                </a:moveTo>
                <a:lnTo>
                  <a:pt x="544" y="324"/>
                </a:lnTo>
                <a:cubicBezTo>
                  <a:pt x="73" y="324"/>
                  <a:pt x="73" y="324"/>
                  <a:pt x="73" y="324"/>
                </a:cubicBezTo>
                <a:cubicBezTo>
                  <a:pt x="58" y="324"/>
                  <a:pt x="44" y="295"/>
                  <a:pt x="44" y="280"/>
                </a:cubicBezTo>
                <a:cubicBezTo>
                  <a:pt x="44" y="265"/>
                  <a:pt x="58" y="236"/>
                  <a:pt x="73" y="236"/>
                </a:cubicBezTo>
                <a:cubicBezTo>
                  <a:pt x="544" y="236"/>
                  <a:pt x="544" y="236"/>
                  <a:pt x="544" y="236"/>
                </a:cubicBezTo>
                <a:cubicBezTo>
                  <a:pt x="574" y="236"/>
                  <a:pt x="588" y="265"/>
                  <a:pt x="588" y="280"/>
                </a:cubicBezTo>
                <a:cubicBezTo>
                  <a:pt x="588" y="295"/>
                  <a:pt x="574" y="324"/>
                  <a:pt x="544" y="324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29" y="398"/>
                  <a:pt x="0" y="428"/>
                  <a:pt x="0" y="471"/>
                </a:cubicBezTo>
                <a:cubicBezTo>
                  <a:pt x="0" y="516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6"/>
                  <a:pt x="633" y="471"/>
                </a:cubicBezTo>
                <a:cubicBezTo>
                  <a:pt x="633" y="428"/>
                  <a:pt x="588" y="398"/>
                  <a:pt x="544" y="398"/>
                </a:cubicBezTo>
                <a:close/>
                <a:moveTo>
                  <a:pt x="544" y="516"/>
                </a:moveTo>
                <a:lnTo>
                  <a:pt x="544" y="516"/>
                </a:ln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501"/>
                  <a:pt x="44" y="471"/>
                </a:cubicBezTo>
                <a:cubicBezTo>
                  <a:pt x="44" y="457"/>
                  <a:pt x="58" y="442"/>
                  <a:pt x="73" y="442"/>
                </a:cubicBezTo>
                <a:cubicBezTo>
                  <a:pt x="544" y="442"/>
                  <a:pt x="544" y="442"/>
                  <a:pt x="544" y="442"/>
                </a:cubicBezTo>
                <a:cubicBezTo>
                  <a:pt x="574" y="442"/>
                  <a:pt x="588" y="457"/>
                  <a:pt x="588" y="471"/>
                </a:cubicBezTo>
                <a:cubicBezTo>
                  <a:pt x="588" y="501"/>
                  <a:pt x="574" y="516"/>
                  <a:pt x="544" y="5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8" name="Shape 2782"/>
          <p:cNvSpPr/>
          <p:nvPr userDrawn="1"/>
        </p:nvSpPr>
        <p:spPr>
          <a:xfrm>
            <a:off x="2980472" y="2252261"/>
            <a:ext cx="209550" cy="180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3" h="20545" extrusionOk="0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2323" y="10431"/>
                </a:ln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169" name="Group 177"/>
          <p:cNvGrpSpPr/>
          <p:nvPr userDrawn="1"/>
        </p:nvGrpSpPr>
        <p:grpSpPr>
          <a:xfrm>
            <a:off x="3767643" y="3155683"/>
            <a:ext cx="212600" cy="212600"/>
            <a:chOff x="8783638" y="3568701"/>
            <a:chExt cx="360363" cy="360363"/>
          </a:xfrm>
          <a:solidFill>
            <a:schemeClr val="tx1"/>
          </a:solidFill>
        </p:grpSpPr>
        <p:sp>
          <p:nvSpPr>
            <p:cNvPr id="170" name="Freeform 99"/>
            <p:cNvSpPr>
              <a:spLocks noEditPoints="1"/>
            </p:cNvSpPr>
            <p:nvPr/>
          </p:nvSpPr>
          <p:spPr bwMode="auto">
            <a:xfrm>
              <a:off x="8783638" y="3568701"/>
              <a:ext cx="360363" cy="360363"/>
            </a:xfrm>
            <a:custGeom>
              <a:avLst/>
              <a:gdLst/>
              <a:ahLst/>
              <a:cxnLst>
                <a:cxn ang="0">
                  <a:pos x="80" y="38"/>
                </a:cxn>
                <a:cxn ang="0">
                  <a:pos x="62" y="0"/>
                </a:cxn>
                <a:cxn ang="0">
                  <a:pos x="35" y="39"/>
                </a:cxn>
                <a:cxn ang="0">
                  <a:pos x="31" y="41"/>
                </a:cxn>
                <a:cxn ang="0">
                  <a:pos x="12" y="38"/>
                </a:cxn>
                <a:cxn ang="0">
                  <a:pos x="0" y="111"/>
                </a:cxn>
                <a:cxn ang="0">
                  <a:pos x="23" y="123"/>
                </a:cxn>
                <a:cxn ang="0">
                  <a:pos x="34" y="116"/>
                </a:cxn>
                <a:cxn ang="0">
                  <a:pos x="35" y="116"/>
                </a:cxn>
                <a:cxn ang="0">
                  <a:pos x="73" y="123"/>
                </a:cxn>
                <a:cxn ang="0">
                  <a:pos x="108" y="115"/>
                </a:cxn>
                <a:cxn ang="0">
                  <a:pos x="110" y="104"/>
                </a:cxn>
                <a:cxn ang="0">
                  <a:pos x="116" y="84"/>
                </a:cxn>
                <a:cxn ang="0">
                  <a:pos x="120" y="64"/>
                </a:cxn>
                <a:cxn ang="0">
                  <a:pos x="123" y="55"/>
                </a:cxn>
                <a:cxn ang="0">
                  <a:pos x="112" y="40"/>
                </a:cxn>
                <a:cxn ang="0">
                  <a:pos x="23" y="115"/>
                </a:cxn>
                <a:cxn ang="0">
                  <a:pos x="8" y="111"/>
                </a:cxn>
                <a:cxn ang="0">
                  <a:pos x="12" y="46"/>
                </a:cxn>
                <a:cxn ang="0">
                  <a:pos x="27" y="50"/>
                </a:cxn>
                <a:cxn ang="0">
                  <a:pos x="115" y="56"/>
                </a:cxn>
                <a:cxn ang="0">
                  <a:pos x="100" y="61"/>
                </a:cxn>
                <a:cxn ang="0">
                  <a:pos x="100" y="65"/>
                </a:cxn>
                <a:cxn ang="0">
                  <a:pos x="114" y="72"/>
                </a:cxn>
                <a:cxn ang="0">
                  <a:pos x="96" y="81"/>
                </a:cxn>
                <a:cxn ang="0">
                  <a:pos x="96" y="84"/>
                </a:cxn>
                <a:cxn ang="0">
                  <a:pos x="109" y="92"/>
                </a:cxn>
                <a:cxn ang="0">
                  <a:pos x="92" y="100"/>
                </a:cxn>
                <a:cxn ang="0">
                  <a:pos x="92" y="104"/>
                </a:cxn>
                <a:cxn ang="0">
                  <a:pos x="102" y="109"/>
                </a:cxn>
                <a:cxn ang="0">
                  <a:pos x="94" y="115"/>
                </a:cxn>
                <a:cxn ang="0">
                  <a:pos x="52" y="113"/>
                </a:cxn>
                <a:cxn ang="0">
                  <a:pos x="31" y="105"/>
                </a:cxn>
                <a:cxn ang="0">
                  <a:pos x="34" y="48"/>
                </a:cxn>
                <a:cxn ang="0">
                  <a:pos x="58" y="11"/>
                </a:cxn>
                <a:cxn ang="0">
                  <a:pos x="73" y="26"/>
                </a:cxn>
                <a:cxn ang="0">
                  <a:pos x="111" y="47"/>
                </a:cxn>
                <a:cxn ang="0">
                  <a:pos x="115" y="56"/>
                </a:cxn>
                <a:cxn ang="0">
                  <a:pos x="115" y="56"/>
                </a:cxn>
              </a:cxnLst>
              <a:rect l="0" t="0" r="r" b="b"/>
              <a:pathLst>
                <a:path w="123" h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1" name="Freeform 100"/>
            <p:cNvSpPr>
              <a:spLocks noEditPoints="1"/>
            </p:cNvSpPr>
            <p:nvPr/>
          </p:nvSpPr>
          <p:spPr bwMode="auto">
            <a:xfrm>
              <a:off x="8818563" y="3862388"/>
              <a:ext cx="33338" cy="3175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8" y="5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2" name="Freeform 99"/>
          <p:cNvSpPr>
            <a:spLocks noEditPoints="1"/>
          </p:cNvSpPr>
          <p:nvPr userDrawn="1"/>
        </p:nvSpPr>
        <p:spPr bwMode="auto">
          <a:xfrm>
            <a:off x="6136388" y="5787904"/>
            <a:ext cx="233362" cy="219075"/>
          </a:xfrm>
          <a:custGeom>
            <a:avLst/>
            <a:gdLst>
              <a:gd name="T0" fmla="*/ 2147483646 w 68"/>
              <a:gd name="T1" fmla="*/ 2147483646 h 64"/>
              <a:gd name="T2" fmla="*/ 2147483646 w 68"/>
              <a:gd name="T3" fmla="*/ 2147483646 h 64"/>
              <a:gd name="T4" fmla="*/ 2147483646 w 68"/>
              <a:gd name="T5" fmla="*/ 2147483646 h 64"/>
              <a:gd name="T6" fmla="*/ 2147483646 w 68"/>
              <a:gd name="T7" fmla="*/ 2147483646 h 64"/>
              <a:gd name="T8" fmla="*/ 2147483646 w 68"/>
              <a:gd name="T9" fmla="*/ 2147483646 h 64"/>
              <a:gd name="T10" fmla="*/ 2147483646 w 68"/>
              <a:gd name="T11" fmla="*/ 2147483646 h 64"/>
              <a:gd name="T12" fmla="*/ 0 w 68"/>
              <a:gd name="T13" fmla="*/ 2147483646 h 64"/>
              <a:gd name="T14" fmla="*/ 2147483646 w 68"/>
              <a:gd name="T15" fmla="*/ 2147483646 h 64"/>
              <a:gd name="T16" fmla="*/ 2147483646 w 68"/>
              <a:gd name="T17" fmla="*/ 2147483646 h 64"/>
              <a:gd name="T18" fmla="*/ 2147483646 w 68"/>
              <a:gd name="T19" fmla="*/ 2147483646 h 64"/>
              <a:gd name="T20" fmla="*/ 2147483646 w 68"/>
              <a:gd name="T21" fmla="*/ 2147483646 h 64"/>
              <a:gd name="T22" fmla="*/ 2147483646 w 68"/>
              <a:gd name="T23" fmla="*/ 2147483646 h 64"/>
              <a:gd name="T24" fmla="*/ 2147483646 w 68"/>
              <a:gd name="T25" fmla="*/ 2147483646 h 64"/>
              <a:gd name="T26" fmla="*/ 2147483646 w 68"/>
              <a:gd name="T27" fmla="*/ 2147483646 h 64"/>
              <a:gd name="T28" fmla="*/ 2147483646 w 68"/>
              <a:gd name="T29" fmla="*/ 2147483646 h 64"/>
              <a:gd name="T30" fmla="*/ 2147483646 w 68"/>
              <a:gd name="T31" fmla="*/ 2147483646 h 64"/>
              <a:gd name="T32" fmla="*/ 2147483646 w 68"/>
              <a:gd name="T33" fmla="*/ 2147483646 h 64"/>
              <a:gd name="T34" fmla="*/ 2147483646 w 68"/>
              <a:gd name="T35" fmla="*/ 2147483646 h 64"/>
              <a:gd name="T36" fmla="*/ 2147483646 w 68"/>
              <a:gd name="T37" fmla="*/ 2147483646 h 64"/>
              <a:gd name="T38" fmla="*/ 2147483646 w 68"/>
              <a:gd name="T39" fmla="*/ 2147483646 h 64"/>
              <a:gd name="T40" fmla="*/ 2147483646 w 68"/>
              <a:gd name="T41" fmla="*/ 0 h 64"/>
              <a:gd name="T42" fmla="*/ 2147483646 w 68"/>
              <a:gd name="T43" fmla="*/ 2147483646 h 64"/>
              <a:gd name="T44" fmla="*/ 2147483646 w 68"/>
              <a:gd name="T45" fmla="*/ 2147483646 h 64"/>
              <a:gd name="T46" fmla="*/ 2147483646 w 68"/>
              <a:gd name="T47" fmla="*/ 2147483646 h 64"/>
              <a:gd name="T48" fmla="*/ 2147483646 w 68"/>
              <a:gd name="T49" fmla="*/ 2147483646 h 64"/>
              <a:gd name="T50" fmla="*/ 2147483646 w 68"/>
              <a:gd name="T51" fmla="*/ 2147483646 h 64"/>
              <a:gd name="T52" fmla="*/ 2147483646 w 68"/>
              <a:gd name="T53" fmla="*/ 2147483646 h 64"/>
              <a:gd name="T54" fmla="*/ 2147483646 w 68"/>
              <a:gd name="T55" fmla="*/ 0 h 64"/>
              <a:gd name="T56" fmla="*/ 2147483646 w 68"/>
              <a:gd name="T57" fmla="*/ 0 h 64"/>
              <a:gd name="T58" fmla="*/ 2147483646 w 68"/>
              <a:gd name="T59" fmla="*/ 2147483646 h 64"/>
              <a:gd name="T60" fmla="*/ 2147483646 w 68"/>
              <a:gd name="T61" fmla="*/ 2147483646 h 64"/>
              <a:gd name="T62" fmla="*/ 2147483646 w 68"/>
              <a:gd name="T63" fmla="*/ 2147483646 h 64"/>
              <a:gd name="T64" fmla="*/ 2147483646 w 68"/>
              <a:gd name="T65" fmla="*/ 2147483646 h 64"/>
              <a:gd name="T66" fmla="*/ 2147483646 w 68"/>
              <a:gd name="T67" fmla="*/ 2147483646 h 64"/>
              <a:gd name="T68" fmla="*/ 2147483646 w 68"/>
              <a:gd name="T69" fmla="*/ 2147483646 h 64"/>
              <a:gd name="T70" fmla="*/ 2147483646 w 68"/>
              <a:gd name="T71" fmla="*/ 2147483646 h 64"/>
              <a:gd name="T72" fmla="*/ 2147483646 w 68"/>
              <a:gd name="T73" fmla="*/ 2147483646 h 64"/>
              <a:gd name="T74" fmla="*/ 2147483646 w 68"/>
              <a:gd name="T75" fmla="*/ 2147483646 h 64"/>
              <a:gd name="T76" fmla="*/ 2147483646 w 68"/>
              <a:gd name="T77" fmla="*/ 2147483646 h 64"/>
              <a:gd name="T78" fmla="*/ 2147483646 w 68"/>
              <a:gd name="T79" fmla="*/ 2147483646 h 64"/>
              <a:gd name="T80" fmla="*/ 2147483646 w 68"/>
              <a:gd name="T81" fmla="*/ 2147483646 h 64"/>
              <a:gd name="T82" fmla="*/ 2147483646 w 68"/>
              <a:gd name="T83" fmla="*/ 2147483646 h 64"/>
              <a:gd name="T84" fmla="*/ 2147483646 w 68"/>
              <a:gd name="T85" fmla="*/ 2147483646 h 64"/>
              <a:gd name="T86" fmla="*/ 2147483646 w 68"/>
              <a:gd name="T87" fmla="*/ 2147483646 h 64"/>
              <a:gd name="T88" fmla="*/ 2147483646 w 68"/>
              <a:gd name="T89" fmla="*/ 2147483646 h 64"/>
              <a:gd name="T90" fmla="*/ 2147483646 w 68"/>
              <a:gd name="T91" fmla="*/ 2147483646 h 64"/>
              <a:gd name="T92" fmla="*/ 2147483646 w 68"/>
              <a:gd name="T93" fmla="*/ 2147483646 h 64"/>
              <a:gd name="T94" fmla="*/ 2147483646 w 68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68" h="64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3" name="Group 168"/>
          <p:cNvGrpSpPr/>
          <p:nvPr userDrawn="1"/>
        </p:nvGrpSpPr>
        <p:grpSpPr>
          <a:xfrm>
            <a:off x="6179585" y="5284393"/>
            <a:ext cx="192861" cy="280638"/>
            <a:chOff x="4075113" y="1909763"/>
            <a:chExt cx="247650" cy="360363"/>
          </a:xfrm>
          <a:solidFill>
            <a:schemeClr val="tx1"/>
          </a:solidFill>
        </p:grpSpPr>
        <p:sp>
          <p:nvSpPr>
            <p:cNvPr id="174" name="Freeform 78"/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5" name="Freeform 79"/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6" name="Freeform 234"/>
          <p:cNvSpPr>
            <a:spLocks/>
          </p:cNvSpPr>
          <p:nvPr userDrawn="1"/>
        </p:nvSpPr>
        <p:spPr bwMode="auto">
          <a:xfrm>
            <a:off x="6069479" y="3130275"/>
            <a:ext cx="233362" cy="236538"/>
          </a:xfrm>
          <a:custGeom>
            <a:avLst/>
            <a:gdLst>
              <a:gd name="T0" fmla="*/ 2147483646 w 68"/>
              <a:gd name="T1" fmla="*/ 2147483646 h 69"/>
              <a:gd name="T2" fmla="*/ 2147483646 w 68"/>
              <a:gd name="T3" fmla="*/ 2147483646 h 69"/>
              <a:gd name="T4" fmla="*/ 2147483646 w 68"/>
              <a:gd name="T5" fmla="*/ 2147483646 h 69"/>
              <a:gd name="T6" fmla="*/ 2147483646 w 68"/>
              <a:gd name="T7" fmla="*/ 2147483646 h 69"/>
              <a:gd name="T8" fmla="*/ 2147483646 w 68"/>
              <a:gd name="T9" fmla="*/ 2147483646 h 69"/>
              <a:gd name="T10" fmla="*/ 2147483646 w 68"/>
              <a:gd name="T11" fmla="*/ 2147483646 h 69"/>
              <a:gd name="T12" fmla="*/ 0 w 68"/>
              <a:gd name="T13" fmla="*/ 2147483646 h 69"/>
              <a:gd name="T14" fmla="*/ 0 w 68"/>
              <a:gd name="T15" fmla="*/ 2147483646 h 69"/>
              <a:gd name="T16" fmla="*/ 2147483646 w 68"/>
              <a:gd name="T17" fmla="*/ 2147483646 h 69"/>
              <a:gd name="T18" fmla="*/ 2147483646 w 68"/>
              <a:gd name="T19" fmla="*/ 2147483646 h 69"/>
              <a:gd name="T20" fmla="*/ 2147483646 w 68"/>
              <a:gd name="T21" fmla="*/ 2147483646 h 69"/>
              <a:gd name="T22" fmla="*/ 2147483646 w 68"/>
              <a:gd name="T23" fmla="*/ 2147483646 h 69"/>
              <a:gd name="T24" fmla="*/ 2147483646 w 68"/>
              <a:gd name="T25" fmla="*/ 2147483646 h 69"/>
              <a:gd name="T26" fmla="*/ 2147483646 w 68"/>
              <a:gd name="T27" fmla="*/ 2147483646 h 69"/>
              <a:gd name="T28" fmla="*/ 2147483646 w 68"/>
              <a:gd name="T29" fmla="*/ 2147483646 h 69"/>
              <a:gd name="T30" fmla="*/ 2147483646 w 68"/>
              <a:gd name="T31" fmla="*/ 2147483646 h 69"/>
              <a:gd name="T32" fmla="*/ 2147483646 w 68"/>
              <a:gd name="T33" fmla="*/ 2147483646 h 69"/>
              <a:gd name="T34" fmla="*/ 2147483646 w 68"/>
              <a:gd name="T35" fmla="*/ 2147483646 h 69"/>
              <a:gd name="T36" fmla="*/ 2147483646 w 68"/>
              <a:gd name="T37" fmla="*/ 2147483646 h 69"/>
              <a:gd name="T38" fmla="*/ 2147483646 w 68"/>
              <a:gd name="T39" fmla="*/ 2147483646 h 6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Freeform 21"/>
          <p:cNvSpPr>
            <a:spLocks noEditPoints="1"/>
          </p:cNvSpPr>
          <p:nvPr userDrawn="1"/>
        </p:nvSpPr>
        <p:spPr bwMode="auto">
          <a:xfrm>
            <a:off x="7062794" y="5801397"/>
            <a:ext cx="236538" cy="192088"/>
          </a:xfrm>
          <a:custGeom>
            <a:avLst/>
            <a:gdLst>
              <a:gd name="T0" fmla="*/ 2147483646 w 69"/>
              <a:gd name="T1" fmla="*/ 2147483646 h 56"/>
              <a:gd name="T2" fmla="*/ 2147483646 w 69"/>
              <a:gd name="T3" fmla="*/ 2147483646 h 56"/>
              <a:gd name="T4" fmla="*/ 2147483646 w 69"/>
              <a:gd name="T5" fmla="*/ 2147483646 h 56"/>
              <a:gd name="T6" fmla="*/ 2147483646 w 69"/>
              <a:gd name="T7" fmla="*/ 2147483646 h 56"/>
              <a:gd name="T8" fmla="*/ 2147483646 w 69"/>
              <a:gd name="T9" fmla="*/ 2147483646 h 56"/>
              <a:gd name="T10" fmla="*/ 2147483646 w 69"/>
              <a:gd name="T11" fmla="*/ 2147483646 h 56"/>
              <a:gd name="T12" fmla="*/ 2147483646 w 69"/>
              <a:gd name="T13" fmla="*/ 2147483646 h 56"/>
              <a:gd name="T14" fmla="*/ 2147483646 w 69"/>
              <a:gd name="T15" fmla="*/ 2147483646 h 56"/>
              <a:gd name="T16" fmla="*/ 0 w 69"/>
              <a:gd name="T17" fmla="*/ 2147483646 h 56"/>
              <a:gd name="T18" fmla="*/ 2147483646 w 69"/>
              <a:gd name="T19" fmla="*/ 2147483646 h 56"/>
              <a:gd name="T20" fmla="*/ 2147483646 w 69"/>
              <a:gd name="T21" fmla="*/ 2147483646 h 56"/>
              <a:gd name="T22" fmla="*/ 2147483646 w 69"/>
              <a:gd name="T23" fmla="*/ 2147483646 h 56"/>
              <a:gd name="T24" fmla="*/ 2147483646 w 69"/>
              <a:gd name="T25" fmla="*/ 2147483646 h 56"/>
              <a:gd name="T26" fmla="*/ 2147483646 w 69"/>
              <a:gd name="T27" fmla="*/ 2147483646 h 56"/>
              <a:gd name="T28" fmla="*/ 2147483646 w 69"/>
              <a:gd name="T29" fmla="*/ 2147483646 h 56"/>
              <a:gd name="T30" fmla="*/ 2147483646 w 69"/>
              <a:gd name="T31" fmla="*/ 2147483646 h 56"/>
              <a:gd name="T32" fmla="*/ 2147483646 w 69"/>
              <a:gd name="T33" fmla="*/ 0 h 56"/>
              <a:gd name="T34" fmla="*/ 2147483646 w 69"/>
              <a:gd name="T35" fmla="*/ 0 h 56"/>
              <a:gd name="T36" fmla="*/ 2147483646 w 69"/>
              <a:gd name="T37" fmla="*/ 2147483646 h 56"/>
              <a:gd name="T38" fmla="*/ 2147483646 w 69"/>
              <a:gd name="T39" fmla="*/ 2147483646 h 56"/>
              <a:gd name="T40" fmla="*/ 2147483646 w 69"/>
              <a:gd name="T41" fmla="*/ 2147483646 h 56"/>
              <a:gd name="T42" fmla="*/ 2147483646 w 69"/>
              <a:gd name="T43" fmla="*/ 2147483646 h 56"/>
              <a:gd name="T44" fmla="*/ 2147483646 w 69"/>
              <a:gd name="T45" fmla="*/ 2147483646 h 56"/>
              <a:gd name="T46" fmla="*/ 2147483646 w 69"/>
              <a:gd name="T47" fmla="*/ 2147483646 h 56"/>
              <a:gd name="T48" fmla="*/ 2147483646 w 69"/>
              <a:gd name="T49" fmla="*/ 2147483646 h 56"/>
              <a:gd name="T50" fmla="*/ 2147483646 w 69"/>
              <a:gd name="T51" fmla="*/ 2147483646 h 56"/>
              <a:gd name="T52" fmla="*/ 2147483646 w 69"/>
              <a:gd name="T53" fmla="*/ 2147483646 h 56"/>
              <a:gd name="T54" fmla="*/ 2147483646 w 69"/>
              <a:gd name="T55" fmla="*/ 2147483646 h 56"/>
              <a:gd name="T56" fmla="*/ 2147483646 w 69"/>
              <a:gd name="T57" fmla="*/ 2147483646 h 56"/>
              <a:gd name="T58" fmla="*/ 2147483646 w 69"/>
              <a:gd name="T59" fmla="*/ 2147483646 h 56"/>
              <a:gd name="T60" fmla="*/ 2147483646 w 69"/>
              <a:gd name="T61" fmla="*/ 2147483646 h 56"/>
              <a:gd name="T62" fmla="*/ 2147483646 w 69"/>
              <a:gd name="T63" fmla="*/ 2147483646 h 56"/>
              <a:gd name="T64" fmla="*/ 2147483646 w 69"/>
              <a:gd name="T65" fmla="*/ 2147483646 h 56"/>
              <a:gd name="T66" fmla="*/ 2147483646 w 69"/>
              <a:gd name="T67" fmla="*/ 2147483646 h 56"/>
              <a:gd name="T68" fmla="*/ 2147483646 w 69"/>
              <a:gd name="T69" fmla="*/ 2147483646 h 56"/>
              <a:gd name="T70" fmla="*/ 2147483646 w 69"/>
              <a:gd name="T71" fmla="*/ 2147483646 h 56"/>
              <a:gd name="T72" fmla="*/ 2147483646 w 69"/>
              <a:gd name="T73" fmla="*/ 2147483646 h 56"/>
              <a:gd name="T74" fmla="*/ 2147483646 w 69"/>
              <a:gd name="T75" fmla="*/ 2147483646 h 5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69" h="56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Freeform 20"/>
          <p:cNvSpPr>
            <a:spLocks/>
          </p:cNvSpPr>
          <p:nvPr userDrawn="1"/>
        </p:nvSpPr>
        <p:spPr bwMode="auto">
          <a:xfrm>
            <a:off x="6597073" y="5768854"/>
            <a:ext cx="242380" cy="243885"/>
          </a:xfrm>
          <a:custGeom>
            <a:avLst/>
            <a:gdLst>
              <a:gd name="T0" fmla="*/ 2147483646 w 161"/>
              <a:gd name="T1" fmla="*/ 2147483646 h 162"/>
              <a:gd name="T2" fmla="*/ 2147483646 w 161"/>
              <a:gd name="T3" fmla="*/ 2147483646 h 162"/>
              <a:gd name="T4" fmla="*/ 2147483646 w 161"/>
              <a:gd name="T5" fmla="*/ 2147483646 h 162"/>
              <a:gd name="T6" fmla="*/ 0 w 161"/>
              <a:gd name="T7" fmla="*/ 0 h 162"/>
              <a:gd name="T8" fmla="*/ 2147483646 w 161"/>
              <a:gd name="T9" fmla="*/ 2147483646 h 162"/>
              <a:gd name="T10" fmla="*/ 2147483646 w 161"/>
              <a:gd name="T11" fmla="*/ 2147483646 h 162"/>
              <a:gd name="T12" fmla="*/ 2147483646 w 161"/>
              <a:gd name="T13" fmla="*/ 2147483646 h 162"/>
              <a:gd name="T14" fmla="*/ 2147483646 w 161"/>
              <a:gd name="T15" fmla="*/ 2147483646 h 16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1" h="162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2555"/>
          <p:cNvSpPr/>
          <p:nvPr userDrawn="1"/>
        </p:nvSpPr>
        <p:spPr>
          <a:xfrm>
            <a:off x="335677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0" name="Shape 2556"/>
          <p:cNvSpPr/>
          <p:nvPr userDrawn="1"/>
        </p:nvSpPr>
        <p:spPr>
          <a:xfrm>
            <a:off x="294286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1" name="Shape 2557"/>
          <p:cNvSpPr/>
          <p:nvPr userDrawn="1"/>
        </p:nvSpPr>
        <p:spPr>
          <a:xfrm>
            <a:off x="3770693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2" name="Shape 2622"/>
          <p:cNvSpPr/>
          <p:nvPr userDrawn="1"/>
        </p:nvSpPr>
        <p:spPr>
          <a:xfrm>
            <a:off x="2953262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3" name="Shape 2660"/>
          <p:cNvSpPr/>
          <p:nvPr userDrawn="1"/>
        </p:nvSpPr>
        <p:spPr>
          <a:xfrm>
            <a:off x="4779726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84" name="그래픽 4" descr="남자">
            <a:extLst>
              <a:ext uri="{FF2B5EF4-FFF2-40B4-BE49-F238E27FC236}">
                <a16:creationId xmlns="" xmlns:a16="http://schemas.microsoft.com/office/drawing/2014/main" id="{95B4FDAA-9C29-4FFF-B40D-10CC9EF68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>
            <a:off x="2521526" y="2681874"/>
            <a:ext cx="285063" cy="285063"/>
          </a:xfrm>
          <a:prstGeom prst="rect">
            <a:avLst/>
          </a:prstGeom>
        </p:spPr>
      </p:pic>
      <p:pic>
        <p:nvPicPr>
          <p:cNvPr id="185" name="그래픽 6" descr="팀">
            <a:extLst>
              <a:ext uri="{FF2B5EF4-FFF2-40B4-BE49-F238E27FC236}">
                <a16:creationId xmlns="" xmlns:a16="http://schemas.microsoft.com/office/drawing/2014/main" id="{7F5FB939-EBD7-49C2-BEF5-48D232A8CD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flipH="1">
            <a:off x="3323539" y="2647777"/>
            <a:ext cx="353256" cy="353256"/>
          </a:xfrm>
          <a:prstGeom prst="rect">
            <a:avLst/>
          </a:prstGeom>
        </p:spPr>
      </p:pic>
      <p:pic>
        <p:nvPicPr>
          <p:cNvPr id="186" name="그래픽 8" descr="두 남자">
            <a:extLst>
              <a:ext uri="{FF2B5EF4-FFF2-40B4-BE49-F238E27FC236}">
                <a16:creationId xmlns="" xmlns:a16="http://schemas.microsoft.com/office/drawing/2014/main" id="{CAA34ECE-5D98-49B8-88AE-23BB184F4BE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flipH="1">
            <a:off x="2889365" y="2647777"/>
            <a:ext cx="353256" cy="353256"/>
          </a:xfrm>
          <a:prstGeom prst="rect">
            <a:avLst/>
          </a:prstGeom>
        </p:spPr>
      </p:pic>
      <p:sp>
        <p:nvSpPr>
          <p:cNvPr id="187" name="Freeform 35"/>
          <p:cNvSpPr>
            <a:spLocks noEditPoints="1"/>
          </p:cNvSpPr>
          <p:nvPr userDrawn="1"/>
        </p:nvSpPr>
        <p:spPr bwMode="auto">
          <a:xfrm>
            <a:off x="7491471" y="5787110"/>
            <a:ext cx="239742" cy="210913"/>
          </a:xfrm>
          <a:custGeom>
            <a:avLst/>
            <a:gdLst>
              <a:gd name="T0" fmla="*/ 2147483646 w 73"/>
              <a:gd name="T1" fmla="*/ 2147483646 h 64"/>
              <a:gd name="T2" fmla="*/ 2147483646 w 73"/>
              <a:gd name="T3" fmla="*/ 2147483646 h 64"/>
              <a:gd name="T4" fmla="*/ 2147483646 w 73"/>
              <a:gd name="T5" fmla="*/ 2147483646 h 64"/>
              <a:gd name="T6" fmla="*/ 2147483646 w 73"/>
              <a:gd name="T7" fmla="*/ 2147483646 h 64"/>
              <a:gd name="T8" fmla="*/ 2147483646 w 73"/>
              <a:gd name="T9" fmla="*/ 2147483646 h 64"/>
              <a:gd name="T10" fmla="*/ 2147483646 w 73"/>
              <a:gd name="T11" fmla="*/ 2147483646 h 64"/>
              <a:gd name="T12" fmla="*/ 2147483646 w 73"/>
              <a:gd name="T13" fmla="*/ 2147483646 h 64"/>
              <a:gd name="T14" fmla="*/ 2147483646 w 73"/>
              <a:gd name="T15" fmla="*/ 2147483646 h 64"/>
              <a:gd name="T16" fmla="*/ 2147483646 w 73"/>
              <a:gd name="T17" fmla="*/ 2147483646 h 64"/>
              <a:gd name="T18" fmla="*/ 2147483646 w 73"/>
              <a:gd name="T19" fmla="*/ 2147483646 h 64"/>
              <a:gd name="T20" fmla="*/ 2147483646 w 73"/>
              <a:gd name="T21" fmla="*/ 2147483646 h 64"/>
              <a:gd name="T22" fmla="*/ 2147483646 w 73"/>
              <a:gd name="T23" fmla="*/ 2147483646 h 64"/>
              <a:gd name="T24" fmla="*/ 2147483646 w 73"/>
              <a:gd name="T25" fmla="*/ 2147483646 h 64"/>
              <a:gd name="T26" fmla="*/ 2147483646 w 73"/>
              <a:gd name="T27" fmla="*/ 2147483646 h 64"/>
              <a:gd name="T28" fmla="*/ 0 w 73"/>
              <a:gd name="T29" fmla="*/ 2147483646 h 64"/>
              <a:gd name="T30" fmla="*/ 0 w 73"/>
              <a:gd name="T31" fmla="*/ 2147483646 h 64"/>
              <a:gd name="T32" fmla="*/ 2147483646 w 73"/>
              <a:gd name="T33" fmla="*/ 2147483646 h 64"/>
              <a:gd name="T34" fmla="*/ 2147483646 w 73"/>
              <a:gd name="T35" fmla="*/ 2147483646 h 64"/>
              <a:gd name="T36" fmla="*/ 2147483646 w 73"/>
              <a:gd name="T37" fmla="*/ 2147483646 h 64"/>
              <a:gd name="T38" fmla="*/ 2147483646 w 73"/>
              <a:gd name="T39" fmla="*/ 2147483646 h 64"/>
              <a:gd name="T40" fmla="*/ 2147483646 w 73"/>
              <a:gd name="T41" fmla="*/ 2147483646 h 64"/>
              <a:gd name="T42" fmla="*/ 2147483646 w 73"/>
              <a:gd name="T43" fmla="*/ 2147483646 h 64"/>
              <a:gd name="T44" fmla="*/ 2147483646 w 73"/>
              <a:gd name="T45" fmla="*/ 0 h 64"/>
              <a:gd name="T46" fmla="*/ 2147483646 w 73"/>
              <a:gd name="T47" fmla="*/ 0 h 64"/>
              <a:gd name="T48" fmla="*/ 2147483646 w 73"/>
              <a:gd name="T49" fmla="*/ 2147483646 h 64"/>
              <a:gd name="T50" fmla="*/ 2147483646 w 73"/>
              <a:gd name="T51" fmla="*/ 2147483646 h 64"/>
              <a:gd name="T52" fmla="*/ 2147483646 w 73"/>
              <a:gd name="T53" fmla="*/ 2147483646 h 64"/>
              <a:gd name="T54" fmla="*/ 2147483646 w 73"/>
              <a:gd name="T55" fmla="*/ 2147483646 h 64"/>
              <a:gd name="T56" fmla="*/ 2147483646 w 73"/>
              <a:gd name="T57" fmla="*/ 2147483646 h 64"/>
              <a:gd name="T58" fmla="*/ 2147483646 w 73"/>
              <a:gd name="T59" fmla="*/ 2147483646 h 64"/>
              <a:gd name="T60" fmla="*/ 2147483646 w 73"/>
              <a:gd name="T61" fmla="*/ 2147483646 h 64"/>
              <a:gd name="T62" fmla="*/ 2147483646 w 73"/>
              <a:gd name="T63" fmla="*/ 2147483646 h 64"/>
              <a:gd name="T64" fmla="*/ 2147483646 w 73"/>
              <a:gd name="T65" fmla="*/ 2147483646 h 64"/>
              <a:gd name="T66" fmla="*/ 2147483646 w 73"/>
              <a:gd name="T67" fmla="*/ 2147483646 h 64"/>
              <a:gd name="T68" fmla="*/ 2147483646 w 73"/>
              <a:gd name="T69" fmla="*/ 2147483646 h 64"/>
              <a:gd name="T70" fmla="*/ 2147483646 w 73"/>
              <a:gd name="T71" fmla="*/ 2147483646 h 64"/>
              <a:gd name="T72" fmla="*/ 2147483646 w 73"/>
              <a:gd name="T73" fmla="*/ 2147483646 h 64"/>
              <a:gd name="T74" fmla="*/ 2147483646 w 73"/>
              <a:gd name="T75" fmla="*/ 2147483646 h 64"/>
              <a:gd name="T76" fmla="*/ 2147483646 w 73"/>
              <a:gd name="T77" fmla="*/ 2147483646 h 64"/>
              <a:gd name="T78" fmla="*/ 2147483646 w 73"/>
              <a:gd name="T79" fmla="*/ 2147483646 h 64"/>
              <a:gd name="T80" fmla="*/ 2147483646 w 73"/>
              <a:gd name="T81" fmla="*/ 2147483646 h 64"/>
              <a:gd name="T82" fmla="*/ 2147483646 w 73"/>
              <a:gd name="T83" fmla="*/ 2147483646 h 64"/>
              <a:gd name="T84" fmla="*/ 2147483646 w 73"/>
              <a:gd name="T85" fmla="*/ 2147483646 h 64"/>
              <a:gd name="T86" fmla="*/ 2147483646 w 73"/>
              <a:gd name="T87" fmla="*/ 2147483646 h 64"/>
              <a:gd name="T88" fmla="*/ 2147483646 w 73"/>
              <a:gd name="T89" fmla="*/ 2147483646 h 64"/>
              <a:gd name="T90" fmla="*/ 2147483646 w 73"/>
              <a:gd name="T91" fmla="*/ 2147483646 h 64"/>
              <a:gd name="T92" fmla="*/ 2147483646 w 73"/>
              <a:gd name="T93" fmla="*/ 2147483646 h 64"/>
              <a:gd name="T94" fmla="*/ 2147483646 w 73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73" h="64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Freeform 87"/>
          <p:cNvSpPr>
            <a:spLocks noEditPoints="1"/>
          </p:cNvSpPr>
          <p:nvPr userDrawn="1"/>
        </p:nvSpPr>
        <p:spPr bwMode="auto">
          <a:xfrm>
            <a:off x="7050576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Freeform 135"/>
          <p:cNvSpPr>
            <a:spLocks noEditPoints="1"/>
          </p:cNvSpPr>
          <p:nvPr userDrawn="1"/>
        </p:nvSpPr>
        <p:spPr bwMode="auto">
          <a:xfrm>
            <a:off x="6620618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0" name="Group 329"/>
          <p:cNvGrpSpPr/>
          <p:nvPr userDrawn="1"/>
        </p:nvGrpSpPr>
        <p:grpSpPr>
          <a:xfrm>
            <a:off x="7897184" y="5748216"/>
            <a:ext cx="292100" cy="298451"/>
            <a:chOff x="5599113" y="3600450"/>
            <a:chExt cx="292100" cy="298451"/>
          </a:xfrm>
          <a:solidFill>
            <a:schemeClr val="tx1"/>
          </a:solidFill>
        </p:grpSpPr>
        <p:sp>
          <p:nvSpPr>
            <p:cNvPr id="191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92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93" name="Shape 2700"/>
          <p:cNvSpPr/>
          <p:nvPr userDrawn="1"/>
        </p:nvSpPr>
        <p:spPr>
          <a:xfrm>
            <a:off x="5628162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4" name="Shape 2526"/>
          <p:cNvSpPr/>
          <p:nvPr userDrawn="1"/>
        </p:nvSpPr>
        <p:spPr>
          <a:xfrm>
            <a:off x="211503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5" name="Shape 2625"/>
          <p:cNvSpPr/>
          <p:nvPr userDrawn="1"/>
        </p:nvSpPr>
        <p:spPr>
          <a:xfrm>
            <a:off x="3770693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6" name="Shape 2563"/>
          <p:cNvSpPr/>
          <p:nvPr userDrawn="1"/>
        </p:nvSpPr>
        <p:spPr>
          <a:xfrm>
            <a:off x="3361979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7" name="Shape 2766"/>
          <p:cNvSpPr/>
          <p:nvPr userDrawn="1"/>
        </p:nvSpPr>
        <p:spPr>
          <a:xfrm>
            <a:off x="8764982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8" name="Shape 2708"/>
          <p:cNvSpPr/>
          <p:nvPr userDrawn="1"/>
        </p:nvSpPr>
        <p:spPr>
          <a:xfrm>
            <a:off x="4813152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9" name="Shape 2709"/>
          <p:cNvSpPr/>
          <p:nvPr userDrawn="1"/>
        </p:nvSpPr>
        <p:spPr>
          <a:xfrm>
            <a:off x="5262534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0" name="Shape 2710"/>
          <p:cNvSpPr/>
          <p:nvPr userDrawn="1"/>
        </p:nvSpPr>
        <p:spPr>
          <a:xfrm>
            <a:off x="5702928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1" name="Shape 2688"/>
          <p:cNvSpPr/>
          <p:nvPr userDrawn="1"/>
        </p:nvSpPr>
        <p:spPr>
          <a:xfrm>
            <a:off x="6549777" y="1744874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2" name="TextBox 201"/>
          <p:cNvSpPr txBox="1"/>
          <p:nvPr userDrawn="1"/>
        </p:nvSpPr>
        <p:spPr>
          <a:xfrm>
            <a:off x="4691786" y="6313661"/>
            <a:ext cx="1957587" cy="441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아이콘 색상 변경 가능 </a:t>
            </a:r>
            <a:r>
              <a:rPr lang="en-US" altLang="ko-KR" sz="800" dirty="0" smtClean="0"/>
              <a:t>– </a:t>
            </a:r>
            <a:r>
              <a:rPr lang="ko-KR" altLang="en-US" sz="800" smtClean="0"/>
              <a:t>도형채우기</a:t>
            </a:r>
            <a:endParaRPr lang="en-US" altLang="ko-KR" sz="8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이미지 확대 가능 </a:t>
            </a:r>
            <a:r>
              <a:rPr lang="en-US" altLang="ko-KR" sz="800" dirty="0" smtClean="0"/>
              <a:t>- </a:t>
            </a:r>
            <a:r>
              <a:rPr lang="ko-KR" altLang="en-US" sz="800"/>
              <a:t>벡터 이미지 </a:t>
            </a:r>
          </a:p>
        </p:txBody>
      </p:sp>
      <p:sp>
        <p:nvSpPr>
          <p:cNvPr id="203" name="Freeform 106"/>
          <p:cNvSpPr>
            <a:spLocks noEditPoints="1"/>
          </p:cNvSpPr>
          <p:nvPr userDrawn="1"/>
        </p:nvSpPr>
        <p:spPr bwMode="auto">
          <a:xfrm>
            <a:off x="8357746" y="5756342"/>
            <a:ext cx="297632" cy="234332"/>
          </a:xfrm>
          <a:custGeom>
            <a:avLst/>
            <a:gdLst>
              <a:gd name="T0" fmla="*/ 2147483646 w 64"/>
              <a:gd name="T1" fmla="*/ 2147483646 h 55"/>
              <a:gd name="T2" fmla="*/ 2147483646 w 64"/>
              <a:gd name="T3" fmla="*/ 2147483646 h 55"/>
              <a:gd name="T4" fmla="*/ 2147483646 w 64"/>
              <a:gd name="T5" fmla="*/ 2147483646 h 55"/>
              <a:gd name="T6" fmla="*/ 2147483646 w 64"/>
              <a:gd name="T7" fmla="*/ 2147483646 h 55"/>
              <a:gd name="T8" fmla="*/ 2147483646 w 64"/>
              <a:gd name="T9" fmla="*/ 2147483646 h 55"/>
              <a:gd name="T10" fmla="*/ 2147483646 w 64"/>
              <a:gd name="T11" fmla="*/ 2147483646 h 55"/>
              <a:gd name="T12" fmla="*/ 2147483646 w 64"/>
              <a:gd name="T13" fmla="*/ 2147483646 h 55"/>
              <a:gd name="T14" fmla="*/ 2147483646 w 64"/>
              <a:gd name="T15" fmla="*/ 2147483646 h 55"/>
              <a:gd name="T16" fmla="*/ 2147483646 w 64"/>
              <a:gd name="T17" fmla="*/ 2147483646 h 55"/>
              <a:gd name="T18" fmla="*/ 0 w 64"/>
              <a:gd name="T19" fmla="*/ 2147483646 h 55"/>
              <a:gd name="T20" fmla="*/ 0 w 64"/>
              <a:gd name="T21" fmla="*/ 2147483646 h 55"/>
              <a:gd name="T22" fmla="*/ 2147483646 w 64"/>
              <a:gd name="T23" fmla="*/ 2147483646 h 55"/>
              <a:gd name="T24" fmla="*/ 2147483646 w 64"/>
              <a:gd name="T25" fmla="*/ 2147483646 h 55"/>
              <a:gd name="T26" fmla="*/ 2147483646 w 64"/>
              <a:gd name="T27" fmla="*/ 2147483646 h 55"/>
              <a:gd name="T28" fmla="*/ 2147483646 w 64"/>
              <a:gd name="T29" fmla="*/ 2147483646 h 55"/>
              <a:gd name="T30" fmla="*/ 2147483646 w 64"/>
              <a:gd name="T31" fmla="*/ 0 h 55"/>
              <a:gd name="T32" fmla="*/ 2147483646 w 64"/>
              <a:gd name="T33" fmla="*/ 2147483646 h 55"/>
              <a:gd name="T34" fmla="*/ 2147483646 w 64"/>
              <a:gd name="T35" fmla="*/ 2147483646 h 55"/>
              <a:gd name="T36" fmla="*/ 2147483646 w 64"/>
              <a:gd name="T37" fmla="*/ 2147483646 h 55"/>
              <a:gd name="T38" fmla="*/ 2147483646 w 64"/>
              <a:gd name="T39" fmla="*/ 2147483646 h 55"/>
              <a:gd name="T40" fmla="*/ 2147483646 w 64"/>
              <a:gd name="T41" fmla="*/ 2147483646 h 55"/>
              <a:gd name="T42" fmla="*/ 2147483646 w 64"/>
              <a:gd name="T43" fmla="*/ 2147483646 h 55"/>
              <a:gd name="T44" fmla="*/ 2147483646 w 64"/>
              <a:gd name="T45" fmla="*/ 2147483646 h 55"/>
              <a:gd name="T46" fmla="*/ 2147483646 w 64"/>
              <a:gd name="T47" fmla="*/ 2147483646 h 55"/>
              <a:gd name="T48" fmla="*/ 2147483646 w 64"/>
              <a:gd name="T49" fmla="*/ 2147483646 h 55"/>
              <a:gd name="T50" fmla="*/ 2147483646 w 64"/>
              <a:gd name="T51" fmla="*/ 2147483646 h 55"/>
              <a:gd name="T52" fmla="*/ 2147483646 w 64"/>
              <a:gd name="T53" fmla="*/ 2147483646 h 55"/>
              <a:gd name="T54" fmla="*/ 2147483646 w 64"/>
              <a:gd name="T55" fmla="*/ 2147483646 h 55"/>
              <a:gd name="T56" fmla="*/ 2147483646 w 64"/>
              <a:gd name="T57" fmla="*/ 2147483646 h 55"/>
              <a:gd name="T58" fmla="*/ 2147483646 w 64"/>
              <a:gd name="T59" fmla="*/ 2147483646 h 55"/>
              <a:gd name="T60" fmla="*/ 2147483646 w 64"/>
              <a:gd name="T61" fmla="*/ 2147483646 h 55"/>
              <a:gd name="T62" fmla="*/ 2147483646 w 64"/>
              <a:gd name="T63" fmla="*/ 2147483646 h 55"/>
              <a:gd name="T64" fmla="*/ 2147483646 w 64"/>
              <a:gd name="T65" fmla="*/ 2147483646 h 55"/>
              <a:gd name="T66" fmla="*/ 2147483646 w 64"/>
              <a:gd name="T67" fmla="*/ 2147483646 h 55"/>
              <a:gd name="T68" fmla="*/ 2147483646 w 64"/>
              <a:gd name="T69" fmla="*/ 2147483646 h 55"/>
              <a:gd name="T70" fmla="*/ 2147483646 w 64"/>
              <a:gd name="T71" fmla="*/ 2147483646 h 55"/>
              <a:gd name="T72" fmla="*/ 2147483646 w 64"/>
              <a:gd name="T73" fmla="*/ 2147483646 h 55"/>
              <a:gd name="T74" fmla="*/ 2147483646 w 64"/>
              <a:gd name="T75" fmla="*/ 2147483646 h 55"/>
              <a:gd name="T76" fmla="*/ 2147483646 w 64"/>
              <a:gd name="T77" fmla="*/ 2147483646 h 55"/>
              <a:gd name="T78" fmla="*/ 2147483646 w 64"/>
              <a:gd name="T79" fmla="*/ 2147483646 h 55"/>
              <a:gd name="T80" fmla="*/ 2147483646 w 64"/>
              <a:gd name="T81" fmla="*/ 2147483646 h 55"/>
              <a:gd name="T82" fmla="*/ 2147483646 w 64"/>
              <a:gd name="T83" fmla="*/ 2147483646 h 55"/>
              <a:gd name="T84" fmla="*/ 2147483646 w 64"/>
              <a:gd name="T85" fmla="*/ 2147483646 h 55"/>
              <a:gd name="T86" fmla="*/ 2147483646 w 64"/>
              <a:gd name="T87" fmla="*/ 2147483646 h 55"/>
              <a:gd name="T88" fmla="*/ 2147483646 w 64"/>
              <a:gd name="T89" fmla="*/ 2147483646 h 55"/>
              <a:gd name="T90" fmla="*/ 2147483646 w 64"/>
              <a:gd name="T91" fmla="*/ 2147483646 h 55"/>
              <a:gd name="T92" fmla="*/ 2147483646 w 64"/>
              <a:gd name="T93" fmla="*/ 2147483646 h 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4" h="55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Freeform 8"/>
          <p:cNvSpPr>
            <a:spLocks/>
          </p:cNvSpPr>
          <p:nvPr userDrawn="1"/>
        </p:nvSpPr>
        <p:spPr bwMode="auto">
          <a:xfrm>
            <a:off x="8737107" y="5733720"/>
            <a:ext cx="276105" cy="273259"/>
          </a:xfrm>
          <a:custGeom>
            <a:avLst/>
            <a:gdLst>
              <a:gd name="T0" fmla="*/ 2147483646 w 120"/>
              <a:gd name="T1" fmla="*/ 2147483646 h 119"/>
              <a:gd name="T2" fmla="*/ 2147483646 w 120"/>
              <a:gd name="T3" fmla="*/ 2147483646 h 119"/>
              <a:gd name="T4" fmla="*/ 2147483646 w 120"/>
              <a:gd name="T5" fmla="*/ 2147483646 h 119"/>
              <a:gd name="T6" fmla="*/ 2147483646 w 120"/>
              <a:gd name="T7" fmla="*/ 2147483646 h 119"/>
              <a:gd name="T8" fmla="*/ 2147483646 w 120"/>
              <a:gd name="T9" fmla="*/ 2147483646 h 119"/>
              <a:gd name="T10" fmla="*/ 2147483646 w 120"/>
              <a:gd name="T11" fmla="*/ 2147483646 h 119"/>
              <a:gd name="T12" fmla="*/ 2147483646 w 120"/>
              <a:gd name="T13" fmla="*/ 2147483646 h 119"/>
              <a:gd name="T14" fmla="*/ 2147483646 w 120"/>
              <a:gd name="T15" fmla="*/ 2147483646 h 119"/>
              <a:gd name="T16" fmla="*/ 2147483646 w 120"/>
              <a:gd name="T17" fmla="*/ 2147483646 h 119"/>
              <a:gd name="T18" fmla="*/ 2147483646 w 120"/>
              <a:gd name="T19" fmla="*/ 2147483646 h 119"/>
              <a:gd name="T20" fmla="*/ 2147483646 w 120"/>
              <a:gd name="T21" fmla="*/ 2147483646 h 119"/>
              <a:gd name="T22" fmla="*/ 2147483646 w 120"/>
              <a:gd name="T23" fmla="*/ 2147483646 h 119"/>
              <a:gd name="T24" fmla="*/ 2147483646 w 120"/>
              <a:gd name="T25" fmla="*/ 2147483646 h 119"/>
              <a:gd name="T26" fmla="*/ 2147483646 w 120"/>
              <a:gd name="T27" fmla="*/ 2147483646 h 119"/>
              <a:gd name="T28" fmla="*/ 2147483646 w 120"/>
              <a:gd name="T29" fmla="*/ 2147483646 h 119"/>
              <a:gd name="T30" fmla="*/ 2147483646 w 120"/>
              <a:gd name="T31" fmla="*/ 2147483646 h 119"/>
              <a:gd name="T32" fmla="*/ 2147483646 w 120"/>
              <a:gd name="T33" fmla="*/ 2147483646 h 119"/>
              <a:gd name="T34" fmla="*/ 2147483646 w 120"/>
              <a:gd name="T35" fmla="*/ 2147483646 h 119"/>
              <a:gd name="T36" fmla="*/ 2147483646 w 120"/>
              <a:gd name="T37" fmla="*/ 2147483646 h 119"/>
              <a:gd name="T38" fmla="*/ 2147483646 w 120"/>
              <a:gd name="T39" fmla="*/ 2147483646 h 119"/>
              <a:gd name="T40" fmla="*/ 2147483646 w 120"/>
              <a:gd name="T41" fmla="*/ 2147483646 h 119"/>
              <a:gd name="T42" fmla="*/ 2147483646 w 120"/>
              <a:gd name="T43" fmla="*/ 2147483646 h 11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20" h="119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Freeform 53"/>
          <p:cNvSpPr>
            <a:spLocks noEditPoints="1"/>
          </p:cNvSpPr>
          <p:nvPr userDrawn="1"/>
        </p:nvSpPr>
        <p:spPr bwMode="auto">
          <a:xfrm>
            <a:off x="9131078" y="5756342"/>
            <a:ext cx="222188" cy="250638"/>
          </a:xfrm>
          <a:custGeom>
            <a:avLst/>
            <a:gdLst>
              <a:gd name="T0" fmla="*/ 0 w 103"/>
              <a:gd name="T1" fmla="*/ 2147483646 h 116"/>
              <a:gd name="T2" fmla="*/ 0 w 103"/>
              <a:gd name="T3" fmla="*/ 2147483646 h 116"/>
              <a:gd name="T4" fmla="*/ 2147483646 w 103"/>
              <a:gd name="T5" fmla="*/ 2147483646 h 116"/>
              <a:gd name="T6" fmla="*/ 2147483646 w 103"/>
              <a:gd name="T7" fmla="*/ 2147483646 h 116"/>
              <a:gd name="T8" fmla="*/ 2147483646 w 103"/>
              <a:gd name="T9" fmla="*/ 2147483646 h 116"/>
              <a:gd name="T10" fmla="*/ 2147483646 w 103"/>
              <a:gd name="T11" fmla="*/ 2147483646 h 116"/>
              <a:gd name="T12" fmla="*/ 2147483646 w 103"/>
              <a:gd name="T13" fmla="*/ 2147483646 h 116"/>
              <a:gd name="T14" fmla="*/ 2147483646 w 103"/>
              <a:gd name="T15" fmla="*/ 2147483646 h 116"/>
              <a:gd name="T16" fmla="*/ 2147483646 w 103"/>
              <a:gd name="T17" fmla="*/ 2147483646 h 116"/>
              <a:gd name="T18" fmla="*/ 2147483646 w 103"/>
              <a:gd name="T19" fmla="*/ 2147483646 h 116"/>
              <a:gd name="T20" fmla="*/ 2147483646 w 103"/>
              <a:gd name="T21" fmla="*/ 2147483646 h 116"/>
              <a:gd name="T22" fmla="*/ 2147483646 w 103"/>
              <a:gd name="T23" fmla="*/ 2147483646 h 116"/>
              <a:gd name="T24" fmla="*/ 2147483646 w 103"/>
              <a:gd name="T25" fmla="*/ 2147483646 h 116"/>
              <a:gd name="T26" fmla="*/ 2147483646 w 103"/>
              <a:gd name="T27" fmla="*/ 0 h 116"/>
              <a:gd name="T28" fmla="*/ 2147483646 w 103"/>
              <a:gd name="T29" fmla="*/ 0 h 116"/>
              <a:gd name="T30" fmla="*/ 2147483646 w 103"/>
              <a:gd name="T31" fmla="*/ 2147483646 h 116"/>
              <a:gd name="T32" fmla="*/ 2147483646 w 103"/>
              <a:gd name="T33" fmla="*/ 2147483646 h 116"/>
              <a:gd name="T34" fmla="*/ 2147483646 w 103"/>
              <a:gd name="T35" fmla="*/ 2147483646 h 116"/>
              <a:gd name="T36" fmla="*/ 2147483646 w 103"/>
              <a:gd name="T37" fmla="*/ 2147483646 h 116"/>
              <a:gd name="T38" fmla="*/ 2147483646 w 103"/>
              <a:gd name="T39" fmla="*/ 2147483646 h 116"/>
              <a:gd name="T40" fmla="*/ 0 w 103"/>
              <a:gd name="T41" fmla="*/ 2147483646 h 116"/>
              <a:gd name="T42" fmla="*/ 2147483646 w 103"/>
              <a:gd name="T43" fmla="*/ 2147483646 h 116"/>
              <a:gd name="T44" fmla="*/ 2147483646 w 103"/>
              <a:gd name="T45" fmla="*/ 2147483646 h 116"/>
              <a:gd name="T46" fmla="*/ 2147483646 w 103"/>
              <a:gd name="T47" fmla="*/ 2147483646 h 116"/>
              <a:gd name="T48" fmla="*/ 2147483646 w 103"/>
              <a:gd name="T49" fmla="*/ 2147483646 h 116"/>
              <a:gd name="T50" fmla="*/ 2147483646 w 103"/>
              <a:gd name="T51" fmla="*/ 2147483646 h 116"/>
              <a:gd name="T52" fmla="*/ 2147483646 w 103"/>
              <a:gd name="T53" fmla="*/ 2147483646 h 116"/>
              <a:gd name="T54" fmla="*/ 2147483646 w 103"/>
              <a:gd name="T55" fmla="*/ 2147483646 h 116"/>
              <a:gd name="T56" fmla="*/ 2147483646 w 103"/>
              <a:gd name="T57" fmla="*/ 2147483646 h 116"/>
              <a:gd name="T58" fmla="*/ 2147483646 w 103"/>
              <a:gd name="T59" fmla="*/ 2147483646 h 116"/>
              <a:gd name="T60" fmla="*/ 2147483646 w 103"/>
              <a:gd name="T61" fmla="*/ 2147483646 h 116"/>
              <a:gd name="T62" fmla="*/ 2147483646 w 103"/>
              <a:gd name="T63" fmla="*/ 2147483646 h 116"/>
              <a:gd name="T64" fmla="*/ 2147483646 w 103"/>
              <a:gd name="T65" fmla="*/ 2147483646 h 116"/>
              <a:gd name="T66" fmla="*/ 2147483646 w 103"/>
              <a:gd name="T67" fmla="*/ 2147483646 h 116"/>
              <a:gd name="T68" fmla="*/ 2147483646 w 103"/>
              <a:gd name="T69" fmla="*/ 2147483646 h 116"/>
              <a:gd name="T70" fmla="*/ 2147483646 w 103"/>
              <a:gd name="T71" fmla="*/ 2147483646 h 116"/>
              <a:gd name="T72" fmla="*/ 2147483646 w 103"/>
              <a:gd name="T73" fmla="*/ 2147483646 h 116"/>
              <a:gd name="T74" fmla="*/ 2147483646 w 103"/>
              <a:gd name="T75" fmla="*/ 2147483646 h 116"/>
              <a:gd name="T76" fmla="*/ 2147483646 w 103"/>
              <a:gd name="T77" fmla="*/ 2147483646 h 116"/>
              <a:gd name="T78" fmla="*/ 2147483646 w 103"/>
              <a:gd name="T79" fmla="*/ 2147483646 h 116"/>
              <a:gd name="T80" fmla="*/ 2147483646 w 103"/>
              <a:gd name="T81" fmla="*/ 2147483646 h 116"/>
              <a:gd name="T82" fmla="*/ 2147483646 w 103"/>
              <a:gd name="T83" fmla="*/ 2147483646 h 116"/>
              <a:gd name="T84" fmla="*/ 2147483646 w 103"/>
              <a:gd name="T85" fmla="*/ 2147483646 h 116"/>
              <a:gd name="T86" fmla="*/ 2147483646 w 103"/>
              <a:gd name="T87" fmla="*/ 2147483646 h 116"/>
              <a:gd name="T88" fmla="*/ 2147483646 w 103"/>
              <a:gd name="T89" fmla="*/ 2147483646 h 116"/>
              <a:gd name="T90" fmla="*/ 2147483646 w 103"/>
              <a:gd name="T91" fmla="*/ 2147483646 h 116"/>
              <a:gd name="T92" fmla="*/ 2147483646 w 103"/>
              <a:gd name="T93" fmla="*/ 2147483646 h 116"/>
              <a:gd name="T94" fmla="*/ 2147483646 w 103"/>
              <a:gd name="T95" fmla="*/ 2147483646 h 116"/>
              <a:gd name="T96" fmla="*/ 2147483646 w 103"/>
              <a:gd name="T97" fmla="*/ 2147483646 h 116"/>
              <a:gd name="T98" fmla="*/ 2147483646 w 103"/>
              <a:gd name="T99" fmla="*/ 2147483646 h 116"/>
              <a:gd name="T100" fmla="*/ 2147483646 w 103"/>
              <a:gd name="T101" fmla="*/ 2147483646 h 116"/>
              <a:gd name="T102" fmla="*/ 2147483646 w 103"/>
              <a:gd name="T103" fmla="*/ 2147483646 h 116"/>
              <a:gd name="T104" fmla="*/ 2147483646 w 103"/>
              <a:gd name="T105" fmla="*/ 2147483646 h 116"/>
              <a:gd name="T106" fmla="*/ 2147483646 w 103"/>
              <a:gd name="T107" fmla="*/ 2147483646 h 116"/>
              <a:gd name="T108" fmla="*/ 2147483646 w 103"/>
              <a:gd name="T109" fmla="*/ 2147483646 h 116"/>
              <a:gd name="T110" fmla="*/ 2147483646 w 103"/>
              <a:gd name="T111" fmla="*/ 2147483646 h 116"/>
              <a:gd name="T112" fmla="*/ 2147483646 w 103"/>
              <a:gd name="T113" fmla="*/ 2147483646 h 116"/>
              <a:gd name="T114" fmla="*/ 2147483646 w 103"/>
              <a:gd name="T115" fmla="*/ 2147483646 h 11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03" h="116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45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8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직사각형 2"/>
          <p:cNvSpPr/>
          <p:nvPr userDrawn="1"/>
        </p:nvSpPr>
        <p:spPr>
          <a:xfrm>
            <a:off x="0" y="3295860"/>
            <a:ext cx="9906000" cy="35621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359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 userDrawn="1"/>
        </p:nvSpPr>
        <p:spPr>
          <a:xfrm>
            <a:off x="0" y="1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D8DADB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9203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3A620-34FB-4A04-8793-073963225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0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3" r:id="rId2"/>
    <p:sldLayoutId id="2147483696" r:id="rId3"/>
    <p:sldLayoutId id="2147483697" r:id="rId4"/>
    <p:sldLayoutId id="2147483663" r:id="rId5"/>
    <p:sldLayoutId id="2147483664" r:id="rId6"/>
    <p:sldLayoutId id="2147483695" r:id="rId7"/>
    <p:sldLayoutId id="2147483699" r:id="rId8"/>
    <p:sldLayoutId id="2147483703" r:id="rId9"/>
    <p:sldLayoutId id="2147483661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0"/>
          <p:cNvSpPr txBox="1">
            <a:spLocks/>
          </p:cNvSpPr>
          <p:nvPr/>
        </p:nvSpPr>
        <p:spPr>
          <a:xfrm flipH="1">
            <a:off x="4439902" y="2188378"/>
            <a:ext cx="4804765" cy="6013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</a:t>
            </a:r>
          </a:p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(New DDA v1.0)</a:t>
            </a:r>
          </a:p>
          <a:p>
            <a:pPr marL="0" indent="0" algn="r">
              <a:lnSpc>
                <a:spcPts val="3300"/>
              </a:lnSpc>
              <a:buNone/>
            </a:pPr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7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 History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806" y="1236617"/>
            <a:ext cx="57719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v1.0: </a:t>
            </a:r>
            <a:r>
              <a:rPr lang="ko-KR" altLang="en-US" smtClean="0"/>
              <a:t>초기 버전</a:t>
            </a:r>
            <a:endParaRPr lang="en-US" altLang="ko-KR" dirty="0" smtClean="0"/>
          </a:p>
          <a:p>
            <a:r>
              <a:rPr lang="en-US" altLang="ko-KR" dirty="0" smtClean="0"/>
              <a:t>v1.1: </a:t>
            </a:r>
            <a:r>
              <a:rPr lang="ko-KR" altLang="en-US" smtClean="0"/>
              <a:t>검사 </a:t>
            </a:r>
            <a:r>
              <a:rPr lang="en-US" altLang="ko-KR" dirty="0" smtClean="0"/>
              <a:t>type </a:t>
            </a:r>
            <a:r>
              <a:rPr lang="ko-KR" altLang="en-US" smtClean="0"/>
              <a:t>부분에서 </a:t>
            </a:r>
            <a:r>
              <a:rPr lang="en-US" altLang="ko-KR" dirty="0" smtClean="0"/>
              <a:t>calibration</a:t>
            </a:r>
            <a:r>
              <a:rPr lang="ko-KR" altLang="en-US" smtClean="0"/>
              <a:t>이 </a:t>
            </a:r>
            <a:r>
              <a:rPr lang="en-US" altLang="ko-KR" dirty="0" smtClean="0"/>
              <a:t>1</a:t>
            </a:r>
            <a:r>
              <a:rPr lang="ko-KR" altLang="en-US" smtClean="0"/>
              <a:t>번이 되도록 수정</a:t>
            </a:r>
            <a:endParaRPr lang="en-US" altLang="ko-KR" dirty="0" smtClean="0"/>
          </a:p>
          <a:p>
            <a:r>
              <a:rPr lang="en-US" altLang="ko-KR" dirty="0" smtClean="0"/>
              <a:t>v1.2: Wafer calibration</a:t>
            </a:r>
            <a:r>
              <a:rPr lang="ko-KR" altLang="en-US" smtClean="0"/>
              <a:t>용 위치에러 반환 </a:t>
            </a:r>
            <a:r>
              <a:rPr lang="ko-KR" altLang="en-US" smtClean="0"/>
              <a:t>추가</a:t>
            </a:r>
            <a:endParaRPr lang="en-US" altLang="ko-KR" dirty="0" smtClean="0"/>
          </a:p>
          <a:p>
            <a:r>
              <a:rPr lang="en-US" altLang="ko-KR" dirty="0" smtClean="0"/>
              <a:t>v1.3: Bottom Cal</a:t>
            </a:r>
            <a:r>
              <a:rPr lang="ko-KR" altLang="en-US" smtClean="0"/>
              <a:t>과 </a:t>
            </a:r>
            <a:r>
              <a:rPr lang="en-US" altLang="ko-KR" dirty="0" smtClean="0"/>
              <a:t>Inspection </a:t>
            </a:r>
            <a:r>
              <a:rPr lang="ko-KR" altLang="en-US" smtClean="0"/>
              <a:t>에 대하여 </a:t>
            </a:r>
            <a:r>
              <a:rPr lang="en-US" altLang="ko-KR" dirty="0" smtClean="0"/>
              <a:t>Response </a:t>
            </a:r>
            <a:r>
              <a:rPr lang="ko-KR" altLang="en-US" smtClean="0"/>
              <a:t>수정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0573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381628" y="933208"/>
            <a:ext cx="48239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IP : 192.168.0.1    Port : 7701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2865" y="1541728"/>
            <a:ext cx="13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제어 </a:t>
            </a:r>
            <a:r>
              <a:rPr lang="en-US" altLang="ko-KR" sz="1100" b="1" dirty="0" smtClean="0">
                <a:latin typeface="+mn-ea"/>
              </a:rPr>
              <a:t>S/W (Client)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541203" y="1812015"/>
            <a:ext cx="0" cy="47583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141747" y="1795082"/>
            <a:ext cx="0" cy="4758379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26647" y="1505874"/>
            <a:ext cx="1506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S/W (Server)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541202" y="2599105"/>
            <a:ext cx="3600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97925" y="3460309"/>
            <a:ext cx="2591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n-ea"/>
              </a:rPr>
              <a:t>$</a:t>
            </a:r>
            <a:r>
              <a:rPr lang="en-US" altLang="ko-KR" sz="1050" dirty="0" err="1">
                <a:latin typeface="+mn-ea"/>
              </a:rPr>
              <a:t>SITE_STATUS:</a:t>
            </a:r>
            <a:r>
              <a:rPr lang="en-US" altLang="ko-KR" sz="1050" i="1" dirty="0" err="1">
                <a:latin typeface="+mn-ea"/>
              </a:rPr>
              <a:t>site</a:t>
            </a:r>
            <a:r>
              <a:rPr lang="en-US" altLang="ko-KR" sz="1050" dirty="0" smtClean="0">
                <a:latin typeface="+mn-ea"/>
              </a:rPr>
              <a:t>@</a:t>
            </a:r>
            <a:endParaRPr lang="ko-KR" altLang="en-US" sz="105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1413" y="1869270"/>
            <a:ext cx="935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Connection</a:t>
            </a:r>
            <a:endParaRPr lang="ko-KR" altLang="en-US" sz="105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539461" y="3967547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981409" y="3721037"/>
            <a:ext cx="220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</a:t>
            </a:r>
            <a:r>
              <a:rPr lang="en-US" altLang="ko-KR" sz="1200" dirty="0" err="1" smtClean="0">
                <a:latin typeface="+mn-ea"/>
              </a:rPr>
              <a:t>SITE_STATUS:</a:t>
            </a:r>
            <a:r>
              <a:rPr lang="en-US" altLang="ko-KR" sz="1200" i="1" dirty="0" err="1" smtClean="0">
                <a:latin typeface="+mn-ea"/>
              </a:rPr>
              <a:t>site</a:t>
            </a:r>
            <a:r>
              <a:rPr lang="en-US" altLang="ko-KR" sz="1200" dirty="0" err="1" smtClean="0">
                <a:latin typeface="+mn-ea"/>
              </a:rPr>
              <a:t>,READY</a:t>
            </a:r>
            <a:r>
              <a:rPr lang="en-US" altLang="ko-KR" sz="1200" dirty="0">
                <a:latin typeface="+mn-ea"/>
              </a:rPr>
              <a:t>@ </a:t>
            </a:r>
            <a:endParaRPr lang="ko-KR" altLang="en-US" sz="1200"/>
          </a:p>
        </p:txBody>
      </p:sp>
      <p:sp>
        <p:nvSpPr>
          <p:cNvPr id="16" name="직사각형 15"/>
          <p:cNvSpPr/>
          <p:nvPr/>
        </p:nvSpPr>
        <p:spPr>
          <a:xfrm>
            <a:off x="1497925" y="2319375"/>
            <a:ext cx="16287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err="1">
                <a:latin typeface="+mn-ea"/>
              </a:rPr>
              <a:t>RECIPE:</a:t>
            </a:r>
            <a:r>
              <a:rPr lang="en-US" altLang="ko-KR" sz="1200" i="1" dirty="0" err="1">
                <a:latin typeface="+mn-ea"/>
              </a:rPr>
              <a:t>site,recipe</a:t>
            </a:r>
            <a:r>
              <a:rPr lang="en-US" altLang="ko-KR" sz="1200" dirty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2179" y="3613904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>
                <a:latin typeface="+mn-ea"/>
              </a:rPr>
              <a:t>상태체크</a:t>
            </a:r>
            <a:endParaRPr lang="ko-KR" altLang="en-US" sz="105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308" y="2413512"/>
            <a:ext cx="935746" cy="415498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</a:p>
          <a:p>
            <a:r>
              <a:rPr lang="ko-KR" altLang="en-US" sz="1050" dirty="0" err="1" smtClean="0">
                <a:latin typeface="+mn-ea"/>
              </a:rPr>
              <a:t>레시피</a:t>
            </a:r>
            <a:r>
              <a:rPr lang="ko-KR" altLang="en-US" sz="1050" dirty="0" smtClean="0">
                <a:latin typeface="+mn-ea"/>
              </a:rPr>
              <a:t> 변경</a:t>
            </a:r>
            <a:endParaRPr lang="ko-KR" altLang="en-US" sz="105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1584483" y="2885259"/>
            <a:ext cx="3557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924488" y="2596793"/>
            <a:ext cx="12605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$SETTING:OK@</a:t>
            </a:r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5225259" y="3468116"/>
            <a:ext cx="1580113" cy="64633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READY  : </a:t>
            </a:r>
            <a:r>
              <a:rPr lang="ko-KR" altLang="en-US" sz="1200" smtClean="0">
                <a:latin typeface="+mn-ea"/>
              </a:rPr>
              <a:t>준비 완료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BUSY    :  </a:t>
            </a:r>
            <a:r>
              <a:rPr lang="ko-KR" altLang="en-US" sz="1200" smtClean="0">
                <a:latin typeface="+mn-ea"/>
              </a:rPr>
              <a:t>검사중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ERROR  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smtClean="0">
                <a:latin typeface="+mn-ea"/>
              </a:rPr>
              <a:t>오류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9768" y="2467349"/>
            <a:ext cx="1276311" cy="46166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OK :  </a:t>
            </a:r>
            <a:r>
              <a:rPr lang="ko-KR" altLang="en-US" sz="1200" smtClean="0">
                <a:latin typeface="+mn-ea"/>
              </a:rPr>
              <a:t>변경 완료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NG :  </a:t>
            </a:r>
            <a:r>
              <a:rPr lang="ko-KR" altLang="en-US" sz="1200" smtClean="0">
                <a:latin typeface="+mn-ea"/>
              </a:rPr>
              <a:t>변경 실패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4482" y="4786789"/>
            <a:ext cx="13020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TEST:</a:t>
            </a:r>
            <a:r>
              <a:rPr lang="en-US" altLang="ko-KR" sz="1200" i="1" dirty="0" smtClean="0">
                <a:latin typeface="+mn-ea"/>
              </a:rPr>
              <a:t>site,1,id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1539461" y="503832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1584483" y="5270153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709198" y="5019593"/>
            <a:ext cx="20486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RESULT:</a:t>
            </a:r>
            <a:r>
              <a:rPr lang="en-US" altLang="ko-KR" sz="1200" i="1" dirty="0" smtClean="0">
                <a:latin typeface="+mn-ea"/>
              </a:rPr>
              <a:t>site,1,P,angle,x,y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76295" y="5091647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  <a:r>
              <a:rPr lang="ko-KR" altLang="en-US" sz="1050" smtClean="0">
                <a:latin typeface="+mn-ea"/>
              </a:rPr>
              <a:t>검사</a:t>
            </a:r>
            <a:endParaRPr lang="en-US" altLang="ko-KR" sz="1050" dirty="0" smtClean="0"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1515183" y="3733653"/>
            <a:ext cx="3626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750894" y="5262597"/>
            <a:ext cx="21562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>
                <a:solidFill>
                  <a:srgbClr val="FF0000"/>
                </a:solidFill>
                <a:latin typeface="+mn-ea"/>
              </a:rPr>
              <a:t>TSITE_STATUS:site,ERROR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H="1">
            <a:off x="1566375" y="5518171"/>
            <a:ext cx="3186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H="1">
            <a:off x="4752975" y="5272400"/>
            <a:ext cx="384324" cy="244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0237" y="4330732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On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1427" y="5950020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Off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94100" y="2180712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모든 사이트</a:t>
            </a:r>
            <a:r>
              <a:rPr lang="en-US" altLang="ko-KR" sz="1000" dirty="0" smtClean="0">
                <a:latin typeface="+mn-ea"/>
              </a:rPr>
              <a:t> Ready</a:t>
            </a:r>
            <a:r>
              <a:rPr lang="ko-KR" altLang="en-US" sz="1000" smtClean="0">
                <a:latin typeface="+mn-ea"/>
              </a:rPr>
              <a:t>상태에만 가능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smtClean="0">
                <a:solidFill>
                  <a:srgbClr val="FF0000"/>
                </a:solidFill>
                <a:latin typeface="+mn-ea"/>
              </a:rPr>
              <a:t>검사중 변경 금지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000" smtClean="0">
                <a:solidFill>
                  <a:srgbClr val="FF0000"/>
                </a:solidFill>
                <a:latin typeface="+mn-ea"/>
              </a:rPr>
              <a:t>변경 안됨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H="1">
            <a:off x="1397978" y="3097485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1400909" y="3153171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H="1">
            <a:off x="4982309" y="3120933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4994032" y="3167827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2663" y="1675567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</a:t>
            </a:r>
            <a:r>
              <a:rPr lang="en-US" altLang="ko-KR" sz="1000" dirty="0" smtClean="0">
                <a:latin typeface="+mn-ea"/>
              </a:rPr>
              <a:t>Site#1</a:t>
            </a:r>
            <a:r>
              <a:rPr lang="ko-KR" altLang="en-US" sz="1000" smtClean="0">
                <a:latin typeface="+mn-ea"/>
              </a:rPr>
              <a:t>에 대해서만 수행하면됨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r>
              <a:rPr lang="ko-KR" altLang="en-US" sz="1000" dirty="0" smtClean="0">
                <a:latin typeface="+mn-ea"/>
              </a:rPr>
              <a:t>변경 필요 시점에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smtClean="0">
                <a:latin typeface="+mn-ea"/>
              </a:rPr>
              <a:t>회만 수행 하면 됨</a:t>
            </a:r>
            <a:r>
              <a:rPr lang="en-US" altLang="ko-KR" sz="1000" dirty="0" smtClean="0">
                <a:latin typeface="+mn-ea"/>
              </a:rPr>
              <a:t>.</a:t>
            </a:r>
          </a:p>
        </p:txBody>
      </p:sp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59077" y="4151779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514056" y="440331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1559078" y="4660544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3911466" y="4393050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50" name="직사각형 49"/>
          <p:cNvSpPr/>
          <p:nvPr/>
        </p:nvSpPr>
        <p:spPr>
          <a:xfrm>
            <a:off x="1567540" y="5726581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522519" y="5978115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1567541" y="6235346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919929" y="5967852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6952964" y="4322074"/>
            <a:ext cx="151381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Site Definition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570032"/>
              </p:ext>
            </p:extLst>
          </p:nvPr>
        </p:nvGraphicFramePr>
        <p:xfrm>
          <a:off x="6606779" y="4790245"/>
          <a:ext cx="2140182" cy="1619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/>
                <a:gridCol w="1388218"/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Name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Wafer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</a:t>
                      </a:r>
                      <a:r>
                        <a:rPr lang="en-US" altLang="ko-KR" sz="1100" baseline="0" dirty="0" smtClean="0"/>
                        <a:t> Front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 Rear</a:t>
                      </a:r>
                      <a:endParaRPr lang="ko-KR" altLang="en-US" sz="110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Front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5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Rear</a:t>
                      </a:r>
                      <a:endParaRPr lang="ko-KR" altLang="en-US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49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804604"/>
              </p:ext>
            </p:extLst>
          </p:nvPr>
        </p:nvGraphicFramePr>
        <p:xfrm>
          <a:off x="364047" y="1884671"/>
          <a:ext cx="9100464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6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594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950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831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Request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SITE_STATUS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Site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상태 요청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$SITE_STATUS:1@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,READY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준비상태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검사가능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,BUSY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검사중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,ERROR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오류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GET_RECIPE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GET_RECIPE: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site,maxnum,option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i="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i="0" smtClean="0">
                          <a:latin typeface="+mn-ea"/>
                          <a:ea typeface="+mn-ea"/>
                        </a:rPr>
                        <a:t>리스트 요청</a:t>
                      </a:r>
                      <a:endParaRPr lang="en-US" altLang="ko-KR" sz="1100" i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 : 1 (Site</a:t>
                      </a:r>
                      <a:r>
                        <a:rPr lang="ko-KR" altLang="en-US" sz="900" i="0" smtClean="0">
                          <a:latin typeface="+mn-ea"/>
                          <a:ea typeface="+mn-ea"/>
                        </a:rPr>
                        <a:t>별로 구분 없음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i="0" baseline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baseline="0" dirty="0" err="1" smtClean="0">
                          <a:latin typeface="+mn-ea"/>
                          <a:ea typeface="+mn-ea"/>
                        </a:rPr>
                        <a:t>maxnum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 요청 최대 개수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▶option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생성순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, 2: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최근 사용순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$RECIPE_LIST:</a:t>
                      </a:r>
                      <a:r>
                        <a:rPr lang="en-US" altLang="ko-KR" sz="1100" i="1" dirty="0" smtClean="0">
                          <a:latin typeface="+mn-ea"/>
                          <a:ea typeface="+mn-ea"/>
                        </a:rPr>
                        <a:t>site,num,recipe1,recipe2,recipe3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,……@</a:t>
                      </a:r>
                    </a:p>
                    <a:p>
                      <a:pPr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실제 레시피 개수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RECIPE: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site,recipe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변경 요청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: 1  (Site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별로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Recipe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변경 필요 없음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▶recipe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Vision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레시피명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$RECIPE:1,RECIPE1@</a:t>
                      </a:r>
                      <a:endParaRPr lang="ko-KR" altLang="en-US" sz="900" i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$SETTING:OK@     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레시피 변경 완료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$SETTING:NG@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레시피 변경 실패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TEST: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site,type,target_id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검사 요청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: 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~ 5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→ Site Definition 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참고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1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Calibration,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Inspection,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3: Left Wafer Inspection, 4: Right Wafer Inspection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target_id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900" b="1" smtClean="0">
                          <a:latin typeface="+mn-ea"/>
                          <a:ea typeface="+mn-ea"/>
                        </a:rPr>
                        <a:t>검사시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ID,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Bottom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검사시 검사 개수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그 외는 이용 안하므로 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dummy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데이터 추가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endParaRPr lang="en-US" altLang="ko-KR" sz="9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 $TEST:1,3,BJWC73.14@  → Left Wafer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$TEST:1,1,NA@  → Wafer Calibration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$TEST:4,2,10@ → Bottom front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▶Response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에 대하여 다음 페이지들의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별 응답 내용 참고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※[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Wafer Inspection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3(Left),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4(Right)</a:t>
                      </a:r>
                      <a:r>
                        <a:rPr lang="ko-KR" altLang="en-US" sz="11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이용 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Wafer Inspection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시작하기 전에 공유 폴더에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Map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aseline="0" smtClean="0">
                          <a:latin typeface="맑은 고딕" panose="020B0503020000020004" pitchFamily="50" charset="-127"/>
                          <a:ea typeface="+mn-ea"/>
                        </a:rPr>
                        <a:t>파일을 넣어 두어야 함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Bottom Inspection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Vision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검사 요청을 하고 로봇을 이동 시키면 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Handler -&gt; Vision</a:t>
            </a:r>
            <a:endParaRPr lang="ko-KR" altLang="en-US" sz="1100" b="1">
              <a:latin typeface="+mn-ea"/>
            </a:endParaRPr>
          </a:p>
        </p:txBody>
      </p:sp>
      <p:sp>
        <p:nvSpPr>
          <p:cNvPr id="9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08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691072"/>
              </p:ext>
            </p:extLst>
          </p:nvPr>
        </p:nvGraphicFramePr>
        <p:xfrm>
          <a:off x="364047" y="1831919"/>
          <a:ext cx="89279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Wafer site no (1)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3: Inspection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Left, 4: Inspection Right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A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각도에러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L→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위치에러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X (Calibration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Y (Calibration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$RESULT:1,1,P,1.5,NA,NA@ → Wafer Calibration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$RESULT:1,3,P,1.5,3500,3500@ → Left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검사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3074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(Wafer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1276"/>
              </p:ext>
            </p:extLst>
          </p:nvPr>
        </p:nvGraphicFramePr>
        <p:xfrm>
          <a:off x="364047" y="1831919"/>
          <a:ext cx="8927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Top site no (2~3)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NA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$RESULT:2,1,P,NA,1.5,1.1@ → Top Calibration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2: Top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3: Top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63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(Top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8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106815"/>
              </p:ext>
            </p:extLst>
          </p:nvPr>
        </p:nvGraphicFramePr>
        <p:xfrm>
          <a:off x="364047" y="1831919"/>
          <a:ext cx="8927999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44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66333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Bottom site no (4~5)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2: Inspection)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┌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D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디펙다이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i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i="1" smtClean="0">
                          <a:latin typeface="+mn-ea"/>
                          <a:ea typeface="+mn-ea"/>
                        </a:rPr>
                        <a:t>회 반복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ko-KR" altLang="en-US" sz="1000" i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└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RESULT:4,1,P,0.3,1.5,1.1,D,0.3,1.5,1.1@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→ Calibration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$RESULT:4,2,P,0.3,1.5,1.1,D,0.3,1.5,1.1,P,0.3,1.5,1.1,P,0.3,1.5,1.1,P,0.3,1.5,1.1,P,0.3,1.5,1.1,P,0.3,1.5,1.1,P,0.3,1.5,1.1,P,0.3,1.5,1.1,P,0.3,1.5,1.1@ → Inspection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4: Bottom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5: Bottom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935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(Bottom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0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87825"/>
              </p:ext>
            </p:extLst>
          </p:nvPr>
        </p:nvGraphicFramePr>
        <p:xfrm>
          <a:off x="364047" y="1831919"/>
          <a:ext cx="89279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994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5038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GRAB_STATUS</a:t>
                      </a: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(Grab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상태 전송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GRAB_STATUS: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site,result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Camera 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상태를 전송한다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(Grab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상태 전송 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수행됨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Handler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에서는 정상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수신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로 직시 이동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하여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T/T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을 감소 시킬 수 있다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이동 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또는 이동 후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$RESULT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latinLnBrk="1"/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$GRAB_STATUS:1,OK@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2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/>
          <p:cNvSpPr txBox="1">
            <a:spLocks/>
          </p:cNvSpPr>
          <p:nvPr/>
        </p:nvSpPr>
        <p:spPr>
          <a:xfrm>
            <a:off x="1216174" y="2160910"/>
            <a:ext cx="2487655" cy="472113"/>
          </a:xfrm>
          <a:prstGeom prst="rect">
            <a:avLst/>
          </a:prstGeom>
        </p:spPr>
        <p:txBody>
          <a:bodyPr vert="horz" wrap="square" lIns="0" tIns="10347" rIns="0" bIns="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7" algn="l">
              <a:lnSpc>
                <a:spcPts val="3600"/>
              </a:lnSpc>
              <a:spcBef>
                <a:spcPts val="81"/>
              </a:spcBef>
            </a:pPr>
            <a:r>
              <a:rPr lang="en-US" sz="3700" b="1" spc="14">
                <a:solidFill>
                  <a:srgbClr val="616161"/>
                </a:solidFill>
                <a:latin typeface="+mj-ea"/>
                <a:cs typeface="나눔바른고딕"/>
              </a:rPr>
              <a:t>Thank you</a:t>
            </a:r>
            <a:endParaRPr lang="en-US" sz="3700">
              <a:solidFill>
                <a:srgbClr val="616161"/>
              </a:solidFill>
              <a:latin typeface="+mj-ea"/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373749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5704</TotalTime>
  <Words>1001</Words>
  <Application>Microsoft Office PowerPoint</Application>
  <PresentationFormat>A4 용지(210x297mm)</PresentationFormat>
  <Paragraphs>196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Gill Sans</vt:lpstr>
      <vt:lpstr>Karla</vt:lpstr>
      <vt:lpstr>나눔바른고딕</vt:lpstr>
      <vt:lpstr>맑은 고딕</vt:lpstr>
      <vt:lpstr>맑은 고딕 Semilight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</dc:creator>
  <cp:lastModifiedBy>Microsoft 계정</cp:lastModifiedBy>
  <cp:revision>390</cp:revision>
  <dcterms:created xsi:type="dcterms:W3CDTF">2019-04-16T06:55:40Z</dcterms:created>
  <dcterms:modified xsi:type="dcterms:W3CDTF">2023-11-21T07:36:14Z</dcterms:modified>
</cp:coreProperties>
</file>
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11"/>
  </p:notesMasterIdLst>
  <p:sldIdLst>
    <p:sldId id="339" r:id="rId2"/>
    <p:sldId id="354" r:id="rId3"/>
    <p:sldId id="367" r:id="rId4"/>
    <p:sldId id="355" r:id="rId5"/>
    <p:sldId id="357" r:id="rId6"/>
    <p:sldId id="361" r:id="rId7"/>
    <p:sldId id="362" r:id="rId8"/>
    <p:sldId id="360" r:id="rId9"/>
    <p:sldId id="337" r:id="rId10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6A6A"/>
    <a:srgbClr val="7F7F7F"/>
    <a:srgbClr val="959595"/>
    <a:srgbClr val="595959"/>
    <a:srgbClr val="8B8B8B"/>
    <a:srgbClr val="D8DADB"/>
    <a:srgbClr val="797B7C"/>
    <a:srgbClr val="8A8A8A"/>
    <a:srgbClr val="656868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8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E298C-C6FD-41B8-8ED5-FFA16115303E}" type="datetimeFigureOut">
              <a:rPr lang="ko-KR" altLang="en-US" smtClean="0"/>
              <a:t>2024-06-05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FBD2E-58B1-4E97-A8FF-91EDE0C80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021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62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9200868" y="6377714"/>
            <a:ext cx="3450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A5A3238-BEE8-4AE6-BD8E-A5E1C9B2A4CD}" type="slidenum">
              <a:rPr lang="en-US" altLang="ko-KR" sz="105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105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439932" y="850687"/>
            <a:ext cx="902613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881" y="464089"/>
            <a:ext cx="738522" cy="259948"/>
          </a:xfrm>
          <a:prstGeom prst="rect">
            <a:avLst/>
          </a:prstGeom>
        </p:spPr>
      </p:pic>
      <p:grpSp>
        <p:nvGrpSpPr>
          <p:cNvPr id="22" name="그룹 21"/>
          <p:cNvGrpSpPr/>
          <p:nvPr userDrawn="1"/>
        </p:nvGrpSpPr>
        <p:grpSpPr>
          <a:xfrm>
            <a:off x="6765006" y="422994"/>
            <a:ext cx="1714242" cy="324277"/>
            <a:chOff x="593284" y="6273736"/>
            <a:chExt cx="1507065" cy="285086"/>
          </a:xfrm>
        </p:grpSpPr>
        <p:sp>
          <p:nvSpPr>
            <p:cNvPr id="23" name="Freeform 35"/>
            <p:cNvSpPr>
              <a:spLocks noEditPoints="1"/>
            </p:cNvSpPr>
            <p:nvPr/>
          </p:nvSpPr>
          <p:spPr bwMode="auto">
            <a:xfrm>
              <a:off x="593284" y="6273736"/>
              <a:ext cx="1507065" cy="285086"/>
            </a:xfrm>
            <a:custGeom>
              <a:avLst/>
              <a:gdLst>
                <a:gd name="T0" fmla="*/ 1172 w 1192"/>
                <a:gd name="T1" fmla="*/ 20 h 222"/>
                <a:gd name="T2" fmla="*/ 1172 w 1192"/>
                <a:gd name="T3" fmla="*/ 202 h 222"/>
                <a:gd name="T4" fmla="*/ 20 w 1192"/>
                <a:gd name="T5" fmla="*/ 202 h 222"/>
                <a:gd name="T6" fmla="*/ 20 w 1192"/>
                <a:gd name="T7" fmla="*/ 20 h 222"/>
                <a:gd name="T8" fmla="*/ 1172 w 1192"/>
                <a:gd name="T9" fmla="*/ 20 h 222"/>
                <a:gd name="T10" fmla="*/ 1192 w 1192"/>
                <a:gd name="T11" fmla="*/ 0 h 222"/>
                <a:gd name="T12" fmla="*/ 1192 w 1192"/>
                <a:gd name="T13" fmla="*/ 0 h 222"/>
                <a:gd name="T14" fmla="*/ 0 w 1192"/>
                <a:gd name="T15" fmla="*/ 0 h 222"/>
                <a:gd name="T16" fmla="*/ 0 w 1192"/>
                <a:gd name="T17" fmla="*/ 0 h 222"/>
                <a:gd name="T18" fmla="*/ 0 w 1192"/>
                <a:gd name="T19" fmla="*/ 222 h 222"/>
                <a:gd name="T20" fmla="*/ 0 w 1192"/>
                <a:gd name="T21" fmla="*/ 222 h 222"/>
                <a:gd name="T22" fmla="*/ 1192 w 1192"/>
                <a:gd name="T23" fmla="*/ 222 h 222"/>
                <a:gd name="T24" fmla="*/ 1192 w 1192"/>
                <a:gd name="T25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2" h="222">
                  <a:moveTo>
                    <a:pt x="1172" y="20"/>
                  </a:moveTo>
                  <a:cubicBezTo>
                    <a:pt x="1172" y="202"/>
                    <a:pt x="1172" y="202"/>
                    <a:pt x="1172" y="202"/>
                  </a:cubicBezTo>
                  <a:cubicBezTo>
                    <a:pt x="20" y="202"/>
                    <a:pt x="20" y="202"/>
                    <a:pt x="20" y="20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172" y="20"/>
                    <a:pt x="1172" y="20"/>
                    <a:pt x="1172" y="20"/>
                  </a:cubicBezTo>
                  <a:moveTo>
                    <a:pt x="1192" y="0"/>
                  </a:moveTo>
                  <a:cubicBezTo>
                    <a:pt x="1192" y="0"/>
                    <a:pt x="1192" y="0"/>
                    <a:pt x="11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1192" y="222"/>
                    <a:pt x="1192" y="222"/>
                    <a:pt x="1192" y="222"/>
                  </a:cubicBezTo>
                  <a:cubicBezTo>
                    <a:pt x="1192" y="0"/>
                    <a:pt x="1192" y="0"/>
                    <a:pt x="1192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36"/>
            <p:cNvSpPr>
              <a:spLocks/>
            </p:cNvSpPr>
            <p:nvPr/>
          </p:nvSpPr>
          <p:spPr bwMode="auto">
            <a:xfrm>
              <a:off x="682697" y="6351487"/>
              <a:ext cx="107555" cy="130880"/>
            </a:xfrm>
            <a:custGeom>
              <a:avLst/>
              <a:gdLst>
                <a:gd name="T0" fmla="*/ 72 w 85"/>
                <a:gd name="T1" fmla="*/ 74 h 101"/>
                <a:gd name="T2" fmla="*/ 73 w 85"/>
                <a:gd name="T3" fmla="*/ 74 h 101"/>
                <a:gd name="T4" fmla="*/ 75 w 85"/>
                <a:gd name="T5" fmla="*/ 75 h 101"/>
                <a:gd name="T6" fmla="*/ 84 w 85"/>
                <a:gd name="T7" fmla="*/ 85 h 101"/>
                <a:gd name="T8" fmla="*/ 69 w 85"/>
                <a:gd name="T9" fmla="*/ 97 h 101"/>
                <a:gd name="T10" fmla="*/ 48 w 85"/>
                <a:gd name="T11" fmla="*/ 101 h 101"/>
                <a:gd name="T12" fmla="*/ 28 w 85"/>
                <a:gd name="T13" fmla="*/ 97 h 101"/>
                <a:gd name="T14" fmla="*/ 12 w 85"/>
                <a:gd name="T15" fmla="*/ 86 h 101"/>
                <a:gd name="T16" fmla="*/ 3 w 85"/>
                <a:gd name="T17" fmla="*/ 70 h 101"/>
                <a:gd name="T18" fmla="*/ 0 w 85"/>
                <a:gd name="T19" fmla="*/ 50 h 101"/>
                <a:gd name="T20" fmla="*/ 3 w 85"/>
                <a:gd name="T21" fmla="*/ 30 h 101"/>
                <a:gd name="T22" fmla="*/ 14 w 85"/>
                <a:gd name="T23" fmla="*/ 14 h 101"/>
                <a:gd name="T24" fmla="*/ 30 w 85"/>
                <a:gd name="T25" fmla="*/ 3 h 101"/>
                <a:gd name="T26" fmla="*/ 51 w 85"/>
                <a:gd name="T27" fmla="*/ 0 h 101"/>
                <a:gd name="T28" fmla="*/ 62 w 85"/>
                <a:gd name="T29" fmla="*/ 1 h 101"/>
                <a:gd name="T30" fmla="*/ 71 w 85"/>
                <a:gd name="T31" fmla="*/ 3 h 101"/>
                <a:gd name="T32" fmla="*/ 79 w 85"/>
                <a:gd name="T33" fmla="*/ 7 h 101"/>
                <a:gd name="T34" fmla="*/ 85 w 85"/>
                <a:gd name="T35" fmla="*/ 13 h 101"/>
                <a:gd name="T36" fmla="*/ 78 w 85"/>
                <a:gd name="T37" fmla="*/ 23 h 101"/>
                <a:gd name="T38" fmla="*/ 76 w 85"/>
                <a:gd name="T39" fmla="*/ 25 h 101"/>
                <a:gd name="T40" fmla="*/ 73 w 85"/>
                <a:gd name="T41" fmla="*/ 26 h 101"/>
                <a:gd name="T42" fmla="*/ 71 w 85"/>
                <a:gd name="T43" fmla="*/ 25 h 101"/>
                <a:gd name="T44" fmla="*/ 68 w 85"/>
                <a:gd name="T45" fmla="*/ 24 h 101"/>
                <a:gd name="T46" fmla="*/ 66 w 85"/>
                <a:gd name="T47" fmla="*/ 22 h 101"/>
                <a:gd name="T48" fmla="*/ 62 w 85"/>
                <a:gd name="T49" fmla="*/ 20 h 101"/>
                <a:gd name="T50" fmla="*/ 58 w 85"/>
                <a:gd name="T51" fmla="*/ 19 h 101"/>
                <a:gd name="T52" fmla="*/ 51 w 85"/>
                <a:gd name="T53" fmla="*/ 18 h 101"/>
                <a:gd name="T54" fmla="*/ 40 w 85"/>
                <a:gd name="T55" fmla="*/ 21 h 101"/>
                <a:gd name="T56" fmla="*/ 31 w 85"/>
                <a:gd name="T57" fmla="*/ 27 h 101"/>
                <a:gd name="T58" fmla="*/ 25 w 85"/>
                <a:gd name="T59" fmla="*/ 37 h 101"/>
                <a:gd name="T60" fmla="*/ 23 w 85"/>
                <a:gd name="T61" fmla="*/ 50 h 101"/>
                <a:gd name="T62" fmla="*/ 25 w 85"/>
                <a:gd name="T63" fmla="*/ 64 h 101"/>
                <a:gd name="T64" fmla="*/ 31 w 85"/>
                <a:gd name="T65" fmla="*/ 74 h 101"/>
                <a:gd name="T66" fmla="*/ 39 w 85"/>
                <a:gd name="T67" fmla="*/ 80 h 101"/>
                <a:gd name="T68" fmla="*/ 49 w 85"/>
                <a:gd name="T69" fmla="*/ 82 h 101"/>
                <a:gd name="T70" fmla="*/ 55 w 85"/>
                <a:gd name="T71" fmla="*/ 82 h 101"/>
                <a:gd name="T72" fmla="*/ 60 w 85"/>
                <a:gd name="T73" fmla="*/ 80 h 101"/>
                <a:gd name="T74" fmla="*/ 64 w 85"/>
                <a:gd name="T75" fmla="*/ 79 h 101"/>
                <a:gd name="T76" fmla="*/ 68 w 85"/>
                <a:gd name="T77" fmla="*/ 76 h 101"/>
                <a:gd name="T78" fmla="*/ 70 w 85"/>
                <a:gd name="T79" fmla="*/ 74 h 101"/>
                <a:gd name="T80" fmla="*/ 72 w 85"/>
                <a:gd name="T81" fmla="*/ 7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5" h="101">
                  <a:moveTo>
                    <a:pt x="72" y="74"/>
                  </a:moveTo>
                  <a:cubicBezTo>
                    <a:pt x="72" y="74"/>
                    <a:pt x="73" y="74"/>
                    <a:pt x="73" y="74"/>
                  </a:cubicBezTo>
                  <a:cubicBezTo>
                    <a:pt x="74" y="75"/>
                    <a:pt x="75" y="75"/>
                    <a:pt x="75" y="75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80" y="90"/>
                    <a:pt x="75" y="94"/>
                    <a:pt x="69" y="97"/>
                  </a:cubicBezTo>
                  <a:cubicBezTo>
                    <a:pt x="63" y="99"/>
                    <a:pt x="56" y="101"/>
                    <a:pt x="48" y="101"/>
                  </a:cubicBezTo>
                  <a:cubicBezTo>
                    <a:pt x="40" y="101"/>
                    <a:pt x="34" y="99"/>
                    <a:pt x="28" y="97"/>
                  </a:cubicBezTo>
                  <a:cubicBezTo>
                    <a:pt x="22" y="94"/>
                    <a:pt x="17" y="91"/>
                    <a:pt x="12" y="86"/>
                  </a:cubicBezTo>
                  <a:cubicBezTo>
                    <a:pt x="8" y="82"/>
                    <a:pt x="5" y="76"/>
                    <a:pt x="3" y="70"/>
                  </a:cubicBezTo>
                  <a:cubicBezTo>
                    <a:pt x="1" y="64"/>
                    <a:pt x="0" y="57"/>
                    <a:pt x="0" y="50"/>
                  </a:cubicBezTo>
                  <a:cubicBezTo>
                    <a:pt x="0" y="43"/>
                    <a:pt x="1" y="36"/>
                    <a:pt x="3" y="30"/>
                  </a:cubicBezTo>
                  <a:cubicBezTo>
                    <a:pt x="6" y="24"/>
                    <a:pt x="9" y="18"/>
                    <a:pt x="14" y="14"/>
                  </a:cubicBezTo>
                  <a:cubicBezTo>
                    <a:pt x="19" y="9"/>
                    <a:pt x="24" y="6"/>
                    <a:pt x="30" y="3"/>
                  </a:cubicBezTo>
                  <a:cubicBezTo>
                    <a:pt x="37" y="1"/>
                    <a:pt x="44" y="0"/>
                    <a:pt x="51" y="0"/>
                  </a:cubicBezTo>
                  <a:cubicBezTo>
                    <a:pt x="55" y="0"/>
                    <a:pt x="59" y="0"/>
                    <a:pt x="62" y="1"/>
                  </a:cubicBezTo>
                  <a:cubicBezTo>
                    <a:pt x="65" y="1"/>
                    <a:pt x="68" y="2"/>
                    <a:pt x="71" y="3"/>
                  </a:cubicBezTo>
                  <a:cubicBezTo>
                    <a:pt x="74" y="4"/>
                    <a:pt x="77" y="6"/>
                    <a:pt x="79" y="7"/>
                  </a:cubicBezTo>
                  <a:cubicBezTo>
                    <a:pt x="81" y="9"/>
                    <a:pt x="84" y="11"/>
                    <a:pt x="85" y="13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7" y="24"/>
                    <a:pt x="77" y="24"/>
                    <a:pt x="76" y="25"/>
                  </a:cubicBezTo>
                  <a:cubicBezTo>
                    <a:pt x="75" y="25"/>
                    <a:pt x="74" y="26"/>
                    <a:pt x="73" y="26"/>
                  </a:cubicBezTo>
                  <a:cubicBezTo>
                    <a:pt x="72" y="26"/>
                    <a:pt x="71" y="25"/>
                    <a:pt x="71" y="25"/>
                  </a:cubicBezTo>
                  <a:cubicBezTo>
                    <a:pt x="70" y="25"/>
                    <a:pt x="69" y="24"/>
                    <a:pt x="68" y="24"/>
                  </a:cubicBezTo>
                  <a:cubicBezTo>
                    <a:pt x="68" y="23"/>
                    <a:pt x="67" y="23"/>
                    <a:pt x="66" y="22"/>
                  </a:cubicBezTo>
                  <a:cubicBezTo>
                    <a:pt x="65" y="21"/>
                    <a:pt x="64" y="21"/>
                    <a:pt x="62" y="20"/>
                  </a:cubicBezTo>
                  <a:cubicBezTo>
                    <a:pt x="61" y="20"/>
                    <a:pt x="59" y="19"/>
                    <a:pt x="58" y="19"/>
                  </a:cubicBezTo>
                  <a:cubicBezTo>
                    <a:pt x="56" y="19"/>
                    <a:pt x="54" y="18"/>
                    <a:pt x="51" y="18"/>
                  </a:cubicBezTo>
                  <a:cubicBezTo>
                    <a:pt x="47" y="18"/>
                    <a:pt x="43" y="19"/>
                    <a:pt x="40" y="21"/>
                  </a:cubicBezTo>
                  <a:cubicBezTo>
                    <a:pt x="36" y="22"/>
                    <a:pt x="33" y="24"/>
                    <a:pt x="31" y="27"/>
                  </a:cubicBezTo>
                  <a:cubicBezTo>
                    <a:pt x="28" y="30"/>
                    <a:pt x="27" y="33"/>
                    <a:pt x="25" y="37"/>
                  </a:cubicBezTo>
                  <a:cubicBezTo>
                    <a:pt x="24" y="41"/>
                    <a:pt x="23" y="45"/>
                    <a:pt x="23" y="50"/>
                  </a:cubicBezTo>
                  <a:cubicBezTo>
                    <a:pt x="23" y="55"/>
                    <a:pt x="24" y="60"/>
                    <a:pt x="25" y="64"/>
                  </a:cubicBezTo>
                  <a:cubicBezTo>
                    <a:pt x="27" y="68"/>
                    <a:pt x="28" y="71"/>
                    <a:pt x="31" y="74"/>
                  </a:cubicBezTo>
                  <a:cubicBezTo>
                    <a:pt x="33" y="76"/>
                    <a:pt x="36" y="78"/>
                    <a:pt x="39" y="80"/>
                  </a:cubicBezTo>
                  <a:cubicBezTo>
                    <a:pt x="42" y="81"/>
                    <a:pt x="46" y="82"/>
                    <a:pt x="49" y="82"/>
                  </a:cubicBezTo>
                  <a:cubicBezTo>
                    <a:pt x="51" y="82"/>
                    <a:pt x="53" y="82"/>
                    <a:pt x="55" y="82"/>
                  </a:cubicBezTo>
                  <a:cubicBezTo>
                    <a:pt x="57" y="81"/>
                    <a:pt x="58" y="81"/>
                    <a:pt x="60" y="80"/>
                  </a:cubicBezTo>
                  <a:cubicBezTo>
                    <a:pt x="61" y="80"/>
                    <a:pt x="63" y="79"/>
                    <a:pt x="64" y="79"/>
                  </a:cubicBezTo>
                  <a:cubicBezTo>
                    <a:pt x="65" y="78"/>
                    <a:pt x="67" y="77"/>
                    <a:pt x="68" y="76"/>
                  </a:cubicBezTo>
                  <a:cubicBezTo>
                    <a:pt x="69" y="75"/>
                    <a:pt x="69" y="75"/>
                    <a:pt x="70" y="74"/>
                  </a:cubicBezTo>
                  <a:cubicBezTo>
                    <a:pt x="70" y="74"/>
                    <a:pt x="71" y="74"/>
                    <a:pt x="72" y="74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Freeform 37"/>
            <p:cNvSpPr>
              <a:spLocks noEditPoints="1"/>
            </p:cNvSpPr>
            <p:nvPr/>
          </p:nvSpPr>
          <p:spPr bwMode="auto">
            <a:xfrm>
              <a:off x="803210" y="6351487"/>
              <a:ext cx="129584" cy="130880"/>
            </a:xfrm>
            <a:custGeom>
              <a:avLst/>
              <a:gdLst>
                <a:gd name="T0" fmla="*/ 103 w 103"/>
                <a:gd name="T1" fmla="*/ 50 h 101"/>
                <a:gd name="T2" fmla="*/ 99 w 103"/>
                <a:gd name="T3" fmla="*/ 70 h 101"/>
                <a:gd name="T4" fmla="*/ 89 w 103"/>
                <a:gd name="T5" fmla="*/ 86 h 101"/>
                <a:gd name="T6" fmla="*/ 72 w 103"/>
                <a:gd name="T7" fmla="*/ 97 h 101"/>
                <a:gd name="T8" fmla="*/ 51 w 103"/>
                <a:gd name="T9" fmla="*/ 101 h 101"/>
                <a:gd name="T10" fmla="*/ 30 w 103"/>
                <a:gd name="T11" fmla="*/ 97 h 101"/>
                <a:gd name="T12" fmla="*/ 14 w 103"/>
                <a:gd name="T13" fmla="*/ 86 h 101"/>
                <a:gd name="T14" fmla="*/ 4 w 103"/>
                <a:gd name="T15" fmla="*/ 70 h 101"/>
                <a:gd name="T16" fmla="*/ 0 w 103"/>
                <a:gd name="T17" fmla="*/ 50 h 101"/>
                <a:gd name="T18" fmla="*/ 4 w 103"/>
                <a:gd name="T19" fmla="*/ 30 h 101"/>
                <a:gd name="T20" fmla="*/ 14 w 103"/>
                <a:gd name="T21" fmla="*/ 14 h 101"/>
                <a:gd name="T22" fmla="*/ 30 w 103"/>
                <a:gd name="T23" fmla="*/ 3 h 101"/>
                <a:gd name="T24" fmla="*/ 51 w 103"/>
                <a:gd name="T25" fmla="*/ 0 h 101"/>
                <a:gd name="T26" fmla="*/ 72 w 103"/>
                <a:gd name="T27" fmla="*/ 3 h 101"/>
                <a:gd name="T28" fmla="*/ 89 w 103"/>
                <a:gd name="T29" fmla="*/ 14 h 101"/>
                <a:gd name="T30" fmla="*/ 99 w 103"/>
                <a:gd name="T31" fmla="*/ 30 h 101"/>
                <a:gd name="T32" fmla="*/ 103 w 103"/>
                <a:gd name="T33" fmla="*/ 50 h 101"/>
                <a:gd name="T34" fmla="*/ 79 w 103"/>
                <a:gd name="T35" fmla="*/ 50 h 101"/>
                <a:gd name="T36" fmla="*/ 77 w 103"/>
                <a:gd name="T37" fmla="*/ 37 h 101"/>
                <a:gd name="T38" fmla="*/ 72 w 103"/>
                <a:gd name="T39" fmla="*/ 27 h 101"/>
                <a:gd name="T40" fmla="*/ 63 w 103"/>
                <a:gd name="T41" fmla="*/ 21 h 101"/>
                <a:gd name="T42" fmla="*/ 51 w 103"/>
                <a:gd name="T43" fmla="*/ 18 h 101"/>
                <a:gd name="T44" fmla="*/ 40 w 103"/>
                <a:gd name="T45" fmla="*/ 21 h 101"/>
                <a:gd name="T46" fmla="*/ 31 w 103"/>
                <a:gd name="T47" fmla="*/ 27 h 101"/>
                <a:gd name="T48" fmla="*/ 25 w 103"/>
                <a:gd name="T49" fmla="*/ 37 h 101"/>
                <a:gd name="T50" fmla="*/ 23 w 103"/>
                <a:gd name="T51" fmla="*/ 50 h 101"/>
                <a:gd name="T52" fmla="*/ 25 w 103"/>
                <a:gd name="T53" fmla="*/ 63 h 101"/>
                <a:gd name="T54" fmla="*/ 31 w 103"/>
                <a:gd name="T55" fmla="*/ 73 h 101"/>
                <a:gd name="T56" fmla="*/ 40 w 103"/>
                <a:gd name="T57" fmla="*/ 80 h 101"/>
                <a:gd name="T58" fmla="*/ 51 w 103"/>
                <a:gd name="T59" fmla="*/ 82 h 101"/>
                <a:gd name="T60" fmla="*/ 63 w 103"/>
                <a:gd name="T61" fmla="*/ 80 h 101"/>
                <a:gd name="T62" fmla="*/ 72 w 103"/>
                <a:gd name="T63" fmla="*/ 73 h 101"/>
                <a:gd name="T64" fmla="*/ 77 w 103"/>
                <a:gd name="T65" fmla="*/ 63 h 101"/>
                <a:gd name="T66" fmla="*/ 79 w 103"/>
                <a:gd name="T67" fmla="*/ 5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3" h="101">
                  <a:moveTo>
                    <a:pt x="103" y="50"/>
                  </a:moveTo>
                  <a:cubicBezTo>
                    <a:pt x="103" y="57"/>
                    <a:pt x="102" y="64"/>
                    <a:pt x="99" y="70"/>
                  </a:cubicBezTo>
                  <a:cubicBezTo>
                    <a:pt x="97" y="76"/>
                    <a:pt x="93" y="82"/>
                    <a:pt x="89" y="86"/>
                  </a:cubicBezTo>
                  <a:cubicBezTo>
                    <a:pt x="84" y="91"/>
                    <a:pt x="79" y="94"/>
                    <a:pt x="72" y="97"/>
                  </a:cubicBezTo>
                  <a:cubicBezTo>
                    <a:pt x="66" y="99"/>
                    <a:pt x="59" y="101"/>
                    <a:pt x="51" y="101"/>
                  </a:cubicBezTo>
                  <a:cubicBezTo>
                    <a:pt x="44" y="101"/>
                    <a:pt x="37" y="99"/>
                    <a:pt x="30" y="97"/>
                  </a:cubicBezTo>
                  <a:cubicBezTo>
                    <a:pt x="24" y="94"/>
                    <a:pt x="19" y="91"/>
                    <a:pt x="14" y="86"/>
                  </a:cubicBezTo>
                  <a:cubicBezTo>
                    <a:pt x="10" y="82"/>
                    <a:pt x="6" y="76"/>
                    <a:pt x="4" y="70"/>
                  </a:cubicBezTo>
                  <a:cubicBezTo>
                    <a:pt x="1" y="64"/>
                    <a:pt x="0" y="57"/>
                    <a:pt x="0" y="50"/>
                  </a:cubicBezTo>
                  <a:cubicBezTo>
                    <a:pt x="0" y="43"/>
                    <a:pt x="1" y="36"/>
                    <a:pt x="4" y="30"/>
                  </a:cubicBezTo>
                  <a:cubicBezTo>
                    <a:pt x="6" y="24"/>
                    <a:pt x="10" y="19"/>
                    <a:pt x="14" y="14"/>
                  </a:cubicBezTo>
                  <a:cubicBezTo>
                    <a:pt x="19" y="10"/>
                    <a:pt x="24" y="6"/>
                    <a:pt x="30" y="3"/>
                  </a:cubicBezTo>
                  <a:cubicBezTo>
                    <a:pt x="37" y="1"/>
                    <a:pt x="44" y="0"/>
                    <a:pt x="51" y="0"/>
                  </a:cubicBezTo>
                  <a:cubicBezTo>
                    <a:pt x="59" y="0"/>
                    <a:pt x="66" y="1"/>
                    <a:pt x="72" y="3"/>
                  </a:cubicBezTo>
                  <a:cubicBezTo>
                    <a:pt x="79" y="6"/>
                    <a:pt x="84" y="10"/>
                    <a:pt x="89" y="14"/>
                  </a:cubicBezTo>
                  <a:cubicBezTo>
                    <a:pt x="93" y="19"/>
                    <a:pt x="97" y="24"/>
                    <a:pt x="99" y="30"/>
                  </a:cubicBezTo>
                  <a:cubicBezTo>
                    <a:pt x="102" y="36"/>
                    <a:pt x="103" y="43"/>
                    <a:pt x="103" y="50"/>
                  </a:cubicBezTo>
                  <a:close/>
                  <a:moveTo>
                    <a:pt x="79" y="50"/>
                  </a:moveTo>
                  <a:cubicBezTo>
                    <a:pt x="79" y="45"/>
                    <a:pt x="79" y="41"/>
                    <a:pt x="77" y="37"/>
                  </a:cubicBezTo>
                  <a:cubicBezTo>
                    <a:pt x="76" y="33"/>
                    <a:pt x="74" y="30"/>
                    <a:pt x="72" y="27"/>
                  </a:cubicBezTo>
                  <a:cubicBezTo>
                    <a:pt x="70" y="24"/>
                    <a:pt x="67" y="22"/>
                    <a:pt x="63" y="21"/>
                  </a:cubicBezTo>
                  <a:cubicBezTo>
                    <a:pt x="60" y="19"/>
                    <a:pt x="56" y="18"/>
                    <a:pt x="51" y="18"/>
                  </a:cubicBezTo>
                  <a:cubicBezTo>
                    <a:pt x="47" y="18"/>
                    <a:pt x="43" y="19"/>
                    <a:pt x="40" y="21"/>
                  </a:cubicBezTo>
                  <a:cubicBezTo>
                    <a:pt x="36" y="22"/>
                    <a:pt x="33" y="24"/>
                    <a:pt x="31" y="27"/>
                  </a:cubicBezTo>
                  <a:cubicBezTo>
                    <a:pt x="28" y="30"/>
                    <a:pt x="27" y="33"/>
                    <a:pt x="25" y="37"/>
                  </a:cubicBezTo>
                  <a:cubicBezTo>
                    <a:pt x="24" y="41"/>
                    <a:pt x="23" y="45"/>
                    <a:pt x="23" y="50"/>
                  </a:cubicBezTo>
                  <a:cubicBezTo>
                    <a:pt x="23" y="55"/>
                    <a:pt x="24" y="59"/>
                    <a:pt x="25" y="63"/>
                  </a:cubicBezTo>
                  <a:cubicBezTo>
                    <a:pt x="27" y="67"/>
                    <a:pt x="28" y="71"/>
                    <a:pt x="31" y="73"/>
                  </a:cubicBezTo>
                  <a:cubicBezTo>
                    <a:pt x="33" y="76"/>
                    <a:pt x="36" y="78"/>
                    <a:pt x="40" y="80"/>
                  </a:cubicBezTo>
                  <a:cubicBezTo>
                    <a:pt x="43" y="81"/>
                    <a:pt x="47" y="82"/>
                    <a:pt x="51" y="82"/>
                  </a:cubicBezTo>
                  <a:cubicBezTo>
                    <a:pt x="56" y="82"/>
                    <a:pt x="60" y="81"/>
                    <a:pt x="63" y="80"/>
                  </a:cubicBezTo>
                  <a:cubicBezTo>
                    <a:pt x="67" y="78"/>
                    <a:pt x="70" y="76"/>
                    <a:pt x="72" y="73"/>
                  </a:cubicBezTo>
                  <a:cubicBezTo>
                    <a:pt x="74" y="71"/>
                    <a:pt x="76" y="67"/>
                    <a:pt x="77" y="63"/>
                  </a:cubicBezTo>
                  <a:cubicBezTo>
                    <a:pt x="79" y="59"/>
                    <a:pt x="79" y="55"/>
                    <a:pt x="79" y="5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38"/>
            <p:cNvSpPr>
              <a:spLocks/>
            </p:cNvSpPr>
            <p:nvPr/>
          </p:nvSpPr>
          <p:spPr bwMode="auto">
            <a:xfrm>
              <a:off x="953528" y="6352783"/>
              <a:ext cx="110147" cy="128289"/>
            </a:xfrm>
            <a:custGeom>
              <a:avLst/>
              <a:gdLst>
                <a:gd name="T0" fmla="*/ 15 w 87"/>
                <a:gd name="T1" fmla="*/ 0 h 99"/>
                <a:gd name="T2" fmla="*/ 17 w 87"/>
                <a:gd name="T3" fmla="*/ 0 h 99"/>
                <a:gd name="T4" fmla="*/ 18 w 87"/>
                <a:gd name="T5" fmla="*/ 1 h 99"/>
                <a:gd name="T6" fmla="*/ 20 w 87"/>
                <a:gd name="T7" fmla="*/ 3 h 99"/>
                <a:gd name="T8" fmla="*/ 67 w 87"/>
                <a:gd name="T9" fmla="*/ 63 h 99"/>
                <a:gd name="T10" fmla="*/ 67 w 87"/>
                <a:gd name="T11" fmla="*/ 57 h 99"/>
                <a:gd name="T12" fmla="*/ 66 w 87"/>
                <a:gd name="T13" fmla="*/ 52 h 99"/>
                <a:gd name="T14" fmla="*/ 66 w 87"/>
                <a:gd name="T15" fmla="*/ 0 h 99"/>
                <a:gd name="T16" fmla="*/ 87 w 87"/>
                <a:gd name="T17" fmla="*/ 0 h 99"/>
                <a:gd name="T18" fmla="*/ 87 w 87"/>
                <a:gd name="T19" fmla="*/ 99 h 99"/>
                <a:gd name="T20" fmla="*/ 75 w 87"/>
                <a:gd name="T21" fmla="*/ 99 h 99"/>
                <a:gd name="T22" fmla="*/ 70 w 87"/>
                <a:gd name="T23" fmla="*/ 98 h 99"/>
                <a:gd name="T24" fmla="*/ 67 w 87"/>
                <a:gd name="T25" fmla="*/ 95 h 99"/>
                <a:gd name="T26" fmla="*/ 20 w 87"/>
                <a:gd name="T27" fmla="*/ 36 h 99"/>
                <a:gd name="T28" fmla="*/ 20 w 87"/>
                <a:gd name="T29" fmla="*/ 41 h 99"/>
                <a:gd name="T30" fmla="*/ 20 w 87"/>
                <a:gd name="T31" fmla="*/ 46 h 99"/>
                <a:gd name="T32" fmla="*/ 20 w 87"/>
                <a:gd name="T33" fmla="*/ 99 h 99"/>
                <a:gd name="T34" fmla="*/ 0 w 87"/>
                <a:gd name="T35" fmla="*/ 99 h 99"/>
                <a:gd name="T36" fmla="*/ 0 w 87"/>
                <a:gd name="T37" fmla="*/ 0 h 99"/>
                <a:gd name="T38" fmla="*/ 12 w 87"/>
                <a:gd name="T39" fmla="*/ 0 h 99"/>
                <a:gd name="T40" fmla="*/ 15 w 87"/>
                <a:gd name="T4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99">
                  <a:moveTo>
                    <a:pt x="15" y="0"/>
                  </a:moveTo>
                  <a:cubicBezTo>
                    <a:pt x="16" y="0"/>
                    <a:pt x="16" y="0"/>
                    <a:pt x="17" y="0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9" y="2"/>
                    <a:pt x="19" y="2"/>
                    <a:pt x="20" y="3"/>
                  </a:cubicBezTo>
                  <a:cubicBezTo>
                    <a:pt x="67" y="63"/>
                    <a:pt x="67" y="63"/>
                    <a:pt x="67" y="63"/>
                  </a:cubicBezTo>
                  <a:cubicBezTo>
                    <a:pt x="67" y="61"/>
                    <a:pt x="67" y="59"/>
                    <a:pt x="67" y="57"/>
                  </a:cubicBezTo>
                  <a:cubicBezTo>
                    <a:pt x="66" y="55"/>
                    <a:pt x="66" y="54"/>
                    <a:pt x="66" y="52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75" y="99"/>
                    <a:pt x="75" y="99"/>
                    <a:pt x="75" y="99"/>
                  </a:cubicBezTo>
                  <a:cubicBezTo>
                    <a:pt x="73" y="99"/>
                    <a:pt x="71" y="98"/>
                    <a:pt x="70" y="98"/>
                  </a:cubicBezTo>
                  <a:cubicBezTo>
                    <a:pt x="69" y="97"/>
                    <a:pt x="68" y="96"/>
                    <a:pt x="67" y="95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8"/>
                    <a:pt x="20" y="39"/>
                    <a:pt x="20" y="41"/>
                  </a:cubicBezTo>
                  <a:cubicBezTo>
                    <a:pt x="20" y="43"/>
                    <a:pt x="20" y="44"/>
                    <a:pt x="20" y="46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4" y="0"/>
                    <a:pt x="15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39"/>
            <p:cNvSpPr>
              <a:spLocks/>
            </p:cNvSpPr>
            <p:nvPr/>
          </p:nvSpPr>
          <p:spPr bwMode="auto">
            <a:xfrm>
              <a:off x="1089592" y="6352783"/>
              <a:ext cx="81638" cy="128289"/>
            </a:xfrm>
            <a:custGeom>
              <a:avLst/>
              <a:gdLst>
                <a:gd name="T0" fmla="*/ 63 w 63"/>
                <a:gd name="T1" fmla="*/ 0 h 99"/>
                <a:gd name="T2" fmla="*/ 63 w 63"/>
                <a:gd name="T3" fmla="*/ 17 h 99"/>
                <a:gd name="T4" fmla="*/ 24 w 63"/>
                <a:gd name="T5" fmla="*/ 17 h 99"/>
                <a:gd name="T6" fmla="*/ 24 w 63"/>
                <a:gd name="T7" fmla="*/ 42 h 99"/>
                <a:gd name="T8" fmla="*/ 56 w 63"/>
                <a:gd name="T9" fmla="*/ 42 h 99"/>
                <a:gd name="T10" fmla="*/ 56 w 63"/>
                <a:gd name="T11" fmla="*/ 60 h 99"/>
                <a:gd name="T12" fmla="*/ 24 w 63"/>
                <a:gd name="T13" fmla="*/ 60 h 99"/>
                <a:gd name="T14" fmla="*/ 24 w 63"/>
                <a:gd name="T15" fmla="*/ 99 h 99"/>
                <a:gd name="T16" fmla="*/ 0 w 63"/>
                <a:gd name="T17" fmla="*/ 99 h 99"/>
                <a:gd name="T18" fmla="*/ 0 w 63"/>
                <a:gd name="T19" fmla="*/ 0 h 99"/>
                <a:gd name="T20" fmla="*/ 63 w 63"/>
                <a:gd name="T2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3" h="99">
                  <a:moveTo>
                    <a:pt x="63" y="0"/>
                  </a:moveTo>
                  <a:lnTo>
                    <a:pt x="63" y="17"/>
                  </a:lnTo>
                  <a:lnTo>
                    <a:pt x="24" y="17"/>
                  </a:lnTo>
                  <a:lnTo>
                    <a:pt x="24" y="42"/>
                  </a:lnTo>
                  <a:lnTo>
                    <a:pt x="56" y="42"/>
                  </a:lnTo>
                  <a:lnTo>
                    <a:pt x="56" y="60"/>
                  </a:lnTo>
                  <a:lnTo>
                    <a:pt x="24" y="60"/>
                  </a:lnTo>
                  <a:lnTo>
                    <a:pt x="24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Rectangle 40"/>
            <p:cNvSpPr>
              <a:spLocks noChangeArrowheads="1"/>
            </p:cNvSpPr>
            <p:nvPr/>
          </p:nvSpPr>
          <p:spPr bwMode="auto">
            <a:xfrm>
              <a:off x="1195851" y="6352783"/>
              <a:ext cx="29804" cy="128289"/>
            </a:xfrm>
            <a:prstGeom prst="rect">
              <a:avLst/>
            </a:pr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41"/>
            <p:cNvSpPr>
              <a:spLocks noEditPoints="1"/>
            </p:cNvSpPr>
            <p:nvPr/>
          </p:nvSpPr>
          <p:spPr bwMode="auto">
            <a:xfrm>
              <a:off x="1255460" y="6352783"/>
              <a:ext cx="112738" cy="128289"/>
            </a:xfrm>
            <a:custGeom>
              <a:avLst/>
              <a:gdLst>
                <a:gd name="T0" fmla="*/ 89 w 89"/>
                <a:gd name="T1" fmla="*/ 49 h 99"/>
                <a:gd name="T2" fmla="*/ 86 w 89"/>
                <a:gd name="T3" fmla="*/ 69 h 99"/>
                <a:gd name="T4" fmla="*/ 75 w 89"/>
                <a:gd name="T5" fmla="*/ 85 h 99"/>
                <a:gd name="T6" fmla="*/ 59 w 89"/>
                <a:gd name="T7" fmla="*/ 95 h 99"/>
                <a:gd name="T8" fmla="*/ 38 w 89"/>
                <a:gd name="T9" fmla="*/ 99 h 99"/>
                <a:gd name="T10" fmla="*/ 0 w 89"/>
                <a:gd name="T11" fmla="*/ 99 h 99"/>
                <a:gd name="T12" fmla="*/ 0 w 89"/>
                <a:gd name="T13" fmla="*/ 0 h 99"/>
                <a:gd name="T14" fmla="*/ 38 w 89"/>
                <a:gd name="T15" fmla="*/ 0 h 99"/>
                <a:gd name="T16" fmla="*/ 59 w 89"/>
                <a:gd name="T17" fmla="*/ 3 h 99"/>
                <a:gd name="T18" fmla="*/ 75 w 89"/>
                <a:gd name="T19" fmla="*/ 14 h 99"/>
                <a:gd name="T20" fmla="*/ 86 w 89"/>
                <a:gd name="T21" fmla="*/ 29 h 99"/>
                <a:gd name="T22" fmla="*/ 89 w 89"/>
                <a:gd name="T23" fmla="*/ 49 h 99"/>
                <a:gd name="T24" fmla="*/ 66 w 89"/>
                <a:gd name="T25" fmla="*/ 49 h 99"/>
                <a:gd name="T26" fmla="*/ 64 w 89"/>
                <a:gd name="T27" fmla="*/ 36 h 99"/>
                <a:gd name="T28" fmla="*/ 59 w 89"/>
                <a:gd name="T29" fmla="*/ 26 h 99"/>
                <a:gd name="T30" fmla="*/ 50 w 89"/>
                <a:gd name="T31" fmla="*/ 20 h 99"/>
                <a:gd name="T32" fmla="*/ 38 w 89"/>
                <a:gd name="T33" fmla="*/ 17 h 99"/>
                <a:gd name="T34" fmla="*/ 23 w 89"/>
                <a:gd name="T35" fmla="*/ 17 h 99"/>
                <a:gd name="T36" fmla="*/ 23 w 89"/>
                <a:gd name="T37" fmla="*/ 81 h 99"/>
                <a:gd name="T38" fmla="*/ 38 w 89"/>
                <a:gd name="T39" fmla="*/ 81 h 99"/>
                <a:gd name="T40" fmla="*/ 50 w 89"/>
                <a:gd name="T41" fmla="*/ 79 h 99"/>
                <a:gd name="T42" fmla="*/ 59 w 89"/>
                <a:gd name="T43" fmla="*/ 72 h 99"/>
                <a:gd name="T44" fmla="*/ 64 w 89"/>
                <a:gd name="T45" fmla="*/ 62 h 99"/>
                <a:gd name="T46" fmla="*/ 66 w 89"/>
                <a:gd name="T47" fmla="*/ 4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99">
                  <a:moveTo>
                    <a:pt x="89" y="49"/>
                  </a:moveTo>
                  <a:cubicBezTo>
                    <a:pt x="89" y="56"/>
                    <a:pt x="88" y="63"/>
                    <a:pt x="86" y="69"/>
                  </a:cubicBezTo>
                  <a:cubicBezTo>
                    <a:pt x="83" y="75"/>
                    <a:pt x="80" y="80"/>
                    <a:pt x="75" y="85"/>
                  </a:cubicBezTo>
                  <a:cubicBezTo>
                    <a:pt x="71" y="89"/>
                    <a:pt x="65" y="92"/>
                    <a:pt x="59" y="95"/>
                  </a:cubicBezTo>
                  <a:cubicBezTo>
                    <a:pt x="53" y="97"/>
                    <a:pt x="46" y="99"/>
                    <a:pt x="38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6" y="0"/>
                    <a:pt x="53" y="1"/>
                    <a:pt x="59" y="3"/>
                  </a:cubicBezTo>
                  <a:cubicBezTo>
                    <a:pt x="65" y="6"/>
                    <a:pt x="71" y="9"/>
                    <a:pt x="75" y="14"/>
                  </a:cubicBezTo>
                  <a:cubicBezTo>
                    <a:pt x="80" y="18"/>
                    <a:pt x="83" y="23"/>
                    <a:pt x="86" y="29"/>
                  </a:cubicBezTo>
                  <a:cubicBezTo>
                    <a:pt x="88" y="35"/>
                    <a:pt x="89" y="42"/>
                    <a:pt x="89" y="49"/>
                  </a:cubicBezTo>
                  <a:close/>
                  <a:moveTo>
                    <a:pt x="66" y="49"/>
                  </a:moveTo>
                  <a:cubicBezTo>
                    <a:pt x="66" y="44"/>
                    <a:pt x="65" y="40"/>
                    <a:pt x="64" y="36"/>
                  </a:cubicBezTo>
                  <a:cubicBezTo>
                    <a:pt x="63" y="32"/>
                    <a:pt x="61" y="29"/>
                    <a:pt x="59" y="26"/>
                  </a:cubicBezTo>
                  <a:cubicBezTo>
                    <a:pt x="56" y="23"/>
                    <a:pt x="53" y="21"/>
                    <a:pt x="50" y="20"/>
                  </a:cubicBezTo>
                  <a:cubicBezTo>
                    <a:pt x="46" y="18"/>
                    <a:pt x="42" y="17"/>
                    <a:pt x="38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81"/>
                    <a:pt x="23" y="81"/>
                    <a:pt x="23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2" y="81"/>
                    <a:pt x="46" y="80"/>
                    <a:pt x="50" y="79"/>
                  </a:cubicBezTo>
                  <a:cubicBezTo>
                    <a:pt x="53" y="77"/>
                    <a:pt x="56" y="75"/>
                    <a:pt x="59" y="72"/>
                  </a:cubicBezTo>
                  <a:cubicBezTo>
                    <a:pt x="61" y="70"/>
                    <a:pt x="63" y="66"/>
                    <a:pt x="64" y="62"/>
                  </a:cubicBezTo>
                  <a:cubicBezTo>
                    <a:pt x="65" y="58"/>
                    <a:pt x="66" y="54"/>
                    <a:pt x="66" y="49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42"/>
            <p:cNvSpPr>
              <a:spLocks/>
            </p:cNvSpPr>
            <p:nvPr/>
          </p:nvSpPr>
          <p:spPr bwMode="auto">
            <a:xfrm>
              <a:off x="1390227" y="6352783"/>
              <a:ext cx="80342" cy="128289"/>
            </a:xfrm>
            <a:custGeom>
              <a:avLst/>
              <a:gdLst>
                <a:gd name="T0" fmla="*/ 62 w 62"/>
                <a:gd name="T1" fmla="*/ 0 h 99"/>
                <a:gd name="T2" fmla="*/ 62 w 62"/>
                <a:gd name="T3" fmla="*/ 17 h 99"/>
                <a:gd name="T4" fmla="*/ 22 w 62"/>
                <a:gd name="T5" fmla="*/ 17 h 99"/>
                <a:gd name="T6" fmla="*/ 22 w 62"/>
                <a:gd name="T7" fmla="*/ 40 h 99"/>
                <a:gd name="T8" fmla="*/ 52 w 62"/>
                <a:gd name="T9" fmla="*/ 40 h 99"/>
                <a:gd name="T10" fmla="*/ 52 w 62"/>
                <a:gd name="T11" fmla="*/ 57 h 99"/>
                <a:gd name="T12" fmla="*/ 22 w 62"/>
                <a:gd name="T13" fmla="*/ 57 h 99"/>
                <a:gd name="T14" fmla="*/ 22 w 62"/>
                <a:gd name="T15" fmla="*/ 81 h 99"/>
                <a:gd name="T16" fmla="*/ 62 w 62"/>
                <a:gd name="T17" fmla="*/ 81 h 99"/>
                <a:gd name="T18" fmla="*/ 62 w 62"/>
                <a:gd name="T19" fmla="*/ 99 h 99"/>
                <a:gd name="T20" fmla="*/ 0 w 62"/>
                <a:gd name="T21" fmla="*/ 99 h 99"/>
                <a:gd name="T22" fmla="*/ 0 w 62"/>
                <a:gd name="T23" fmla="*/ 0 h 99"/>
                <a:gd name="T24" fmla="*/ 62 w 62"/>
                <a:gd name="T2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99">
                  <a:moveTo>
                    <a:pt x="62" y="0"/>
                  </a:moveTo>
                  <a:lnTo>
                    <a:pt x="62" y="17"/>
                  </a:lnTo>
                  <a:lnTo>
                    <a:pt x="22" y="17"/>
                  </a:lnTo>
                  <a:lnTo>
                    <a:pt x="22" y="40"/>
                  </a:lnTo>
                  <a:lnTo>
                    <a:pt x="52" y="40"/>
                  </a:lnTo>
                  <a:lnTo>
                    <a:pt x="52" y="57"/>
                  </a:lnTo>
                  <a:lnTo>
                    <a:pt x="22" y="57"/>
                  </a:lnTo>
                  <a:lnTo>
                    <a:pt x="22" y="81"/>
                  </a:lnTo>
                  <a:lnTo>
                    <a:pt x="62" y="81"/>
                  </a:lnTo>
                  <a:lnTo>
                    <a:pt x="62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43"/>
            <p:cNvSpPr>
              <a:spLocks/>
            </p:cNvSpPr>
            <p:nvPr/>
          </p:nvSpPr>
          <p:spPr bwMode="auto">
            <a:xfrm>
              <a:off x="1493895" y="6352783"/>
              <a:ext cx="110147" cy="128289"/>
            </a:xfrm>
            <a:custGeom>
              <a:avLst/>
              <a:gdLst>
                <a:gd name="T0" fmla="*/ 15 w 87"/>
                <a:gd name="T1" fmla="*/ 0 h 99"/>
                <a:gd name="T2" fmla="*/ 17 w 87"/>
                <a:gd name="T3" fmla="*/ 0 h 99"/>
                <a:gd name="T4" fmla="*/ 18 w 87"/>
                <a:gd name="T5" fmla="*/ 1 h 99"/>
                <a:gd name="T6" fmla="*/ 20 w 87"/>
                <a:gd name="T7" fmla="*/ 3 h 99"/>
                <a:gd name="T8" fmla="*/ 67 w 87"/>
                <a:gd name="T9" fmla="*/ 63 h 99"/>
                <a:gd name="T10" fmla="*/ 66 w 87"/>
                <a:gd name="T11" fmla="*/ 57 h 99"/>
                <a:gd name="T12" fmla="*/ 66 w 87"/>
                <a:gd name="T13" fmla="*/ 52 h 99"/>
                <a:gd name="T14" fmla="*/ 66 w 87"/>
                <a:gd name="T15" fmla="*/ 0 h 99"/>
                <a:gd name="T16" fmla="*/ 87 w 87"/>
                <a:gd name="T17" fmla="*/ 0 h 99"/>
                <a:gd name="T18" fmla="*/ 87 w 87"/>
                <a:gd name="T19" fmla="*/ 99 h 99"/>
                <a:gd name="T20" fmla="*/ 75 w 87"/>
                <a:gd name="T21" fmla="*/ 99 h 99"/>
                <a:gd name="T22" fmla="*/ 70 w 87"/>
                <a:gd name="T23" fmla="*/ 98 h 99"/>
                <a:gd name="T24" fmla="*/ 67 w 87"/>
                <a:gd name="T25" fmla="*/ 95 h 99"/>
                <a:gd name="T26" fmla="*/ 20 w 87"/>
                <a:gd name="T27" fmla="*/ 36 h 99"/>
                <a:gd name="T28" fmla="*/ 20 w 87"/>
                <a:gd name="T29" fmla="*/ 41 h 99"/>
                <a:gd name="T30" fmla="*/ 20 w 87"/>
                <a:gd name="T31" fmla="*/ 46 h 99"/>
                <a:gd name="T32" fmla="*/ 20 w 87"/>
                <a:gd name="T33" fmla="*/ 99 h 99"/>
                <a:gd name="T34" fmla="*/ 0 w 87"/>
                <a:gd name="T35" fmla="*/ 99 h 99"/>
                <a:gd name="T36" fmla="*/ 0 w 87"/>
                <a:gd name="T37" fmla="*/ 0 h 99"/>
                <a:gd name="T38" fmla="*/ 12 w 87"/>
                <a:gd name="T39" fmla="*/ 0 h 99"/>
                <a:gd name="T40" fmla="*/ 15 w 87"/>
                <a:gd name="T4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99">
                  <a:moveTo>
                    <a:pt x="15" y="0"/>
                  </a:moveTo>
                  <a:cubicBezTo>
                    <a:pt x="15" y="0"/>
                    <a:pt x="16" y="0"/>
                    <a:pt x="17" y="0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9" y="2"/>
                    <a:pt x="19" y="2"/>
                    <a:pt x="20" y="3"/>
                  </a:cubicBezTo>
                  <a:cubicBezTo>
                    <a:pt x="67" y="63"/>
                    <a:pt x="67" y="63"/>
                    <a:pt x="67" y="63"/>
                  </a:cubicBezTo>
                  <a:cubicBezTo>
                    <a:pt x="67" y="61"/>
                    <a:pt x="67" y="59"/>
                    <a:pt x="66" y="57"/>
                  </a:cubicBezTo>
                  <a:cubicBezTo>
                    <a:pt x="66" y="55"/>
                    <a:pt x="66" y="54"/>
                    <a:pt x="66" y="52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75" y="99"/>
                    <a:pt x="75" y="99"/>
                    <a:pt x="75" y="99"/>
                  </a:cubicBezTo>
                  <a:cubicBezTo>
                    <a:pt x="73" y="99"/>
                    <a:pt x="71" y="98"/>
                    <a:pt x="70" y="98"/>
                  </a:cubicBezTo>
                  <a:cubicBezTo>
                    <a:pt x="69" y="97"/>
                    <a:pt x="68" y="96"/>
                    <a:pt x="67" y="95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8"/>
                    <a:pt x="20" y="39"/>
                    <a:pt x="20" y="41"/>
                  </a:cubicBezTo>
                  <a:cubicBezTo>
                    <a:pt x="20" y="43"/>
                    <a:pt x="20" y="44"/>
                    <a:pt x="20" y="46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4" y="0"/>
                    <a:pt x="15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44"/>
            <p:cNvSpPr>
              <a:spLocks/>
            </p:cNvSpPr>
            <p:nvPr/>
          </p:nvSpPr>
          <p:spPr bwMode="auto">
            <a:xfrm>
              <a:off x="1622183" y="6352783"/>
              <a:ext cx="98484" cy="128289"/>
            </a:xfrm>
            <a:custGeom>
              <a:avLst/>
              <a:gdLst>
                <a:gd name="T0" fmla="*/ 76 w 76"/>
                <a:gd name="T1" fmla="*/ 0 h 99"/>
                <a:gd name="T2" fmla="*/ 76 w 76"/>
                <a:gd name="T3" fmla="*/ 18 h 99"/>
                <a:gd name="T4" fmla="*/ 49 w 76"/>
                <a:gd name="T5" fmla="*/ 18 h 99"/>
                <a:gd name="T6" fmla="*/ 49 w 76"/>
                <a:gd name="T7" fmla="*/ 99 h 99"/>
                <a:gd name="T8" fmla="*/ 27 w 76"/>
                <a:gd name="T9" fmla="*/ 99 h 99"/>
                <a:gd name="T10" fmla="*/ 27 w 76"/>
                <a:gd name="T11" fmla="*/ 18 h 99"/>
                <a:gd name="T12" fmla="*/ 0 w 76"/>
                <a:gd name="T13" fmla="*/ 18 h 99"/>
                <a:gd name="T14" fmla="*/ 0 w 76"/>
                <a:gd name="T15" fmla="*/ 0 h 99"/>
                <a:gd name="T16" fmla="*/ 76 w 76"/>
                <a:gd name="T1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99">
                  <a:moveTo>
                    <a:pt x="76" y="0"/>
                  </a:moveTo>
                  <a:lnTo>
                    <a:pt x="76" y="18"/>
                  </a:lnTo>
                  <a:lnTo>
                    <a:pt x="49" y="18"/>
                  </a:lnTo>
                  <a:lnTo>
                    <a:pt x="49" y="99"/>
                  </a:lnTo>
                  <a:lnTo>
                    <a:pt x="27" y="99"/>
                  </a:lnTo>
                  <a:lnTo>
                    <a:pt x="27" y="18"/>
                  </a:lnTo>
                  <a:lnTo>
                    <a:pt x="0" y="18"/>
                  </a:lnTo>
                  <a:lnTo>
                    <a:pt x="0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45"/>
            <p:cNvSpPr>
              <a:spLocks noChangeArrowheads="1"/>
            </p:cNvSpPr>
            <p:nvPr/>
          </p:nvSpPr>
          <p:spPr bwMode="auto">
            <a:xfrm>
              <a:off x="1742697" y="6352783"/>
              <a:ext cx="28509" cy="128289"/>
            </a:xfrm>
            <a:prstGeom prst="rect">
              <a:avLst/>
            </a:pr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46"/>
            <p:cNvSpPr>
              <a:spLocks noEditPoints="1"/>
            </p:cNvSpPr>
            <p:nvPr/>
          </p:nvSpPr>
          <p:spPr bwMode="auto">
            <a:xfrm>
              <a:off x="1791939" y="6352783"/>
              <a:ext cx="126993" cy="128289"/>
            </a:xfrm>
            <a:custGeom>
              <a:avLst/>
              <a:gdLst>
                <a:gd name="T0" fmla="*/ 100 w 100"/>
                <a:gd name="T1" fmla="*/ 99 h 99"/>
                <a:gd name="T2" fmla="*/ 82 w 100"/>
                <a:gd name="T3" fmla="*/ 99 h 99"/>
                <a:gd name="T4" fmla="*/ 78 w 100"/>
                <a:gd name="T5" fmla="*/ 97 h 99"/>
                <a:gd name="T6" fmla="*/ 75 w 100"/>
                <a:gd name="T7" fmla="*/ 94 h 99"/>
                <a:gd name="T8" fmla="*/ 69 w 100"/>
                <a:gd name="T9" fmla="*/ 76 h 99"/>
                <a:gd name="T10" fmla="*/ 31 w 100"/>
                <a:gd name="T11" fmla="*/ 76 h 99"/>
                <a:gd name="T12" fmla="*/ 26 w 100"/>
                <a:gd name="T13" fmla="*/ 94 h 99"/>
                <a:gd name="T14" fmla="*/ 23 w 100"/>
                <a:gd name="T15" fmla="*/ 97 h 99"/>
                <a:gd name="T16" fmla="*/ 18 w 100"/>
                <a:gd name="T17" fmla="*/ 99 h 99"/>
                <a:gd name="T18" fmla="*/ 0 w 100"/>
                <a:gd name="T19" fmla="*/ 99 h 99"/>
                <a:gd name="T20" fmla="*/ 38 w 100"/>
                <a:gd name="T21" fmla="*/ 0 h 99"/>
                <a:gd name="T22" fmla="*/ 62 w 100"/>
                <a:gd name="T23" fmla="*/ 0 h 99"/>
                <a:gd name="T24" fmla="*/ 100 w 100"/>
                <a:gd name="T25" fmla="*/ 99 h 99"/>
                <a:gd name="T26" fmla="*/ 37 w 100"/>
                <a:gd name="T27" fmla="*/ 61 h 99"/>
                <a:gd name="T28" fmla="*/ 64 w 100"/>
                <a:gd name="T29" fmla="*/ 61 h 99"/>
                <a:gd name="T30" fmla="*/ 55 w 100"/>
                <a:gd name="T31" fmla="*/ 34 h 99"/>
                <a:gd name="T32" fmla="*/ 53 w 100"/>
                <a:gd name="T33" fmla="*/ 28 h 99"/>
                <a:gd name="T34" fmla="*/ 50 w 100"/>
                <a:gd name="T35" fmla="*/ 20 h 99"/>
                <a:gd name="T36" fmla="*/ 48 w 100"/>
                <a:gd name="T37" fmla="*/ 28 h 99"/>
                <a:gd name="T38" fmla="*/ 46 w 100"/>
                <a:gd name="T39" fmla="*/ 34 h 99"/>
                <a:gd name="T40" fmla="*/ 37 w 100"/>
                <a:gd name="T41" fmla="*/ 6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0" h="99">
                  <a:moveTo>
                    <a:pt x="100" y="99"/>
                  </a:moveTo>
                  <a:cubicBezTo>
                    <a:pt x="82" y="99"/>
                    <a:pt x="82" y="99"/>
                    <a:pt x="82" y="99"/>
                  </a:cubicBezTo>
                  <a:cubicBezTo>
                    <a:pt x="80" y="99"/>
                    <a:pt x="79" y="98"/>
                    <a:pt x="78" y="97"/>
                  </a:cubicBezTo>
                  <a:cubicBezTo>
                    <a:pt x="76" y="96"/>
                    <a:pt x="75" y="95"/>
                    <a:pt x="75" y="94"/>
                  </a:cubicBezTo>
                  <a:cubicBezTo>
                    <a:pt x="69" y="76"/>
                    <a:pt x="69" y="76"/>
                    <a:pt x="69" y="76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5" y="95"/>
                    <a:pt x="24" y="96"/>
                    <a:pt x="23" y="97"/>
                  </a:cubicBezTo>
                  <a:cubicBezTo>
                    <a:pt x="22" y="98"/>
                    <a:pt x="20" y="99"/>
                    <a:pt x="18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100" y="99"/>
                  </a:lnTo>
                  <a:close/>
                  <a:moveTo>
                    <a:pt x="37" y="61"/>
                  </a:moveTo>
                  <a:cubicBezTo>
                    <a:pt x="64" y="61"/>
                    <a:pt x="64" y="61"/>
                    <a:pt x="64" y="6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4" y="32"/>
                    <a:pt x="53" y="30"/>
                    <a:pt x="53" y="28"/>
                  </a:cubicBezTo>
                  <a:cubicBezTo>
                    <a:pt x="52" y="25"/>
                    <a:pt x="51" y="23"/>
                    <a:pt x="50" y="20"/>
                  </a:cubicBezTo>
                  <a:cubicBezTo>
                    <a:pt x="49" y="23"/>
                    <a:pt x="49" y="25"/>
                    <a:pt x="48" y="28"/>
                  </a:cubicBezTo>
                  <a:cubicBezTo>
                    <a:pt x="47" y="30"/>
                    <a:pt x="46" y="32"/>
                    <a:pt x="46" y="34"/>
                  </a:cubicBezTo>
                  <a:lnTo>
                    <a:pt x="37" y="61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47"/>
            <p:cNvSpPr>
              <a:spLocks/>
            </p:cNvSpPr>
            <p:nvPr/>
          </p:nvSpPr>
          <p:spPr bwMode="auto">
            <a:xfrm>
              <a:off x="1935777" y="6352783"/>
              <a:ext cx="75159" cy="128289"/>
            </a:xfrm>
            <a:custGeom>
              <a:avLst/>
              <a:gdLst>
                <a:gd name="T0" fmla="*/ 23 w 58"/>
                <a:gd name="T1" fmla="*/ 80 h 99"/>
                <a:gd name="T2" fmla="*/ 58 w 58"/>
                <a:gd name="T3" fmla="*/ 80 h 99"/>
                <a:gd name="T4" fmla="*/ 58 w 58"/>
                <a:gd name="T5" fmla="*/ 99 h 99"/>
                <a:gd name="T6" fmla="*/ 0 w 58"/>
                <a:gd name="T7" fmla="*/ 99 h 99"/>
                <a:gd name="T8" fmla="*/ 0 w 58"/>
                <a:gd name="T9" fmla="*/ 0 h 99"/>
                <a:gd name="T10" fmla="*/ 23 w 58"/>
                <a:gd name="T11" fmla="*/ 0 h 99"/>
                <a:gd name="T12" fmla="*/ 23 w 58"/>
                <a:gd name="T13" fmla="*/ 8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99">
                  <a:moveTo>
                    <a:pt x="23" y="80"/>
                  </a:moveTo>
                  <a:lnTo>
                    <a:pt x="58" y="80"/>
                  </a:lnTo>
                  <a:lnTo>
                    <a:pt x="58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23" y="0"/>
                  </a:lnTo>
                  <a:lnTo>
                    <a:pt x="23" y="8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1835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7" r="2742"/>
          <a:stretch/>
        </p:blipFill>
        <p:spPr>
          <a:xfrm>
            <a:off x="0" y="1"/>
            <a:ext cx="9928514" cy="6858000"/>
          </a:xfrm>
          <a:prstGeom prst="rect">
            <a:avLst/>
          </a:prstGeom>
        </p:spPr>
      </p:pic>
      <p:sp>
        <p:nvSpPr>
          <p:cNvPr id="9" name="object 3"/>
          <p:cNvSpPr txBox="1"/>
          <p:nvPr userDrawn="1"/>
        </p:nvSpPr>
        <p:spPr>
          <a:xfrm>
            <a:off x="1219805" y="5483079"/>
            <a:ext cx="2291365" cy="677603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>
              <a:spcBef>
                <a:spcPts val="661"/>
              </a:spcBef>
            </a:pPr>
            <a:r>
              <a:rPr sz="951" spc="9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Tel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 </a:t>
            </a:r>
            <a:r>
              <a:rPr lang="en-US"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>
                <a:solidFill>
                  <a:srgbClr val="676A6C"/>
                </a:solidFill>
                <a:latin typeface="맑은 고딕 Semilight"/>
                <a:cs typeface="맑은 고딕 Semilight"/>
              </a:rPr>
              <a:t>031. 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216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. 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3102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/</a:t>
            </a:r>
            <a:r>
              <a:rPr lang="en-US"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Fax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 </a:t>
            </a:r>
            <a:r>
              <a:rPr lang="en-US"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>
                <a:solidFill>
                  <a:srgbClr val="676A6C"/>
                </a:solidFill>
                <a:latin typeface="맑은 고딕 Semilight"/>
                <a:cs typeface="맑은 고딕 Semilight"/>
              </a:rPr>
              <a:t>031.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37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4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.</a:t>
            </a:r>
            <a:r>
              <a:rPr sz="951" spc="-130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lang="en-US" sz="951" spc="0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3109</a:t>
            </a:r>
            <a:endParaRPr sz="951" spc="0">
              <a:latin typeface="맑은 고딕 Semilight"/>
              <a:cs typeface="맑은 고딕 Semilight"/>
            </a:endParaRPr>
          </a:p>
          <a:p>
            <a:pPr marL="11497">
              <a:spcBef>
                <a:spcPts val="585"/>
              </a:spcBef>
            </a:pP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Homepage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</a:t>
            </a:r>
            <a:r>
              <a:rPr sz="951" spc="5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www.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techinspirit.co.kr</a:t>
            </a:r>
            <a:endParaRPr sz="951">
              <a:latin typeface="맑은 고딕 Semilight"/>
              <a:cs typeface="맑은 고딕 Semilight"/>
            </a:endParaRPr>
          </a:p>
          <a:p>
            <a:pPr marL="11497">
              <a:spcBef>
                <a:spcPts val="578"/>
              </a:spcBef>
            </a:pPr>
            <a:r>
              <a:rPr sz="951" spc="9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Email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</a:t>
            </a:r>
            <a:r>
              <a:rPr sz="951" spc="5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tis</a:t>
            </a: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@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techinspirit.co.kr</a:t>
            </a:r>
            <a:endParaRPr sz="951">
              <a:latin typeface="맑은 고딕 Semilight"/>
              <a:cs typeface="맑은 고딕 Semilight"/>
            </a:endParaRPr>
          </a:p>
        </p:txBody>
      </p:sp>
      <p:sp>
        <p:nvSpPr>
          <p:cNvPr id="11" name="텍스트 개체 틀 10"/>
          <p:cNvSpPr txBox="1">
            <a:spLocks/>
          </p:cNvSpPr>
          <p:nvPr userDrawn="1"/>
        </p:nvSpPr>
        <p:spPr>
          <a:xfrm flipH="1">
            <a:off x="1161802" y="2685558"/>
            <a:ext cx="2022713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lum brigh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805" y="4912742"/>
            <a:ext cx="633488" cy="5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27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 userDrawn="1"/>
        </p:nvSpPr>
        <p:spPr>
          <a:xfrm>
            <a:off x="1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7" name="object 5"/>
          <p:cNvSpPr/>
          <p:nvPr userDrawn="1"/>
        </p:nvSpPr>
        <p:spPr>
          <a:xfrm>
            <a:off x="1881184" y="1971674"/>
            <a:ext cx="975632" cy="3352800"/>
          </a:xfrm>
          <a:custGeom>
            <a:avLst/>
            <a:gdLst/>
            <a:ahLst/>
            <a:cxnLst/>
            <a:rect l="l" t="t" r="r" b="b"/>
            <a:pathLst>
              <a:path w="910589" h="3129279">
                <a:moveTo>
                  <a:pt x="910259" y="394754"/>
                </a:moveTo>
                <a:lnTo>
                  <a:pt x="553707" y="394754"/>
                </a:lnTo>
                <a:lnTo>
                  <a:pt x="553707" y="3129140"/>
                </a:lnTo>
                <a:lnTo>
                  <a:pt x="910259" y="3129140"/>
                </a:lnTo>
                <a:lnTo>
                  <a:pt x="910259" y="394754"/>
                </a:lnTo>
                <a:close/>
              </a:path>
              <a:path w="910589" h="3129279">
                <a:moveTo>
                  <a:pt x="910259" y="0"/>
                </a:moveTo>
                <a:lnTo>
                  <a:pt x="595655" y="0"/>
                </a:lnTo>
                <a:lnTo>
                  <a:pt x="0" y="365874"/>
                </a:lnTo>
                <a:lnTo>
                  <a:pt x="71323" y="688416"/>
                </a:lnTo>
                <a:lnTo>
                  <a:pt x="545312" y="394754"/>
                </a:lnTo>
                <a:lnTo>
                  <a:pt x="910259" y="394754"/>
                </a:lnTo>
                <a:lnTo>
                  <a:pt x="9102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33479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 userDrawn="1"/>
        </p:nvSpPr>
        <p:spPr>
          <a:xfrm>
            <a:off x="0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6" name="object 3"/>
          <p:cNvSpPr/>
          <p:nvPr userDrawn="1"/>
        </p:nvSpPr>
        <p:spPr>
          <a:xfrm>
            <a:off x="1397873" y="1971674"/>
            <a:ext cx="1942254" cy="3352800"/>
          </a:xfrm>
          <a:custGeom>
            <a:avLst/>
            <a:gdLst/>
            <a:ahLst/>
            <a:cxnLst/>
            <a:rect l="l" t="t" r="r" b="b"/>
            <a:pathLst>
              <a:path w="1790700" h="3091179">
                <a:moveTo>
                  <a:pt x="1622303" y="288798"/>
                </a:moveTo>
                <a:lnTo>
                  <a:pt x="931938" y="288798"/>
                </a:lnTo>
                <a:lnTo>
                  <a:pt x="988987" y="291223"/>
                </a:lnTo>
                <a:lnTo>
                  <a:pt x="1043113" y="298497"/>
                </a:lnTo>
                <a:lnTo>
                  <a:pt x="1094315" y="310621"/>
                </a:lnTo>
                <a:lnTo>
                  <a:pt x="1142595" y="327593"/>
                </a:lnTo>
                <a:lnTo>
                  <a:pt x="1187952" y="349413"/>
                </a:lnTo>
                <a:lnTo>
                  <a:pt x="1230386" y="376080"/>
                </a:lnTo>
                <a:lnTo>
                  <a:pt x="1269898" y="407593"/>
                </a:lnTo>
                <a:lnTo>
                  <a:pt x="1302564" y="439456"/>
                </a:lnTo>
                <a:lnTo>
                  <a:pt x="1331388" y="474049"/>
                </a:lnTo>
                <a:lnTo>
                  <a:pt x="1356370" y="511373"/>
                </a:lnTo>
                <a:lnTo>
                  <a:pt x="1377510" y="551427"/>
                </a:lnTo>
                <a:lnTo>
                  <a:pt x="1394808" y="594211"/>
                </a:lnTo>
                <a:lnTo>
                  <a:pt x="1408262" y="639725"/>
                </a:lnTo>
                <a:lnTo>
                  <a:pt x="1417873" y="687969"/>
                </a:lnTo>
                <a:lnTo>
                  <a:pt x="1423639" y="738942"/>
                </a:lnTo>
                <a:lnTo>
                  <a:pt x="1425562" y="792645"/>
                </a:lnTo>
                <a:lnTo>
                  <a:pt x="1423763" y="846908"/>
                </a:lnTo>
                <a:lnTo>
                  <a:pt x="1418367" y="899666"/>
                </a:lnTo>
                <a:lnTo>
                  <a:pt x="1409376" y="950917"/>
                </a:lnTo>
                <a:lnTo>
                  <a:pt x="1396790" y="1000660"/>
                </a:lnTo>
                <a:lnTo>
                  <a:pt x="1380613" y="1048896"/>
                </a:lnTo>
                <a:lnTo>
                  <a:pt x="1360845" y="1095623"/>
                </a:lnTo>
                <a:lnTo>
                  <a:pt x="1337487" y="1140841"/>
                </a:lnTo>
                <a:lnTo>
                  <a:pt x="1299869" y="1201200"/>
                </a:lnTo>
                <a:lnTo>
                  <a:pt x="1276951" y="1233632"/>
                </a:lnTo>
                <a:lnTo>
                  <a:pt x="1251294" y="1267567"/>
                </a:lnTo>
                <a:lnTo>
                  <a:pt x="1222897" y="1303004"/>
                </a:lnTo>
                <a:lnTo>
                  <a:pt x="1191761" y="1339944"/>
                </a:lnTo>
                <a:lnTo>
                  <a:pt x="1157885" y="1378386"/>
                </a:lnTo>
                <a:lnTo>
                  <a:pt x="1121271" y="1418331"/>
                </a:lnTo>
                <a:lnTo>
                  <a:pt x="1081918" y="1459779"/>
                </a:lnTo>
                <a:lnTo>
                  <a:pt x="1039825" y="1502729"/>
                </a:lnTo>
                <a:lnTo>
                  <a:pt x="994994" y="1547182"/>
                </a:lnTo>
                <a:lnTo>
                  <a:pt x="947424" y="1593139"/>
                </a:lnTo>
                <a:lnTo>
                  <a:pt x="854408" y="1680597"/>
                </a:lnTo>
                <a:lnTo>
                  <a:pt x="812584" y="1720572"/>
                </a:lnTo>
                <a:lnTo>
                  <a:pt x="771643" y="1760525"/>
                </a:lnTo>
                <a:lnTo>
                  <a:pt x="731585" y="1800455"/>
                </a:lnTo>
                <a:lnTo>
                  <a:pt x="692410" y="1840362"/>
                </a:lnTo>
                <a:lnTo>
                  <a:pt x="654118" y="1880246"/>
                </a:lnTo>
                <a:lnTo>
                  <a:pt x="616709" y="1920107"/>
                </a:lnTo>
                <a:lnTo>
                  <a:pt x="580182" y="1959945"/>
                </a:lnTo>
                <a:lnTo>
                  <a:pt x="544539" y="1999760"/>
                </a:lnTo>
                <a:lnTo>
                  <a:pt x="509778" y="2039553"/>
                </a:lnTo>
                <a:lnTo>
                  <a:pt x="475901" y="2079322"/>
                </a:lnTo>
                <a:lnTo>
                  <a:pt x="442907" y="2119069"/>
                </a:lnTo>
                <a:lnTo>
                  <a:pt x="410795" y="2158792"/>
                </a:lnTo>
                <a:lnTo>
                  <a:pt x="379566" y="2198493"/>
                </a:lnTo>
                <a:lnTo>
                  <a:pt x="349221" y="2238171"/>
                </a:lnTo>
                <a:lnTo>
                  <a:pt x="319758" y="2277826"/>
                </a:lnTo>
                <a:lnTo>
                  <a:pt x="291179" y="2317459"/>
                </a:lnTo>
                <a:lnTo>
                  <a:pt x="263482" y="2357068"/>
                </a:lnTo>
                <a:lnTo>
                  <a:pt x="236669" y="2396655"/>
                </a:lnTo>
                <a:lnTo>
                  <a:pt x="210738" y="2436218"/>
                </a:lnTo>
                <a:lnTo>
                  <a:pt x="185691" y="2475759"/>
                </a:lnTo>
                <a:lnTo>
                  <a:pt x="161526" y="2515277"/>
                </a:lnTo>
                <a:lnTo>
                  <a:pt x="138245" y="2554773"/>
                </a:lnTo>
                <a:lnTo>
                  <a:pt x="115846" y="2594245"/>
                </a:lnTo>
                <a:lnTo>
                  <a:pt x="94331" y="2633695"/>
                </a:lnTo>
                <a:lnTo>
                  <a:pt x="73698" y="2673122"/>
                </a:lnTo>
                <a:lnTo>
                  <a:pt x="53949" y="2712526"/>
                </a:lnTo>
                <a:lnTo>
                  <a:pt x="35083" y="2751907"/>
                </a:lnTo>
                <a:lnTo>
                  <a:pt x="17100" y="2791265"/>
                </a:lnTo>
                <a:lnTo>
                  <a:pt x="0" y="2830601"/>
                </a:lnTo>
                <a:lnTo>
                  <a:pt x="0" y="3090735"/>
                </a:lnTo>
                <a:lnTo>
                  <a:pt x="1790141" y="3090735"/>
                </a:lnTo>
                <a:lnTo>
                  <a:pt x="1790141" y="2801937"/>
                </a:lnTo>
                <a:lnTo>
                  <a:pt x="348195" y="2801937"/>
                </a:lnTo>
                <a:lnTo>
                  <a:pt x="365057" y="2766083"/>
                </a:lnTo>
                <a:lnTo>
                  <a:pt x="383197" y="2729960"/>
                </a:lnTo>
                <a:lnTo>
                  <a:pt x="402615" y="2693569"/>
                </a:lnTo>
                <a:lnTo>
                  <a:pt x="423311" y="2656908"/>
                </a:lnTo>
                <a:lnTo>
                  <a:pt x="445285" y="2619979"/>
                </a:lnTo>
                <a:lnTo>
                  <a:pt x="468537" y="2582781"/>
                </a:lnTo>
                <a:lnTo>
                  <a:pt x="493067" y="2545314"/>
                </a:lnTo>
                <a:lnTo>
                  <a:pt x="518875" y="2507578"/>
                </a:lnTo>
                <a:lnTo>
                  <a:pt x="545960" y="2469574"/>
                </a:lnTo>
                <a:lnTo>
                  <a:pt x="574324" y="2431300"/>
                </a:lnTo>
                <a:lnTo>
                  <a:pt x="603966" y="2392758"/>
                </a:lnTo>
                <a:lnTo>
                  <a:pt x="634886" y="2353947"/>
                </a:lnTo>
                <a:lnTo>
                  <a:pt x="667084" y="2314867"/>
                </a:lnTo>
                <a:lnTo>
                  <a:pt x="700560" y="2275518"/>
                </a:lnTo>
                <a:lnTo>
                  <a:pt x="735314" y="2235901"/>
                </a:lnTo>
                <a:lnTo>
                  <a:pt x="771346" y="2196014"/>
                </a:lnTo>
                <a:lnTo>
                  <a:pt x="808656" y="2155859"/>
                </a:lnTo>
                <a:lnTo>
                  <a:pt x="847244" y="2115435"/>
                </a:lnTo>
                <a:lnTo>
                  <a:pt x="887110" y="2074742"/>
                </a:lnTo>
                <a:lnTo>
                  <a:pt x="928255" y="2033780"/>
                </a:lnTo>
                <a:lnTo>
                  <a:pt x="970677" y="1992549"/>
                </a:lnTo>
                <a:lnTo>
                  <a:pt x="1014377" y="1951050"/>
                </a:lnTo>
                <a:lnTo>
                  <a:pt x="1059356" y="1909282"/>
                </a:lnTo>
                <a:lnTo>
                  <a:pt x="1105612" y="1867245"/>
                </a:lnTo>
                <a:lnTo>
                  <a:pt x="1201546" y="1782058"/>
                </a:lnTo>
                <a:lnTo>
                  <a:pt x="1247856" y="1740011"/>
                </a:lnTo>
                <a:lnTo>
                  <a:pt x="1292078" y="1698799"/>
                </a:lnTo>
                <a:lnTo>
                  <a:pt x="1334211" y="1658421"/>
                </a:lnTo>
                <a:lnTo>
                  <a:pt x="1374255" y="1618878"/>
                </a:lnTo>
                <a:lnTo>
                  <a:pt x="1412210" y="1580171"/>
                </a:lnTo>
                <a:lnTo>
                  <a:pt x="1448076" y="1542299"/>
                </a:lnTo>
                <a:lnTo>
                  <a:pt x="1481852" y="1505262"/>
                </a:lnTo>
                <a:lnTo>
                  <a:pt x="1513537" y="1469062"/>
                </a:lnTo>
                <a:lnTo>
                  <a:pt x="1543133" y="1433697"/>
                </a:lnTo>
                <a:lnTo>
                  <a:pt x="1570639" y="1399169"/>
                </a:lnTo>
                <a:lnTo>
                  <a:pt x="1596054" y="1365478"/>
                </a:lnTo>
                <a:lnTo>
                  <a:pt x="1619378" y="1332624"/>
                </a:lnTo>
                <a:lnTo>
                  <a:pt x="1640611" y="1300607"/>
                </a:lnTo>
                <a:lnTo>
                  <a:pt x="1665848" y="1258497"/>
                </a:lnTo>
                <a:lnTo>
                  <a:pt x="1688682" y="1215574"/>
                </a:lnTo>
                <a:lnTo>
                  <a:pt x="1709113" y="1171836"/>
                </a:lnTo>
                <a:lnTo>
                  <a:pt x="1727141" y="1127285"/>
                </a:lnTo>
                <a:lnTo>
                  <a:pt x="1742766" y="1081920"/>
                </a:lnTo>
                <a:lnTo>
                  <a:pt x="1755987" y="1035741"/>
                </a:lnTo>
                <a:lnTo>
                  <a:pt x="1766805" y="988748"/>
                </a:lnTo>
                <a:lnTo>
                  <a:pt x="1775220" y="940942"/>
                </a:lnTo>
                <a:lnTo>
                  <a:pt x="1781230" y="892323"/>
                </a:lnTo>
                <a:lnTo>
                  <a:pt x="1784836" y="842890"/>
                </a:lnTo>
                <a:lnTo>
                  <a:pt x="1786039" y="792645"/>
                </a:lnTo>
                <a:lnTo>
                  <a:pt x="1784588" y="736537"/>
                </a:lnTo>
                <a:lnTo>
                  <a:pt x="1780236" y="682220"/>
                </a:lnTo>
                <a:lnTo>
                  <a:pt x="1772982" y="629695"/>
                </a:lnTo>
                <a:lnTo>
                  <a:pt x="1762827" y="578962"/>
                </a:lnTo>
                <a:lnTo>
                  <a:pt x="1749770" y="530021"/>
                </a:lnTo>
                <a:lnTo>
                  <a:pt x="1733811" y="482871"/>
                </a:lnTo>
                <a:lnTo>
                  <a:pt x="1714951" y="437513"/>
                </a:lnTo>
                <a:lnTo>
                  <a:pt x="1693189" y="393946"/>
                </a:lnTo>
                <a:lnTo>
                  <a:pt x="1668526" y="352170"/>
                </a:lnTo>
                <a:lnTo>
                  <a:pt x="1640960" y="312186"/>
                </a:lnTo>
                <a:lnTo>
                  <a:pt x="1622303" y="288798"/>
                </a:lnTo>
                <a:close/>
              </a:path>
              <a:path w="1790700" h="3091179">
                <a:moveTo>
                  <a:pt x="933983" y="0"/>
                </a:moveTo>
                <a:lnTo>
                  <a:pt x="879049" y="1251"/>
                </a:lnTo>
                <a:lnTo>
                  <a:pt x="825539" y="5007"/>
                </a:lnTo>
                <a:lnTo>
                  <a:pt x="773451" y="11267"/>
                </a:lnTo>
                <a:lnTo>
                  <a:pt x="722786" y="20030"/>
                </a:lnTo>
                <a:lnTo>
                  <a:pt x="673544" y="31296"/>
                </a:lnTo>
                <a:lnTo>
                  <a:pt x="625725" y="45065"/>
                </a:lnTo>
                <a:lnTo>
                  <a:pt x="579329" y="61338"/>
                </a:lnTo>
                <a:lnTo>
                  <a:pt x="534356" y="80113"/>
                </a:lnTo>
                <a:lnTo>
                  <a:pt x="490806" y="101391"/>
                </a:lnTo>
                <a:lnTo>
                  <a:pt x="448679" y="125171"/>
                </a:lnTo>
                <a:lnTo>
                  <a:pt x="407975" y="151453"/>
                </a:lnTo>
                <a:lnTo>
                  <a:pt x="368693" y="180238"/>
                </a:lnTo>
                <a:lnTo>
                  <a:pt x="333005" y="209816"/>
                </a:lnTo>
                <a:lnTo>
                  <a:pt x="299138" y="241195"/>
                </a:lnTo>
                <a:lnTo>
                  <a:pt x="267091" y="274377"/>
                </a:lnTo>
                <a:lnTo>
                  <a:pt x="236866" y="309361"/>
                </a:lnTo>
                <a:lnTo>
                  <a:pt x="208462" y="346147"/>
                </a:lnTo>
                <a:lnTo>
                  <a:pt x="181879" y="384735"/>
                </a:lnTo>
                <a:lnTo>
                  <a:pt x="157117" y="425126"/>
                </a:lnTo>
                <a:lnTo>
                  <a:pt x="134177" y="467318"/>
                </a:lnTo>
                <a:lnTo>
                  <a:pt x="113032" y="511373"/>
                </a:lnTo>
                <a:lnTo>
                  <a:pt x="93759" y="557110"/>
                </a:lnTo>
                <a:lnTo>
                  <a:pt x="76282" y="604709"/>
                </a:lnTo>
                <a:lnTo>
                  <a:pt x="60626" y="654111"/>
                </a:lnTo>
                <a:lnTo>
                  <a:pt x="46792" y="705315"/>
                </a:lnTo>
                <a:lnTo>
                  <a:pt x="34779" y="758321"/>
                </a:lnTo>
                <a:lnTo>
                  <a:pt x="24587" y="813130"/>
                </a:lnTo>
                <a:lnTo>
                  <a:pt x="368693" y="893013"/>
                </a:lnTo>
                <a:lnTo>
                  <a:pt x="377881" y="834104"/>
                </a:lnTo>
                <a:lnTo>
                  <a:pt x="389067" y="778216"/>
                </a:lnTo>
                <a:lnTo>
                  <a:pt x="402250" y="725348"/>
                </a:lnTo>
                <a:lnTo>
                  <a:pt x="417431" y="675502"/>
                </a:lnTo>
                <a:lnTo>
                  <a:pt x="434608" y="628676"/>
                </a:lnTo>
                <a:lnTo>
                  <a:pt x="453783" y="584870"/>
                </a:lnTo>
                <a:lnTo>
                  <a:pt x="474955" y="544086"/>
                </a:lnTo>
                <a:lnTo>
                  <a:pt x="498125" y="506322"/>
                </a:lnTo>
                <a:lnTo>
                  <a:pt x="523292" y="471580"/>
                </a:lnTo>
                <a:lnTo>
                  <a:pt x="550456" y="439858"/>
                </a:lnTo>
                <a:lnTo>
                  <a:pt x="579617" y="411157"/>
                </a:lnTo>
                <a:lnTo>
                  <a:pt x="610775" y="385477"/>
                </a:lnTo>
                <a:lnTo>
                  <a:pt x="643931" y="362818"/>
                </a:lnTo>
                <a:lnTo>
                  <a:pt x="679083" y="343180"/>
                </a:lnTo>
                <a:lnTo>
                  <a:pt x="716233" y="326563"/>
                </a:lnTo>
                <a:lnTo>
                  <a:pt x="755380" y="312968"/>
                </a:lnTo>
                <a:lnTo>
                  <a:pt x="796524" y="302393"/>
                </a:lnTo>
                <a:lnTo>
                  <a:pt x="839665" y="294840"/>
                </a:lnTo>
                <a:lnTo>
                  <a:pt x="884803" y="290308"/>
                </a:lnTo>
                <a:lnTo>
                  <a:pt x="931938" y="288798"/>
                </a:lnTo>
                <a:lnTo>
                  <a:pt x="1622303" y="288798"/>
                </a:lnTo>
                <a:lnTo>
                  <a:pt x="1610493" y="273993"/>
                </a:lnTo>
                <a:lnTo>
                  <a:pt x="1577124" y="237591"/>
                </a:lnTo>
                <a:lnTo>
                  <a:pt x="1542868" y="204862"/>
                </a:lnTo>
                <a:lnTo>
                  <a:pt x="1506815" y="174557"/>
                </a:lnTo>
                <a:lnTo>
                  <a:pt x="1468965" y="146676"/>
                </a:lnTo>
                <a:lnTo>
                  <a:pt x="1429316" y="121220"/>
                </a:lnTo>
                <a:lnTo>
                  <a:pt x="1387871" y="98188"/>
                </a:lnTo>
                <a:lnTo>
                  <a:pt x="1344628" y="77580"/>
                </a:lnTo>
                <a:lnTo>
                  <a:pt x="1299587" y="59397"/>
                </a:lnTo>
                <a:lnTo>
                  <a:pt x="1252750" y="43639"/>
                </a:lnTo>
                <a:lnTo>
                  <a:pt x="1204115" y="30305"/>
                </a:lnTo>
                <a:lnTo>
                  <a:pt x="1153682" y="19395"/>
                </a:lnTo>
                <a:lnTo>
                  <a:pt x="1101453" y="10909"/>
                </a:lnTo>
                <a:lnTo>
                  <a:pt x="1047427" y="4848"/>
                </a:lnTo>
                <a:lnTo>
                  <a:pt x="991603" y="1212"/>
                </a:lnTo>
                <a:lnTo>
                  <a:pt x="933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848842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517423" y="712145"/>
            <a:ext cx="1730474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836898" y="6186318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>
              <a:spcBef>
                <a:spcPts val="661"/>
              </a:spcBef>
            </a:pPr>
            <a:r>
              <a:rPr lang="en-US" altLang="ko-KR" sz="95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sz="950" spc="9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ko-KR" altLang="en-US" sz="950">
                <a:solidFill>
                  <a:srgbClr val="797B7C"/>
                </a:solidFill>
                <a:latin typeface="+mn-ea"/>
              </a:rPr>
              <a:t>ⓒ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2020 TIS </a:t>
            </a:r>
            <a:r>
              <a:rPr lang="en-US" altLang="ko-KR" sz="950">
                <a:solidFill>
                  <a:srgbClr val="797B7C"/>
                </a:solidFill>
                <a:latin typeface="+mn-ea"/>
              </a:rPr>
              <a:t>All Rights Reserved</a:t>
            </a:r>
            <a:r>
              <a:rPr lang="en-US" altLang="ko-KR" sz="950">
                <a:solidFill>
                  <a:srgbClr val="797B7C"/>
                </a:solidFill>
              </a:rPr>
              <a:t> </a:t>
            </a:r>
            <a:endParaRPr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17275517"/>
              </p:ext>
            </p:extLst>
          </p:nvPr>
        </p:nvGraphicFramePr>
        <p:xfrm>
          <a:off x="6298425" y="5271688"/>
          <a:ext cx="2860096" cy="73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22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결</a:t>
                      </a:r>
                      <a:endParaRPr lang="en-US" altLang="ko-KR" sz="900" b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재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작성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검토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2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텍스트 개체 틀 10"/>
          <p:cNvSpPr txBox="1">
            <a:spLocks/>
          </p:cNvSpPr>
          <p:nvPr userDrawn="1"/>
        </p:nvSpPr>
        <p:spPr>
          <a:xfrm flipH="1">
            <a:off x="6511930" y="3565183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27" name="텍스트 개체 틀 10"/>
          <p:cNvSpPr txBox="1">
            <a:spLocks/>
          </p:cNvSpPr>
          <p:nvPr userDrawn="1"/>
        </p:nvSpPr>
        <p:spPr>
          <a:xfrm flipH="1">
            <a:off x="7225955" y="3150188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20" y="463143"/>
            <a:ext cx="927004" cy="3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94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2" name="텍스트 개체 틀 10"/>
          <p:cNvSpPr txBox="1">
            <a:spLocks/>
          </p:cNvSpPr>
          <p:nvPr userDrawn="1"/>
        </p:nvSpPr>
        <p:spPr>
          <a:xfrm flipH="1">
            <a:off x="6520094" y="3765545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350369" y="712145"/>
            <a:ext cx="1897528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465369" y="6121177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 algn="r">
              <a:spcBef>
                <a:spcPts val="661"/>
              </a:spcBef>
            </a:pP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altLang="ko-KR" sz="950" spc="9" smtClean="0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ⓒ 2020 TIS All Rights Reserved</a:t>
            </a:r>
            <a:r>
              <a:rPr lang="en-US" altLang="ko-KR" sz="950" smtClean="0">
                <a:solidFill>
                  <a:srgbClr val="797B7C"/>
                </a:solidFill>
              </a:rPr>
              <a:t> </a:t>
            </a:r>
            <a:endParaRPr lang="en-US" altLang="ko-KR"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sp>
        <p:nvSpPr>
          <p:cNvPr id="26" name="텍스트 개체 틀 10"/>
          <p:cNvSpPr txBox="1">
            <a:spLocks/>
          </p:cNvSpPr>
          <p:nvPr userDrawn="1"/>
        </p:nvSpPr>
        <p:spPr>
          <a:xfrm flipH="1">
            <a:off x="7234119" y="3350550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798" y="5795160"/>
            <a:ext cx="835805" cy="29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625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350369" y="712145"/>
            <a:ext cx="1897528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465369" y="6186318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 algn="r">
              <a:spcBef>
                <a:spcPts val="661"/>
              </a:spcBef>
            </a:pP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altLang="ko-KR" sz="950" spc="9" smtClean="0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ⓒ 2020 TIS All Rights Reserved</a:t>
            </a:r>
            <a:r>
              <a:rPr lang="en-US" altLang="ko-KR" sz="950" smtClean="0">
                <a:solidFill>
                  <a:srgbClr val="797B7C"/>
                </a:solidFill>
              </a:rPr>
              <a:t> </a:t>
            </a:r>
            <a:endParaRPr lang="en-US" altLang="ko-KR"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20" y="463143"/>
            <a:ext cx="927004" cy="326250"/>
          </a:xfrm>
          <a:prstGeom prst="rect">
            <a:avLst/>
          </a:prstGeom>
        </p:spPr>
      </p:pic>
      <p:sp>
        <p:nvSpPr>
          <p:cNvPr id="8" name="텍스트 개체 틀 10"/>
          <p:cNvSpPr txBox="1">
            <a:spLocks/>
          </p:cNvSpPr>
          <p:nvPr userDrawn="1"/>
        </p:nvSpPr>
        <p:spPr>
          <a:xfrm flipH="1">
            <a:off x="6511930" y="3565183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9" name="텍스트 개체 틀 10"/>
          <p:cNvSpPr txBox="1">
            <a:spLocks/>
          </p:cNvSpPr>
          <p:nvPr userDrawn="1"/>
        </p:nvSpPr>
        <p:spPr>
          <a:xfrm flipH="1">
            <a:off x="7225955" y="3150188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626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0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3" name="Shape 2635"/>
          <p:cNvSpPr>
            <a:spLocks noChangeArrowheads="1"/>
          </p:cNvSpPr>
          <p:nvPr userDrawn="1"/>
        </p:nvSpPr>
        <p:spPr bwMode="auto">
          <a:xfrm>
            <a:off x="860757" y="419822"/>
            <a:ext cx="299434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en-US" sz="1125" dirty="0" smtClean="0">
                <a:solidFill>
                  <a:schemeClr val="tx1"/>
                </a:solidFill>
                <a:ea typeface="Calibri" charset="0"/>
                <a:cs typeface="Calibri" charset="0"/>
              </a:rPr>
              <a:t>Office</a:t>
            </a:r>
            <a:endParaRPr sz="1125" dirty="0">
              <a:solidFill>
                <a:schemeClr val="tx1"/>
              </a:solidFill>
              <a:ea typeface="Calibri" charset="0"/>
              <a:cs typeface="Calibri" charset="0"/>
            </a:endParaRPr>
          </a:p>
        </p:txBody>
      </p:sp>
      <p:sp>
        <p:nvSpPr>
          <p:cNvPr id="4" name="Shape 2531"/>
          <p:cNvSpPr/>
          <p:nvPr userDrawn="1"/>
        </p:nvSpPr>
        <p:spPr>
          <a:xfrm>
            <a:off x="890100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" name="Shape 2532"/>
          <p:cNvSpPr/>
          <p:nvPr userDrawn="1"/>
        </p:nvSpPr>
        <p:spPr>
          <a:xfrm>
            <a:off x="1675666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" name="Shape 2538"/>
          <p:cNvSpPr/>
          <p:nvPr userDrawn="1"/>
        </p:nvSpPr>
        <p:spPr>
          <a:xfrm>
            <a:off x="1279521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" name="Shape 2539"/>
          <p:cNvSpPr/>
          <p:nvPr userDrawn="1"/>
        </p:nvSpPr>
        <p:spPr>
          <a:xfrm>
            <a:off x="1701119" y="894686"/>
            <a:ext cx="209550" cy="142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" name="Shape 2540"/>
          <p:cNvSpPr/>
          <p:nvPr userDrawn="1"/>
        </p:nvSpPr>
        <p:spPr>
          <a:xfrm>
            <a:off x="252894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" name="Shape 2544"/>
          <p:cNvSpPr/>
          <p:nvPr userDrawn="1"/>
        </p:nvSpPr>
        <p:spPr>
          <a:xfrm>
            <a:off x="3770693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1" name="Shape 2545"/>
          <p:cNvSpPr/>
          <p:nvPr userDrawn="1"/>
        </p:nvSpPr>
        <p:spPr>
          <a:xfrm>
            <a:off x="87328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" name="Shape 2546"/>
          <p:cNvSpPr/>
          <p:nvPr userDrawn="1"/>
        </p:nvSpPr>
        <p:spPr>
          <a:xfrm>
            <a:off x="1287204" y="880398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" name="Shape 2551"/>
          <p:cNvSpPr/>
          <p:nvPr userDrawn="1"/>
        </p:nvSpPr>
        <p:spPr>
          <a:xfrm>
            <a:off x="2152154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" name="Shape 2552"/>
          <p:cNvSpPr/>
          <p:nvPr userDrawn="1"/>
        </p:nvSpPr>
        <p:spPr>
          <a:xfrm>
            <a:off x="2902201" y="1324562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" name="Shape 2553"/>
          <p:cNvSpPr/>
          <p:nvPr userDrawn="1"/>
        </p:nvSpPr>
        <p:spPr>
          <a:xfrm>
            <a:off x="3336446" y="1324562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" name="Shape 2571"/>
          <p:cNvSpPr/>
          <p:nvPr userDrawn="1"/>
        </p:nvSpPr>
        <p:spPr>
          <a:xfrm>
            <a:off x="902953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7" name="Shape 2572"/>
          <p:cNvSpPr/>
          <p:nvPr userDrawn="1"/>
        </p:nvSpPr>
        <p:spPr>
          <a:xfrm>
            <a:off x="1318394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" name="Shape 2573"/>
          <p:cNvSpPr/>
          <p:nvPr userDrawn="1"/>
        </p:nvSpPr>
        <p:spPr>
          <a:xfrm>
            <a:off x="1727111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" name="Shape 2585"/>
          <p:cNvSpPr/>
          <p:nvPr userDrawn="1"/>
        </p:nvSpPr>
        <p:spPr>
          <a:xfrm>
            <a:off x="2071811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" name="Shape 2587"/>
          <p:cNvSpPr/>
          <p:nvPr userDrawn="1"/>
        </p:nvSpPr>
        <p:spPr>
          <a:xfrm>
            <a:off x="3770693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1" name="Shape 2591"/>
          <p:cNvSpPr/>
          <p:nvPr userDrawn="1"/>
        </p:nvSpPr>
        <p:spPr>
          <a:xfrm>
            <a:off x="909677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2" name="Shape 2600"/>
          <p:cNvSpPr/>
          <p:nvPr userDrawn="1"/>
        </p:nvSpPr>
        <p:spPr>
          <a:xfrm>
            <a:off x="2135828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3" name="Shape 2601"/>
          <p:cNvSpPr/>
          <p:nvPr userDrawn="1"/>
        </p:nvSpPr>
        <p:spPr>
          <a:xfrm>
            <a:off x="2544545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4" name="Shape 2604"/>
          <p:cNvSpPr/>
          <p:nvPr userDrawn="1"/>
        </p:nvSpPr>
        <p:spPr>
          <a:xfrm>
            <a:off x="2566313" y="2257023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" name="Shape 2609"/>
          <p:cNvSpPr/>
          <p:nvPr userDrawn="1"/>
        </p:nvSpPr>
        <p:spPr>
          <a:xfrm>
            <a:off x="2467956" y="1334087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" name="Shape 2614"/>
          <p:cNvSpPr/>
          <p:nvPr userDrawn="1"/>
        </p:nvSpPr>
        <p:spPr>
          <a:xfrm>
            <a:off x="1301778" y="271963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" name="Shape 2615"/>
          <p:cNvSpPr/>
          <p:nvPr userDrawn="1"/>
        </p:nvSpPr>
        <p:spPr>
          <a:xfrm>
            <a:off x="909677" y="271963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" name="Shape 2616"/>
          <p:cNvSpPr/>
          <p:nvPr userDrawn="1"/>
        </p:nvSpPr>
        <p:spPr>
          <a:xfrm>
            <a:off x="2132343" y="2729155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" name="Shape 2617"/>
          <p:cNvSpPr/>
          <p:nvPr userDrawn="1"/>
        </p:nvSpPr>
        <p:spPr>
          <a:xfrm>
            <a:off x="1720575" y="2738680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0" name="Shape 2618"/>
          <p:cNvSpPr/>
          <p:nvPr userDrawn="1"/>
        </p:nvSpPr>
        <p:spPr>
          <a:xfrm>
            <a:off x="1323836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1" name="Shape 2621"/>
          <p:cNvSpPr/>
          <p:nvPr userDrawn="1"/>
        </p:nvSpPr>
        <p:spPr>
          <a:xfrm>
            <a:off x="5701696" y="5358037"/>
            <a:ext cx="2095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2" name="Shape 2626"/>
          <p:cNvSpPr/>
          <p:nvPr userDrawn="1"/>
        </p:nvSpPr>
        <p:spPr>
          <a:xfrm>
            <a:off x="3394631" y="2237973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3" name="Shape 2628"/>
          <p:cNvSpPr/>
          <p:nvPr userDrawn="1"/>
        </p:nvSpPr>
        <p:spPr>
          <a:xfrm>
            <a:off x="2946381" y="31572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4" name="Shape 2629"/>
          <p:cNvSpPr/>
          <p:nvPr userDrawn="1"/>
        </p:nvSpPr>
        <p:spPr>
          <a:xfrm>
            <a:off x="3357011" y="31572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5" name="Shape 2707"/>
          <p:cNvSpPr>
            <a:spLocks noChangeArrowheads="1"/>
          </p:cNvSpPr>
          <p:nvPr userDrawn="1"/>
        </p:nvSpPr>
        <p:spPr bwMode="auto">
          <a:xfrm>
            <a:off x="4777281" y="406550"/>
            <a:ext cx="523854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Electronics</a:t>
            </a:r>
          </a:p>
        </p:txBody>
      </p:sp>
      <p:sp>
        <p:nvSpPr>
          <p:cNvPr id="36" name="Shape 2643"/>
          <p:cNvSpPr/>
          <p:nvPr userDrawn="1"/>
        </p:nvSpPr>
        <p:spPr>
          <a:xfrm>
            <a:off x="5724897" y="861348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7" name="Shape 2644"/>
          <p:cNvSpPr/>
          <p:nvPr userDrawn="1"/>
        </p:nvSpPr>
        <p:spPr>
          <a:xfrm>
            <a:off x="6105897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4" y="20618"/>
                  <a:pt x="1350" y="20179"/>
                  <a:pt x="1350" y="19636"/>
                </a:cubicBezTo>
                <a:lnTo>
                  <a:pt x="1350" y="1964"/>
                </a:lnTo>
                <a:cubicBezTo>
                  <a:pt x="1350" y="1422"/>
                  <a:pt x="1954" y="982"/>
                  <a:pt x="2700" y="982"/>
                </a:cubicBezTo>
                <a:lnTo>
                  <a:pt x="18900" y="982"/>
                </a:lnTo>
                <a:cubicBezTo>
                  <a:pt x="19645" y="982"/>
                  <a:pt x="20250" y="1422"/>
                  <a:pt x="20250" y="1964"/>
                </a:cubicBezTo>
                <a:cubicBezTo>
                  <a:pt x="20250" y="1964"/>
                  <a:pt x="20250" y="19636"/>
                  <a:pt x="20250" y="19636"/>
                </a:cubicBezTo>
                <a:close/>
                <a:moveTo>
                  <a:pt x="18900" y="0"/>
                </a:moveTo>
                <a:lnTo>
                  <a:pt x="2700" y="0"/>
                </a:lnTo>
                <a:cubicBezTo>
                  <a:pt x="120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391" y="0"/>
                  <a:pt x="18900" y="0"/>
                </a:cubicBezTo>
                <a:moveTo>
                  <a:pt x="4050" y="3927"/>
                </a:moveTo>
                <a:lnTo>
                  <a:pt x="17550" y="3927"/>
                </a:lnTo>
                <a:lnTo>
                  <a:pt x="17550" y="17673"/>
                </a:lnTo>
                <a:lnTo>
                  <a:pt x="4050" y="17673"/>
                </a:lnTo>
                <a:cubicBezTo>
                  <a:pt x="4050" y="17673"/>
                  <a:pt x="4050" y="3927"/>
                  <a:pt x="4050" y="3927"/>
                </a:cubicBezTo>
                <a:close/>
                <a:moveTo>
                  <a:pt x="2700" y="18655"/>
                </a:moveTo>
                <a:lnTo>
                  <a:pt x="18900" y="18655"/>
                </a:lnTo>
                <a:lnTo>
                  <a:pt x="18900" y="2945"/>
                </a:lnTo>
                <a:lnTo>
                  <a:pt x="2700" y="2945"/>
                </a:lnTo>
                <a:cubicBezTo>
                  <a:pt x="2700" y="2945"/>
                  <a:pt x="2700" y="18655"/>
                  <a:pt x="2700" y="18655"/>
                </a:cubicBezTo>
                <a:close/>
                <a:moveTo>
                  <a:pt x="10125" y="2455"/>
                </a:moveTo>
                <a:lnTo>
                  <a:pt x="11475" y="2455"/>
                </a:lnTo>
                <a:cubicBezTo>
                  <a:pt x="11848" y="2455"/>
                  <a:pt x="12150" y="2235"/>
                  <a:pt x="12150" y="1964"/>
                </a:cubicBezTo>
                <a:cubicBezTo>
                  <a:pt x="12150" y="1692"/>
                  <a:pt x="11848" y="1473"/>
                  <a:pt x="11475" y="1473"/>
                </a:cubicBezTo>
                <a:lnTo>
                  <a:pt x="10125" y="1473"/>
                </a:lnTo>
                <a:cubicBezTo>
                  <a:pt x="9752" y="1473"/>
                  <a:pt x="9450" y="1692"/>
                  <a:pt x="9450" y="1964"/>
                </a:cubicBezTo>
                <a:cubicBezTo>
                  <a:pt x="9450" y="2235"/>
                  <a:pt x="9752" y="2455"/>
                  <a:pt x="10125" y="2455"/>
                </a:cubicBezTo>
                <a:moveTo>
                  <a:pt x="10800" y="19145"/>
                </a:moveTo>
                <a:cubicBezTo>
                  <a:pt x="10427" y="19145"/>
                  <a:pt x="10125" y="19366"/>
                  <a:pt x="10125" y="19636"/>
                </a:cubicBezTo>
                <a:cubicBezTo>
                  <a:pt x="10125" y="19908"/>
                  <a:pt x="10427" y="20127"/>
                  <a:pt x="10800" y="20127"/>
                </a:cubicBezTo>
                <a:cubicBezTo>
                  <a:pt x="11173" y="20127"/>
                  <a:pt x="11475" y="19908"/>
                  <a:pt x="11475" y="19636"/>
                </a:cubicBezTo>
                <a:cubicBezTo>
                  <a:pt x="11475" y="19366"/>
                  <a:pt x="11173" y="19145"/>
                  <a:pt x="10800" y="191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8" name="Shape 2645"/>
          <p:cNvSpPr/>
          <p:nvPr userDrawn="1"/>
        </p:nvSpPr>
        <p:spPr>
          <a:xfrm>
            <a:off x="6522146" y="88992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20250"/>
                </a:moveTo>
                <a:lnTo>
                  <a:pt x="2740" y="17504"/>
                </a:lnTo>
                <a:cubicBezTo>
                  <a:pt x="2807" y="17526"/>
                  <a:pt x="2874" y="17550"/>
                  <a:pt x="2945" y="17550"/>
                </a:cubicBezTo>
                <a:lnTo>
                  <a:pt x="18655" y="17550"/>
                </a:lnTo>
                <a:cubicBezTo>
                  <a:pt x="18726" y="17550"/>
                  <a:pt x="18793" y="17526"/>
                  <a:pt x="18860" y="17504"/>
                </a:cubicBezTo>
                <a:lnTo>
                  <a:pt x="20192" y="20250"/>
                </a:lnTo>
                <a:cubicBezTo>
                  <a:pt x="20192" y="20250"/>
                  <a:pt x="1408" y="20250"/>
                  <a:pt x="1408" y="20250"/>
                </a:cubicBezTo>
                <a:close/>
                <a:moveTo>
                  <a:pt x="2945" y="1350"/>
                </a:moveTo>
                <a:lnTo>
                  <a:pt x="18655" y="1350"/>
                </a:lnTo>
                <a:lnTo>
                  <a:pt x="18655" y="16200"/>
                </a:lnTo>
                <a:lnTo>
                  <a:pt x="2945" y="16200"/>
                </a:lnTo>
                <a:cubicBezTo>
                  <a:pt x="2945" y="16200"/>
                  <a:pt x="2945" y="1350"/>
                  <a:pt x="2945" y="1350"/>
                </a:cubicBezTo>
                <a:close/>
                <a:moveTo>
                  <a:pt x="21510" y="20558"/>
                </a:moveTo>
                <a:lnTo>
                  <a:pt x="21518" y="20551"/>
                </a:lnTo>
                <a:lnTo>
                  <a:pt x="19591" y="16577"/>
                </a:lnTo>
                <a:cubicBezTo>
                  <a:pt x="19617" y="16457"/>
                  <a:pt x="19636" y="16332"/>
                  <a:pt x="19636" y="16200"/>
                </a:cubicBezTo>
                <a:lnTo>
                  <a:pt x="19636" y="1350"/>
                </a:lnTo>
                <a:cubicBezTo>
                  <a:pt x="19636" y="605"/>
                  <a:pt x="19197" y="0"/>
                  <a:pt x="18655" y="0"/>
                </a:cubicBezTo>
                <a:lnTo>
                  <a:pt x="2945" y="0"/>
                </a:lnTo>
                <a:cubicBezTo>
                  <a:pt x="2403" y="0"/>
                  <a:pt x="1964" y="605"/>
                  <a:pt x="1964" y="1350"/>
                </a:cubicBezTo>
                <a:lnTo>
                  <a:pt x="1964" y="16200"/>
                </a:lnTo>
                <a:cubicBezTo>
                  <a:pt x="1964" y="16332"/>
                  <a:pt x="1983" y="16457"/>
                  <a:pt x="2009" y="16577"/>
                </a:cubicBezTo>
                <a:lnTo>
                  <a:pt x="82" y="20551"/>
                </a:lnTo>
                <a:lnTo>
                  <a:pt x="90" y="20558"/>
                </a:lnTo>
                <a:cubicBezTo>
                  <a:pt x="38" y="20665"/>
                  <a:pt x="0" y="20787"/>
                  <a:pt x="0" y="20925"/>
                </a:cubicBezTo>
                <a:cubicBezTo>
                  <a:pt x="0" y="21298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298"/>
                  <a:pt x="21600" y="20925"/>
                </a:cubicBezTo>
                <a:cubicBezTo>
                  <a:pt x="21600" y="20787"/>
                  <a:pt x="21562" y="20665"/>
                  <a:pt x="21510" y="2055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9" name="Shape 2646"/>
          <p:cNvSpPr/>
          <p:nvPr userDrawn="1"/>
        </p:nvSpPr>
        <p:spPr>
          <a:xfrm>
            <a:off x="4779726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1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8" y="21600"/>
                  <a:pt x="14727" y="21381"/>
                  <a:pt x="14727" y="21109"/>
                </a:cubicBezTo>
                <a:cubicBezTo>
                  <a:pt x="14727" y="20838"/>
                  <a:pt x="14508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0" name="Shape 2654"/>
          <p:cNvSpPr/>
          <p:nvPr userDrawn="1"/>
        </p:nvSpPr>
        <p:spPr>
          <a:xfrm>
            <a:off x="6533362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5709"/>
                </a:moveTo>
                <a:lnTo>
                  <a:pt x="5891" y="15709"/>
                </a:lnTo>
                <a:lnTo>
                  <a:pt x="5891" y="16691"/>
                </a:lnTo>
                <a:lnTo>
                  <a:pt x="15709" y="16691"/>
                </a:lnTo>
                <a:cubicBezTo>
                  <a:pt x="15709" y="16691"/>
                  <a:pt x="15709" y="15709"/>
                  <a:pt x="15709" y="15709"/>
                </a:cubicBezTo>
                <a:close/>
                <a:moveTo>
                  <a:pt x="15709" y="17673"/>
                </a:moveTo>
                <a:lnTo>
                  <a:pt x="5891" y="17673"/>
                </a:lnTo>
                <a:lnTo>
                  <a:pt x="5891" y="18655"/>
                </a:lnTo>
                <a:lnTo>
                  <a:pt x="15709" y="18655"/>
                </a:lnTo>
                <a:cubicBezTo>
                  <a:pt x="15709" y="18655"/>
                  <a:pt x="15709" y="17673"/>
                  <a:pt x="15709" y="17673"/>
                </a:cubicBezTo>
                <a:close/>
                <a:moveTo>
                  <a:pt x="11782" y="13745"/>
                </a:moveTo>
                <a:lnTo>
                  <a:pt x="5891" y="13745"/>
                </a:lnTo>
                <a:lnTo>
                  <a:pt x="5891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1" name="Shape 2655"/>
          <p:cNvSpPr/>
          <p:nvPr userDrawn="1"/>
        </p:nvSpPr>
        <p:spPr>
          <a:xfrm>
            <a:off x="5670548" y="1763924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400"/>
                </a:moveTo>
                <a:lnTo>
                  <a:pt x="16349" y="14400"/>
                </a:lnTo>
                <a:cubicBezTo>
                  <a:pt x="16227" y="14820"/>
                  <a:pt x="16076" y="15221"/>
                  <a:pt x="15897" y="15600"/>
                </a:cubicBezTo>
                <a:lnTo>
                  <a:pt x="20618" y="15600"/>
                </a:lnTo>
                <a:lnTo>
                  <a:pt x="20618" y="19200"/>
                </a:ln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lnTo>
                  <a:pt x="982" y="15600"/>
                </a:lnTo>
                <a:lnTo>
                  <a:pt x="5704" y="15600"/>
                </a:lnTo>
                <a:cubicBezTo>
                  <a:pt x="5524" y="15221"/>
                  <a:pt x="5373" y="14820"/>
                  <a:pt x="5251" y="14400"/>
                </a:cubicBezTo>
                <a:lnTo>
                  <a:pt x="982" y="14400"/>
                </a:lnTo>
                <a:lnTo>
                  <a:pt x="982" y="4800"/>
                </a:lnTo>
                <a:cubicBezTo>
                  <a:pt x="982" y="4138"/>
                  <a:pt x="1422" y="3600"/>
                  <a:pt x="1964" y="3600"/>
                </a:cubicBezTo>
                <a:lnTo>
                  <a:pt x="3927" y="3600"/>
                </a:lnTo>
                <a:cubicBezTo>
                  <a:pt x="5891" y="3600"/>
                  <a:pt x="5891" y="1200"/>
                  <a:pt x="7364" y="1200"/>
                </a:cubicBezTo>
                <a:lnTo>
                  <a:pt x="10800" y="1200"/>
                </a:lnTo>
                <a:lnTo>
                  <a:pt x="14236" y="1200"/>
                </a:lnTo>
                <a:cubicBezTo>
                  <a:pt x="15709" y="1200"/>
                  <a:pt x="15709" y="3600"/>
                  <a:pt x="17673" y="3600"/>
                </a:cubicBezTo>
                <a:lnTo>
                  <a:pt x="19636" y="3600"/>
                </a:lnTo>
                <a:cubicBezTo>
                  <a:pt x="20178" y="3600"/>
                  <a:pt x="20618" y="4138"/>
                  <a:pt x="20618" y="4800"/>
                </a:cubicBezTo>
                <a:cubicBezTo>
                  <a:pt x="20618" y="4800"/>
                  <a:pt x="20618" y="14400"/>
                  <a:pt x="20618" y="14400"/>
                </a:cubicBezTo>
                <a:close/>
                <a:moveTo>
                  <a:pt x="19636" y="2400"/>
                </a:moveTo>
                <a:lnTo>
                  <a:pt x="17673" y="2400"/>
                </a:lnTo>
                <a:cubicBezTo>
                  <a:pt x="16200" y="2400"/>
                  <a:pt x="16200" y="0"/>
                  <a:pt x="14236" y="0"/>
                </a:cubicBezTo>
                <a:lnTo>
                  <a:pt x="10800" y="0"/>
                </a:lnTo>
                <a:lnTo>
                  <a:pt x="7364" y="0"/>
                </a:lnTo>
                <a:cubicBezTo>
                  <a:pt x="5400" y="0"/>
                  <a:pt x="5400" y="2400"/>
                  <a:pt x="3927" y="2400"/>
                </a:cubicBezTo>
                <a:lnTo>
                  <a:pt x="1964" y="2400"/>
                </a:lnTo>
                <a:cubicBezTo>
                  <a:pt x="879" y="2400"/>
                  <a:pt x="0" y="3475"/>
                  <a:pt x="0" y="4800"/>
                </a:cubicBezTo>
                <a:lnTo>
                  <a:pt x="0" y="19200"/>
                </a:ln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lnTo>
                  <a:pt x="21600" y="4800"/>
                </a:lnTo>
                <a:cubicBezTo>
                  <a:pt x="21600" y="3475"/>
                  <a:pt x="20721" y="2400"/>
                  <a:pt x="19636" y="2400"/>
                </a:cubicBezTo>
                <a:moveTo>
                  <a:pt x="18164" y="7200"/>
                </a:moveTo>
                <a:cubicBezTo>
                  <a:pt x="17892" y="7200"/>
                  <a:pt x="17673" y="6932"/>
                  <a:pt x="17673" y="6600"/>
                </a:cubicBezTo>
                <a:cubicBezTo>
                  <a:pt x="17673" y="6269"/>
                  <a:pt x="17892" y="6000"/>
                  <a:pt x="18164" y="6000"/>
                </a:cubicBezTo>
                <a:cubicBezTo>
                  <a:pt x="18435" y="6000"/>
                  <a:pt x="18655" y="6269"/>
                  <a:pt x="18655" y="6600"/>
                </a:cubicBezTo>
                <a:cubicBezTo>
                  <a:pt x="18655" y="6932"/>
                  <a:pt x="18435" y="7200"/>
                  <a:pt x="18164" y="7200"/>
                </a:cubicBezTo>
                <a:moveTo>
                  <a:pt x="18164" y="4800"/>
                </a:moveTo>
                <a:cubicBezTo>
                  <a:pt x="17351" y="4800"/>
                  <a:pt x="16691" y="5607"/>
                  <a:pt x="16691" y="6600"/>
                </a:cubicBezTo>
                <a:cubicBezTo>
                  <a:pt x="16691" y="7594"/>
                  <a:pt x="17351" y="8400"/>
                  <a:pt x="18164" y="8400"/>
                </a:cubicBezTo>
                <a:cubicBezTo>
                  <a:pt x="18977" y="8400"/>
                  <a:pt x="19636" y="7594"/>
                  <a:pt x="19636" y="6600"/>
                </a:cubicBezTo>
                <a:cubicBezTo>
                  <a:pt x="19636" y="5607"/>
                  <a:pt x="18977" y="4800"/>
                  <a:pt x="18164" y="4800"/>
                </a:cubicBezTo>
                <a:moveTo>
                  <a:pt x="18164" y="9600"/>
                </a:moveTo>
                <a:cubicBezTo>
                  <a:pt x="17892" y="9600"/>
                  <a:pt x="17673" y="9869"/>
                  <a:pt x="17673" y="10200"/>
                </a:cubicBezTo>
                <a:cubicBezTo>
                  <a:pt x="17673" y="10532"/>
                  <a:pt x="17892" y="10800"/>
                  <a:pt x="18164" y="10800"/>
                </a:cubicBezTo>
                <a:cubicBezTo>
                  <a:pt x="18435" y="10800"/>
                  <a:pt x="18655" y="10532"/>
                  <a:pt x="18655" y="10200"/>
                </a:cubicBezTo>
                <a:cubicBezTo>
                  <a:pt x="18655" y="9869"/>
                  <a:pt x="18435" y="9600"/>
                  <a:pt x="18164" y="9600"/>
                </a:cubicBezTo>
                <a:moveTo>
                  <a:pt x="10800" y="16800"/>
                </a:moveTo>
                <a:cubicBezTo>
                  <a:pt x="8631" y="16800"/>
                  <a:pt x="6873" y="14651"/>
                  <a:pt x="6873" y="12000"/>
                </a:cubicBezTo>
                <a:cubicBezTo>
                  <a:pt x="6873" y="9349"/>
                  <a:pt x="8631" y="7200"/>
                  <a:pt x="10800" y="7200"/>
                </a:cubicBezTo>
                <a:cubicBezTo>
                  <a:pt x="12969" y="7200"/>
                  <a:pt x="14727" y="9349"/>
                  <a:pt x="14727" y="12000"/>
                </a:cubicBezTo>
                <a:cubicBezTo>
                  <a:pt x="14727" y="14651"/>
                  <a:pt x="12969" y="16800"/>
                  <a:pt x="10800" y="16800"/>
                </a:cubicBezTo>
                <a:moveTo>
                  <a:pt x="10800" y="6000"/>
                </a:moveTo>
                <a:cubicBezTo>
                  <a:pt x="8088" y="6000"/>
                  <a:pt x="5891" y="8687"/>
                  <a:pt x="5891" y="12000"/>
                </a:cubicBezTo>
                <a:cubicBezTo>
                  <a:pt x="5891" y="15314"/>
                  <a:pt x="8088" y="18000"/>
                  <a:pt x="10800" y="18000"/>
                </a:cubicBezTo>
                <a:cubicBezTo>
                  <a:pt x="13512" y="18000"/>
                  <a:pt x="15709" y="15314"/>
                  <a:pt x="15709" y="12000"/>
                </a:cubicBezTo>
                <a:cubicBezTo>
                  <a:pt x="15709" y="8687"/>
                  <a:pt x="13512" y="6000"/>
                  <a:pt x="10800" y="6000"/>
                </a:cubicBezTo>
                <a:moveTo>
                  <a:pt x="10800" y="14400"/>
                </a:moveTo>
                <a:cubicBezTo>
                  <a:pt x="9716" y="14400"/>
                  <a:pt x="8836" y="13325"/>
                  <a:pt x="8836" y="12000"/>
                </a:cubicBezTo>
                <a:cubicBezTo>
                  <a:pt x="8836" y="10675"/>
                  <a:pt x="9716" y="9600"/>
                  <a:pt x="10800" y="9600"/>
                </a:cubicBezTo>
                <a:cubicBezTo>
                  <a:pt x="11884" y="9600"/>
                  <a:pt x="12764" y="10675"/>
                  <a:pt x="12764" y="12000"/>
                </a:cubicBezTo>
                <a:cubicBezTo>
                  <a:pt x="12764" y="13325"/>
                  <a:pt x="11884" y="14400"/>
                  <a:pt x="10800" y="14400"/>
                </a:cubicBezTo>
                <a:moveTo>
                  <a:pt x="10800" y="8400"/>
                </a:moveTo>
                <a:cubicBezTo>
                  <a:pt x="9173" y="8400"/>
                  <a:pt x="7855" y="10012"/>
                  <a:pt x="7855" y="12000"/>
                </a:cubicBezTo>
                <a:cubicBezTo>
                  <a:pt x="7855" y="13988"/>
                  <a:pt x="9173" y="15600"/>
                  <a:pt x="10800" y="15600"/>
                </a:cubicBezTo>
                <a:cubicBezTo>
                  <a:pt x="12426" y="15600"/>
                  <a:pt x="13745" y="13988"/>
                  <a:pt x="13745" y="12000"/>
                </a:cubicBezTo>
                <a:cubicBezTo>
                  <a:pt x="13745" y="10012"/>
                  <a:pt x="12426" y="8400"/>
                  <a:pt x="10800" y="8400"/>
                </a:cubicBezTo>
                <a:moveTo>
                  <a:pt x="8345" y="3600"/>
                </a:moveTo>
                <a:lnTo>
                  <a:pt x="13255" y="3600"/>
                </a:lnTo>
                <a:cubicBezTo>
                  <a:pt x="13526" y="3600"/>
                  <a:pt x="13745" y="3332"/>
                  <a:pt x="13745" y="3000"/>
                </a:cubicBezTo>
                <a:cubicBezTo>
                  <a:pt x="13745" y="2669"/>
                  <a:pt x="13526" y="2400"/>
                  <a:pt x="13255" y="2400"/>
                </a:cubicBezTo>
                <a:lnTo>
                  <a:pt x="8345" y="2400"/>
                </a:lnTo>
                <a:cubicBezTo>
                  <a:pt x="8074" y="2400"/>
                  <a:pt x="7855" y="2669"/>
                  <a:pt x="7855" y="3000"/>
                </a:cubicBezTo>
                <a:cubicBezTo>
                  <a:pt x="7855" y="3332"/>
                  <a:pt x="8074" y="3600"/>
                  <a:pt x="8345" y="36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2" name="Shape 2661"/>
          <p:cNvSpPr/>
          <p:nvPr userDrawn="1"/>
        </p:nvSpPr>
        <p:spPr>
          <a:xfrm>
            <a:off x="5226695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7855"/>
                </a:moveTo>
                <a:lnTo>
                  <a:pt x="7855" y="7855"/>
                </a:lnTo>
                <a:lnTo>
                  <a:pt x="7855" y="9818"/>
                </a:lnTo>
                <a:lnTo>
                  <a:pt x="9818" y="9818"/>
                </a:lnTo>
                <a:cubicBezTo>
                  <a:pt x="9818" y="9818"/>
                  <a:pt x="9818" y="7855"/>
                  <a:pt x="9818" y="7855"/>
                </a:cubicBezTo>
                <a:close/>
                <a:moveTo>
                  <a:pt x="5891" y="7855"/>
                </a:moveTo>
                <a:lnTo>
                  <a:pt x="3927" y="7855"/>
                </a:lnTo>
                <a:lnTo>
                  <a:pt x="3927" y="9818"/>
                </a:lnTo>
                <a:lnTo>
                  <a:pt x="5891" y="9818"/>
                </a:lnTo>
                <a:cubicBezTo>
                  <a:pt x="5891" y="9818"/>
                  <a:pt x="5891" y="7855"/>
                  <a:pt x="5891" y="7855"/>
                </a:cubicBezTo>
                <a:close/>
                <a:moveTo>
                  <a:pt x="13745" y="7855"/>
                </a:moveTo>
                <a:lnTo>
                  <a:pt x="11782" y="7855"/>
                </a:lnTo>
                <a:lnTo>
                  <a:pt x="11782" y="9818"/>
                </a:lnTo>
                <a:lnTo>
                  <a:pt x="13745" y="9818"/>
                </a:lnTo>
                <a:cubicBezTo>
                  <a:pt x="13745" y="9818"/>
                  <a:pt x="13745" y="7855"/>
                  <a:pt x="13745" y="7855"/>
                </a:cubicBezTo>
                <a:close/>
                <a:moveTo>
                  <a:pt x="7855" y="13745"/>
                </a:moveTo>
                <a:lnTo>
                  <a:pt x="9818" y="13745"/>
                </a:lnTo>
                <a:lnTo>
                  <a:pt x="9818" y="11782"/>
                </a:lnTo>
                <a:lnTo>
                  <a:pt x="7855" y="11782"/>
                </a:lnTo>
                <a:cubicBezTo>
                  <a:pt x="7855" y="11782"/>
                  <a:pt x="7855" y="13745"/>
                  <a:pt x="7855" y="13745"/>
                </a:cubicBezTo>
                <a:close/>
                <a:moveTo>
                  <a:pt x="13745" y="11782"/>
                </a:moveTo>
                <a:lnTo>
                  <a:pt x="15709" y="11782"/>
                </a:lnTo>
                <a:lnTo>
                  <a:pt x="15709" y="9818"/>
                </a:lnTo>
                <a:lnTo>
                  <a:pt x="13745" y="9818"/>
                </a:lnTo>
                <a:cubicBezTo>
                  <a:pt x="13745" y="9818"/>
                  <a:pt x="13745" y="11782"/>
                  <a:pt x="13745" y="11782"/>
                </a:cubicBezTo>
                <a:close/>
                <a:moveTo>
                  <a:pt x="5891" y="11782"/>
                </a:moveTo>
                <a:lnTo>
                  <a:pt x="3927" y="11782"/>
                </a:lnTo>
                <a:lnTo>
                  <a:pt x="3927" y="13745"/>
                </a:lnTo>
                <a:lnTo>
                  <a:pt x="5891" y="13745"/>
                </a:lnTo>
                <a:cubicBezTo>
                  <a:pt x="5891" y="13745"/>
                  <a:pt x="5891" y="11782"/>
                  <a:pt x="5891" y="11782"/>
                </a:cubicBezTo>
                <a:close/>
                <a:moveTo>
                  <a:pt x="11782" y="13745"/>
                </a:moveTo>
                <a:lnTo>
                  <a:pt x="13745" y="13745"/>
                </a:lnTo>
                <a:lnTo>
                  <a:pt x="13745" y="11782"/>
                </a:lnTo>
                <a:lnTo>
                  <a:pt x="11782" y="11782"/>
                </a:lnTo>
                <a:cubicBezTo>
                  <a:pt x="11782" y="11782"/>
                  <a:pt x="11782" y="13745"/>
                  <a:pt x="11782" y="13745"/>
                </a:cubicBezTo>
                <a:close/>
                <a:moveTo>
                  <a:pt x="13745" y="15709"/>
                </a:moveTo>
                <a:lnTo>
                  <a:pt x="15709" y="15709"/>
                </a:lnTo>
                <a:lnTo>
                  <a:pt x="15709" y="13745"/>
                </a:lnTo>
                <a:lnTo>
                  <a:pt x="13745" y="13745"/>
                </a:lnTo>
                <a:cubicBezTo>
                  <a:pt x="13745" y="13745"/>
                  <a:pt x="13745" y="15709"/>
                  <a:pt x="13745" y="15709"/>
                </a:cubicBezTo>
                <a:close/>
                <a:moveTo>
                  <a:pt x="17673" y="7855"/>
                </a:moveTo>
                <a:lnTo>
                  <a:pt x="19636" y="7855"/>
                </a:lnTo>
                <a:lnTo>
                  <a:pt x="19636" y="5891"/>
                </a:lnTo>
                <a:lnTo>
                  <a:pt x="17673" y="5891"/>
                </a:lnTo>
                <a:cubicBezTo>
                  <a:pt x="17673" y="5891"/>
                  <a:pt x="17673" y="7855"/>
                  <a:pt x="17673" y="7855"/>
                </a:cubicBezTo>
                <a:close/>
                <a:moveTo>
                  <a:pt x="15709" y="9818"/>
                </a:moveTo>
                <a:lnTo>
                  <a:pt x="17673" y="9818"/>
                </a:lnTo>
                <a:lnTo>
                  <a:pt x="17673" y="7855"/>
                </a:lnTo>
                <a:lnTo>
                  <a:pt x="15709" y="7855"/>
                </a:lnTo>
                <a:cubicBezTo>
                  <a:pt x="15709" y="7855"/>
                  <a:pt x="15709" y="9818"/>
                  <a:pt x="15709" y="9818"/>
                </a:cubicBezTo>
                <a:close/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2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2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0"/>
                  <a:pt x="4147" y="21600"/>
                  <a:pt x="4418" y="21600"/>
                </a:cubicBezTo>
                <a:cubicBezTo>
                  <a:pt x="4689" y="21600"/>
                  <a:pt x="4909" y="21380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0"/>
                  <a:pt x="16911" y="21600"/>
                  <a:pt x="17182" y="21600"/>
                </a:cubicBezTo>
                <a:cubicBezTo>
                  <a:pt x="17453" y="21600"/>
                  <a:pt x="17673" y="21380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  <a:moveTo>
                  <a:pt x="5891" y="15709"/>
                </a:moveTo>
                <a:lnTo>
                  <a:pt x="7855" y="15709"/>
                </a:lnTo>
                <a:lnTo>
                  <a:pt x="7855" y="13745"/>
                </a:lnTo>
                <a:lnTo>
                  <a:pt x="5891" y="13745"/>
                </a:lnTo>
                <a:cubicBezTo>
                  <a:pt x="5891" y="13745"/>
                  <a:pt x="5891" y="15709"/>
                  <a:pt x="5891" y="15709"/>
                </a:cubicBezTo>
                <a:close/>
                <a:moveTo>
                  <a:pt x="9818" y="15709"/>
                </a:moveTo>
                <a:lnTo>
                  <a:pt x="11782" y="15709"/>
                </a:lnTo>
                <a:lnTo>
                  <a:pt x="11782" y="13745"/>
                </a:lnTo>
                <a:lnTo>
                  <a:pt x="9818" y="13745"/>
                </a:lnTo>
                <a:cubicBezTo>
                  <a:pt x="9818" y="13745"/>
                  <a:pt x="9818" y="15709"/>
                  <a:pt x="9818" y="15709"/>
                </a:cubicBezTo>
                <a:close/>
                <a:moveTo>
                  <a:pt x="7855" y="9818"/>
                </a:moveTo>
                <a:lnTo>
                  <a:pt x="5891" y="9818"/>
                </a:lnTo>
                <a:lnTo>
                  <a:pt x="5891" y="11782"/>
                </a:lnTo>
                <a:lnTo>
                  <a:pt x="7855" y="11782"/>
                </a:lnTo>
                <a:cubicBezTo>
                  <a:pt x="7855" y="11782"/>
                  <a:pt x="7855" y="9818"/>
                  <a:pt x="7855" y="9818"/>
                </a:cubicBezTo>
                <a:close/>
                <a:moveTo>
                  <a:pt x="15709" y="13745"/>
                </a:moveTo>
                <a:lnTo>
                  <a:pt x="17673" y="13745"/>
                </a:lnTo>
                <a:lnTo>
                  <a:pt x="17673" y="11782"/>
                </a:lnTo>
                <a:lnTo>
                  <a:pt x="15709" y="11782"/>
                </a:lnTo>
                <a:cubicBezTo>
                  <a:pt x="15709" y="11782"/>
                  <a:pt x="15709" y="13745"/>
                  <a:pt x="15709" y="13745"/>
                </a:cubicBezTo>
                <a:close/>
                <a:moveTo>
                  <a:pt x="1964" y="7855"/>
                </a:moveTo>
                <a:lnTo>
                  <a:pt x="3927" y="7855"/>
                </a:lnTo>
                <a:lnTo>
                  <a:pt x="3927" y="5891"/>
                </a:lnTo>
                <a:lnTo>
                  <a:pt x="1964" y="5891"/>
                </a:lnTo>
                <a:cubicBezTo>
                  <a:pt x="1964" y="5891"/>
                  <a:pt x="1964" y="7855"/>
                  <a:pt x="1964" y="7855"/>
                </a:cubicBezTo>
                <a:close/>
                <a:moveTo>
                  <a:pt x="3927" y="17673"/>
                </a:moveTo>
                <a:lnTo>
                  <a:pt x="5891" y="17673"/>
                </a:lnTo>
                <a:lnTo>
                  <a:pt x="5891" y="15709"/>
                </a:lnTo>
                <a:lnTo>
                  <a:pt x="3927" y="15709"/>
                </a:lnTo>
                <a:cubicBezTo>
                  <a:pt x="3927" y="15709"/>
                  <a:pt x="3927" y="17673"/>
                  <a:pt x="3927" y="17673"/>
                </a:cubicBezTo>
                <a:close/>
                <a:moveTo>
                  <a:pt x="11782" y="5891"/>
                </a:moveTo>
                <a:lnTo>
                  <a:pt x="9818" y="5891"/>
                </a:lnTo>
                <a:lnTo>
                  <a:pt x="9818" y="7855"/>
                </a:lnTo>
                <a:lnTo>
                  <a:pt x="11782" y="7855"/>
                </a:lnTo>
                <a:cubicBezTo>
                  <a:pt x="11782" y="7855"/>
                  <a:pt x="11782" y="5891"/>
                  <a:pt x="11782" y="5891"/>
                </a:cubicBezTo>
                <a:close/>
                <a:moveTo>
                  <a:pt x="7855" y="5891"/>
                </a:moveTo>
                <a:lnTo>
                  <a:pt x="5891" y="5891"/>
                </a:lnTo>
                <a:lnTo>
                  <a:pt x="5891" y="7855"/>
                </a:lnTo>
                <a:lnTo>
                  <a:pt x="7855" y="7855"/>
                </a:lnTo>
                <a:cubicBezTo>
                  <a:pt x="7855" y="7855"/>
                  <a:pt x="7855" y="5891"/>
                  <a:pt x="7855" y="5891"/>
                </a:cubicBezTo>
                <a:close/>
                <a:moveTo>
                  <a:pt x="1964" y="15709"/>
                </a:moveTo>
                <a:lnTo>
                  <a:pt x="3927" y="15709"/>
                </a:lnTo>
                <a:lnTo>
                  <a:pt x="3927" y="13745"/>
                </a:lnTo>
                <a:lnTo>
                  <a:pt x="1964" y="13745"/>
                </a:lnTo>
                <a:cubicBezTo>
                  <a:pt x="1964" y="13745"/>
                  <a:pt x="1964" y="15709"/>
                  <a:pt x="1964" y="15709"/>
                </a:cubicBezTo>
                <a:close/>
                <a:moveTo>
                  <a:pt x="1964" y="11782"/>
                </a:moveTo>
                <a:lnTo>
                  <a:pt x="3927" y="11782"/>
                </a:lnTo>
                <a:lnTo>
                  <a:pt x="3927" y="9818"/>
                </a:lnTo>
                <a:lnTo>
                  <a:pt x="1964" y="9818"/>
                </a:lnTo>
                <a:cubicBezTo>
                  <a:pt x="1964" y="9818"/>
                  <a:pt x="1964" y="11782"/>
                  <a:pt x="1964" y="11782"/>
                </a:cubicBezTo>
                <a:close/>
                <a:moveTo>
                  <a:pt x="7855" y="17673"/>
                </a:moveTo>
                <a:lnTo>
                  <a:pt x="9818" y="17673"/>
                </a:lnTo>
                <a:lnTo>
                  <a:pt x="9818" y="15709"/>
                </a:lnTo>
                <a:lnTo>
                  <a:pt x="7855" y="15709"/>
                </a:lnTo>
                <a:cubicBezTo>
                  <a:pt x="7855" y="15709"/>
                  <a:pt x="7855" y="17673"/>
                  <a:pt x="7855" y="17673"/>
                </a:cubicBezTo>
                <a:close/>
                <a:moveTo>
                  <a:pt x="11782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1782" y="15709"/>
                </a:lnTo>
                <a:cubicBezTo>
                  <a:pt x="11782" y="15709"/>
                  <a:pt x="11782" y="17673"/>
                  <a:pt x="11782" y="17673"/>
                </a:cubicBezTo>
                <a:close/>
                <a:moveTo>
                  <a:pt x="15709" y="17673"/>
                </a:moveTo>
                <a:lnTo>
                  <a:pt x="17673" y="17673"/>
                </a:lnTo>
                <a:lnTo>
                  <a:pt x="17673" y="15709"/>
                </a:lnTo>
                <a:lnTo>
                  <a:pt x="15709" y="15709"/>
                </a:lnTo>
                <a:cubicBezTo>
                  <a:pt x="15709" y="15709"/>
                  <a:pt x="15709" y="17673"/>
                  <a:pt x="15709" y="17673"/>
                </a:cubicBezTo>
                <a:close/>
                <a:moveTo>
                  <a:pt x="11782" y="9818"/>
                </a:moveTo>
                <a:lnTo>
                  <a:pt x="9818" y="9818"/>
                </a:lnTo>
                <a:lnTo>
                  <a:pt x="9818" y="11782"/>
                </a:lnTo>
                <a:lnTo>
                  <a:pt x="11782" y="11782"/>
                </a:lnTo>
                <a:cubicBezTo>
                  <a:pt x="11782" y="11782"/>
                  <a:pt x="11782" y="9818"/>
                  <a:pt x="11782" y="9818"/>
                </a:cubicBezTo>
                <a:close/>
                <a:moveTo>
                  <a:pt x="19636" y="9818"/>
                </a:moveTo>
                <a:lnTo>
                  <a:pt x="17673" y="9818"/>
                </a:lnTo>
                <a:lnTo>
                  <a:pt x="17673" y="11782"/>
                </a:lnTo>
                <a:lnTo>
                  <a:pt x="19636" y="11782"/>
                </a:lnTo>
                <a:cubicBezTo>
                  <a:pt x="19636" y="11782"/>
                  <a:pt x="19636" y="9818"/>
                  <a:pt x="19636" y="9818"/>
                </a:cubicBezTo>
                <a:close/>
                <a:moveTo>
                  <a:pt x="19636" y="13745"/>
                </a:moveTo>
                <a:lnTo>
                  <a:pt x="17673" y="13745"/>
                </a:lnTo>
                <a:lnTo>
                  <a:pt x="17673" y="15709"/>
                </a:lnTo>
                <a:lnTo>
                  <a:pt x="19636" y="15709"/>
                </a:lnTo>
                <a:cubicBezTo>
                  <a:pt x="19636" y="15709"/>
                  <a:pt x="19636" y="13745"/>
                  <a:pt x="19636" y="13745"/>
                </a:cubicBezTo>
                <a:close/>
                <a:moveTo>
                  <a:pt x="15709" y="5891"/>
                </a:moveTo>
                <a:lnTo>
                  <a:pt x="13745" y="5891"/>
                </a:lnTo>
                <a:lnTo>
                  <a:pt x="13745" y="7855"/>
                </a:lnTo>
                <a:lnTo>
                  <a:pt x="15709" y="7855"/>
                </a:lnTo>
                <a:cubicBezTo>
                  <a:pt x="15709" y="7855"/>
                  <a:pt x="15709" y="5891"/>
                  <a:pt x="15709" y="589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3" name="Shape 2663"/>
          <p:cNvSpPr/>
          <p:nvPr userDrawn="1"/>
        </p:nvSpPr>
        <p:spPr>
          <a:xfrm>
            <a:off x="4793174" y="2271559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1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1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0800" y="5400"/>
                </a:moveTo>
                <a:lnTo>
                  <a:pt x="3927" y="10800"/>
                </a:lnTo>
                <a:lnTo>
                  <a:pt x="8836" y="10800"/>
                </a:lnTo>
                <a:lnTo>
                  <a:pt x="9818" y="16200"/>
                </a:lnTo>
                <a:lnTo>
                  <a:pt x="16691" y="10800"/>
                </a:lnTo>
                <a:lnTo>
                  <a:pt x="11782" y="10800"/>
                </a:lnTo>
                <a:cubicBezTo>
                  <a:pt x="11782" y="10800"/>
                  <a:pt x="10800" y="5400"/>
                  <a:pt x="10800" y="54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4" name="Shape 2666"/>
          <p:cNvSpPr/>
          <p:nvPr userDrawn="1"/>
        </p:nvSpPr>
        <p:spPr>
          <a:xfrm>
            <a:off x="5231885" y="2271559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964" y="18000"/>
                </a:moveTo>
                <a:lnTo>
                  <a:pt x="10800" y="18000"/>
                </a:lnTo>
                <a:lnTo>
                  <a:pt x="10800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5" name="Shape 2669"/>
          <p:cNvSpPr/>
          <p:nvPr userDrawn="1"/>
        </p:nvSpPr>
        <p:spPr>
          <a:xfrm>
            <a:off x="4804761" y="2668393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2161"/>
                </a:moveTo>
                <a:lnTo>
                  <a:pt x="12960" y="2178"/>
                </a:lnTo>
                <a:cubicBezTo>
                  <a:pt x="12662" y="2178"/>
                  <a:pt x="12420" y="2398"/>
                  <a:pt x="12420" y="2669"/>
                </a:cubicBezTo>
                <a:cubicBezTo>
                  <a:pt x="12420" y="2940"/>
                  <a:pt x="12662" y="3160"/>
                  <a:pt x="12960" y="3160"/>
                </a:cubicBezTo>
                <a:lnTo>
                  <a:pt x="12960" y="3172"/>
                </a:lnTo>
                <a:cubicBezTo>
                  <a:pt x="17287" y="4066"/>
                  <a:pt x="20520" y="7577"/>
                  <a:pt x="20520" y="11782"/>
                </a:cubicBezTo>
                <a:cubicBezTo>
                  <a:pt x="20520" y="16662"/>
                  <a:pt x="16168" y="20618"/>
                  <a:pt x="10800" y="20618"/>
                </a:cubicBezTo>
                <a:cubicBezTo>
                  <a:pt x="5432" y="20618"/>
                  <a:pt x="1080" y="16662"/>
                  <a:pt x="1080" y="11782"/>
                </a:cubicBezTo>
                <a:cubicBezTo>
                  <a:pt x="1080" y="7577"/>
                  <a:pt x="4313" y="4066"/>
                  <a:pt x="8640" y="3172"/>
                </a:cubicBezTo>
                <a:lnTo>
                  <a:pt x="8640" y="3160"/>
                </a:lnTo>
                <a:cubicBezTo>
                  <a:pt x="8938" y="3160"/>
                  <a:pt x="9180" y="2940"/>
                  <a:pt x="9180" y="2669"/>
                </a:cubicBezTo>
                <a:cubicBezTo>
                  <a:pt x="9180" y="2398"/>
                  <a:pt x="8938" y="2178"/>
                  <a:pt x="8640" y="2178"/>
                </a:cubicBezTo>
                <a:lnTo>
                  <a:pt x="8640" y="2161"/>
                </a:lnTo>
                <a:cubicBezTo>
                  <a:pt x="3710" y="3071"/>
                  <a:pt x="0" y="7031"/>
                  <a:pt x="0" y="11782"/>
                </a:cubicBezTo>
                <a:cubicBezTo>
                  <a:pt x="0" y="17204"/>
                  <a:pt x="4835" y="21600"/>
                  <a:pt x="10800" y="21600"/>
                </a:cubicBezTo>
                <a:cubicBezTo>
                  <a:pt x="16765" y="21600"/>
                  <a:pt x="21600" y="17204"/>
                  <a:pt x="21600" y="11782"/>
                </a:cubicBezTo>
                <a:cubicBezTo>
                  <a:pt x="21600" y="7031"/>
                  <a:pt x="17890" y="3071"/>
                  <a:pt x="12960" y="2161"/>
                </a:cubicBezTo>
                <a:moveTo>
                  <a:pt x="10800" y="12763"/>
                </a:moveTo>
                <a:cubicBezTo>
                  <a:pt x="11098" y="12763"/>
                  <a:pt x="11340" y="12544"/>
                  <a:pt x="11340" y="12272"/>
                </a:cubicBezTo>
                <a:lnTo>
                  <a:pt x="11340" y="491"/>
                </a:lnTo>
                <a:cubicBezTo>
                  <a:pt x="11340" y="220"/>
                  <a:pt x="11098" y="0"/>
                  <a:pt x="10800" y="0"/>
                </a:cubicBezTo>
                <a:cubicBezTo>
                  <a:pt x="10502" y="0"/>
                  <a:pt x="10260" y="220"/>
                  <a:pt x="10260" y="491"/>
                </a:cubicBezTo>
                <a:lnTo>
                  <a:pt x="10260" y="12272"/>
                </a:lnTo>
                <a:cubicBezTo>
                  <a:pt x="10260" y="12544"/>
                  <a:pt x="10502" y="12763"/>
                  <a:pt x="10800" y="1276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6" name="Shape 2670"/>
          <p:cNvSpPr/>
          <p:nvPr userDrawn="1"/>
        </p:nvSpPr>
        <p:spPr>
          <a:xfrm>
            <a:off x="6504867" y="2696968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73" y="21600"/>
                </a:moveTo>
                <a:lnTo>
                  <a:pt x="13255" y="21600"/>
                </a:lnTo>
                <a:lnTo>
                  <a:pt x="13255" y="0"/>
                </a:lnTo>
                <a:lnTo>
                  <a:pt x="12273" y="0"/>
                </a:lnTo>
                <a:cubicBezTo>
                  <a:pt x="12273" y="0"/>
                  <a:pt x="12273" y="21600"/>
                  <a:pt x="12273" y="21600"/>
                </a:cubicBezTo>
                <a:close/>
                <a:moveTo>
                  <a:pt x="14236" y="21600"/>
                </a:moveTo>
                <a:lnTo>
                  <a:pt x="16691" y="21600"/>
                </a:lnTo>
                <a:lnTo>
                  <a:pt x="16691" y="0"/>
                </a:lnTo>
                <a:lnTo>
                  <a:pt x="14236" y="0"/>
                </a:lnTo>
                <a:cubicBezTo>
                  <a:pt x="14236" y="0"/>
                  <a:pt x="14236" y="21600"/>
                  <a:pt x="14236" y="21600"/>
                </a:cubicBezTo>
                <a:close/>
                <a:moveTo>
                  <a:pt x="17673" y="21600"/>
                </a:moveTo>
                <a:lnTo>
                  <a:pt x="18655" y="21600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21600"/>
                  <a:pt x="17673" y="21600"/>
                </a:cubicBezTo>
                <a:close/>
                <a:moveTo>
                  <a:pt x="20618" y="0"/>
                </a:moveTo>
                <a:lnTo>
                  <a:pt x="19636" y="0"/>
                </a:lnTo>
                <a:lnTo>
                  <a:pt x="19636" y="21600"/>
                </a:ln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4909" y="21600"/>
                </a:moveTo>
                <a:lnTo>
                  <a:pt x="5891" y="21600"/>
                </a:lnTo>
                <a:lnTo>
                  <a:pt x="5891" y="0"/>
                </a:lnTo>
                <a:lnTo>
                  <a:pt x="4909" y="0"/>
                </a:lnTo>
                <a:cubicBezTo>
                  <a:pt x="4909" y="0"/>
                  <a:pt x="4909" y="21600"/>
                  <a:pt x="4909" y="21600"/>
                </a:cubicBezTo>
                <a:close/>
                <a:moveTo>
                  <a:pt x="0" y="1350"/>
                </a:move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moveTo>
                  <a:pt x="1964" y="21600"/>
                </a:moveTo>
                <a:lnTo>
                  <a:pt x="3927" y="21600"/>
                </a:lnTo>
                <a:lnTo>
                  <a:pt x="3927" y="0"/>
                </a:lnTo>
                <a:lnTo>
                  <a:pt x="1964" y="0"/>
                </a:lnTo>
                <a:cubicBezTo>
                  <a:pt x="1964" y="0"/>
                  <a:pt x="1964" y="21600"/>
                  <a:pt x="1964" y="21600"/>
                </a:cubicBezTo>
                <a:close/>
                <a:moveTo>
                  <a:pt x="6873" y="21600"/>
                </a:moveTo>
                <a:lnTo>
                  <a:pt x="9327" y="21600"/>
                </a:lnTo>
                <a:lnTo>
                  <a:pt x="9327" y="0"/>
                </a:lnTo>
                <a:lnTo>
                  <a:pt x="6873" y="0"/>
                </a:lnTo>
                <a:cubicBezTo>
                  <a:pt x="6873" y="0"/>
                  <a:pt x="6873" y="21600"/>
                  <a:pt x="6873" y="21600"/>
                </a:cubicBezTo>
                <a:close/>
                <a:moveTo>
                  <a:pt x="10309" y="21600"/>
                </a:moveTo>
                <a:lnTo>
                  <a:pt x="11291" y="21600"/>
                </a:lnTo>
                <a:lnTo>
                  <a:pt x="11291" y="0"/>
                </a:lnTo>
                <a:lnTo>
                  <a:pt x="10309" y="0"/>
                </a:lnTo>
                <a:cubicBezTo>
                  <a:pt x="10309" y="0"/>
                  <a:pt x="10309" y="21600"/>
                  <a:pt x="10309" y="216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7" name="Shape 2674"/>
          <p:cNvSpPr/>
          <p:nvPr userDrawn="1"/>
        </p:nvSpPr>
        <p:spPr>
          <a:xfrm>
            <a:off x="6127476" y="2223934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1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7" y="1042"/>
                  <a:pt x="11190" y="987"/>
                  <a:pt x="11337" y="987"/>
                </a:cubicBezTo>
                <a:cubicBezTo>
                  <a:pt x="11637" y="987"/>
                  <a:pt x="11880" y="1208"/>
                  <a:pt x="11880" y="1479"/>
                </a:cubicBezTo>
                <a:cubicBezTo>
                  <a:pt x="11880" y="1479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6"/>
                </a:lnTo>
                <a:lnTo>
                  <a:pt x="4562" y="6407"/>
                </a:lnTo>
                <a:lnTo>
                  <a:pt x="4559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5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8"/>
                  <a:pt x="12238" y="0"/>
                  <a:pt x="11339" y="0"/>
                </a:cubicBezTo>
                <a:cubicBezTo>
                  <a:pt x="10880" y="0"/>
                  <a:pt x="10467" y="174"/>
                  <a:pt x="10170" y="451"/>
                </a:cubicBezTo>
                <a:lnTo>
                  <a:pt x="3565" y="5905"/>
                </a:lnTo>
                <a:cubicBezTo>
                  <a:pt x="1578" y="6050"/>
                  <a:pt x="0" y="8183"/>
                  <a:pt x="0" y="10800"/>
                </a:cubicBezTo>
                <a:cubicBezTo>
                  <a:pt x="0" y="13425"/>
                  <a:pt x="1588" y="15563"/>
                  <a:pt x="3585" y="15696"/>
                </a:cubicBezTo>
                <a:lnTo>
                  <a:pt x="10170" y="21149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2"/>
                  <a:pt x="12960" y="20073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  <a:moveTo>
                  <a:pt x="19124" y="10800"/>
                </a:moveTo>
                <a:lnTo>
                  <a:pt x="21442" y="8693"/>
                </a:lnTo>
                <a:cubicBezTo>
                  <a:pt x="21540" y="8604"/>
                  <a:pt x="21600" y="8481"/>
                  <a:pt x="21600" y="8345"/>
                </a:cubicBezTo>
                <a:cubicBezTo>
                  <a:pt x="21600" y="8074"/>
                  <a:pt x="21358" y="7855"/>
                  <a:pt x="21060" y="7855"/>
                </a:cubicBezTo>
                <a:cubicBezTo>
                  <a:pt x="20911" y="7855"/>
                  <a:pt x="20776" y="7909"/>
                  <a:pt x="20678" y="7998"/>
                </a:cubicBezTo>
                <a:lnTo>
                  <a:pt x="18360" y="10106"/>
                </a:lnTo>
                <a:lnTo>
                  <a:pt x="16042" y="7998"/>
                </a:lnTo>
                <a:cubicBezTo>
                  <a:pt x="15944" y="7909"/>
                  <a:pt x="15809" y="7855"/>
                  <a:pt x="15660" y="7855"/>
                </a:cubicBezTo>
                <a:cubicBezTo>
                  <a:pt x="15362" y="7855"/>
                  <a:pt x="15120" y="8074"/>
                  <a:pt x="15120" y="8345"/>
                </a:cubicBezTo>
                <a:cubicBezTo>
                  <a:pt x="15120" y="8481"/>
                  <a:pt x="15180" y="8604"/>
                  <a:pt x="15278" y="8693"/>
                </a:cubicBezTo>
                <a:lnTo>
                  <a:pt x="17596" y="10800"/>
                </a:lnTo>
                <a:lnTo>
                  <a:pt x="15278" y="12907"/>
                </a:lnTo>
                <a:cubicBezTo>
                  <a:pt x="15180" y="12996"/>
                  <a:pt x="15120" y="13119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5809" y="13745"/>
                  <a:pt x="15944" y="13691"/>
                  <a:pt x="16042" y="13602"/>
                </a:cubicBezTo>
                <a:lnTo>
                  <a:pt x="18360" y="11494"/>
                </a:lnTo>
                <a:lnTo>
                  <a:pt x="20678" y="13602"/>
                </a:lnTo>
                <a:cubicBezTo>
                  <a:pt x="20776" y="13691"/>
                  <a:pt x="20911" y="13745"/>
                  <a:pt x="21060" y="13745"/>
                </a:cubicBezTo>
                <a:cubicBezTo>
                  <a:pt x="21358" y="13745"/>
                  <a:pt x="21600" y="13526"/>
                  <a:pt x="21600" y="13255"/>
                </a:cubicBezTo>
                <a:cubicBezTo>
                  <a:pt x="21600" y="13119"/>
                  <a:pt x="21540" y="12996"/>
                  <a:pt x="21442" y="12907"/>
                </a:cubicBezTo>
                <a:cubicBezTo>
                  <a:pt x="21442" y="12907"/>
                  <a:pt x="19124" y="10800"/>
                  <a:pt x="19124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8" name="Shape 2676"/>
          <p:cNvSpPr/>
          <p:nvPr userDrawn="1"/>
        </p:nvSpPr>
        <p:spPr>
          <a:xfrm>
            <a:off x="6561937" y="2223934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850" y="20121"/>
                </a:moveTo>
                <a:cubicBezTo>
                  <a:pt x="14850" y="20393"/>
                  <a:pt x="14546" y="20612"/>
                  <a:pt x="14171" y="20612"/>
                </a:cubicBezTo>
                <a:cubicBezTo>
                  <a:pt x="13977" y="20612"/>
                  <a:pt x="13804" y="20552"/>
                  <a:pt x="13680" y="20457"/>
                </a:cubicBezTo>
                <a:lnTo>
                  <a:pt x="13677" y="20459"/>
                </a:lnTo>
                <a:lnTo>
                  <a:pt x="13500" y="20342"/>
                </a:lnTo>
                <a:lnTo>
                  <a:pt x="13500" y="1256"/>
                </a:lnTo>
                <a:lnTo>
                  <a:pt x="13698" y="1126"/>
                </a:lnTo>
                <a:lnTo>
                  <a:pt x="13700" y="1127"/>
                </a:lnTo>
                <a:cubicBezTo>
                  <a:pt x="13822" y="1042"/>
                  <a:pt x="13988" y="987"/>
                  <a:pt x="14171" y="987"/>
                </a:cubicBezTo>
                <a:cubicBezTo>
                  <a:pt x="14546" y="987"/>
                  <a:pt x="14850" y="1208"/>
                  <a:pt x="14850" y="1479"/>
                </a:cubicBezTo>
                <a:cubicBezTo>
                  <a:pt x="14850" y="1479"/>
                  <a:pt x="14850" y="20121"/>
                  <a:pt x="14850" y="20121"/>
                </a:cubicBezTo>
                <a:close/>
                <a:moveTo>
                  <a:pt x="12150" y="19448"/>
                </a:moveTo>
                <a:lnTo>
                  <a:pt x="5400" y="14978"/>
                </a:lnTo>
                <a:lnTo>
                  <a:pt x="5400" y="6607"/>
                </a:lnTo>
                <a:lnTo>
                  <a:pt x="5702" y="6407"/>
                </a:lnTo>
                <a:lnTo>
                  <a:pt x="5699" y="6406"/>
                </a:lnTo>
                <a:lnTo>
                  <a:pt x="12150" y="2147"/>
                </a:lnTo>
                <a:cubicBezTo>
                  <a:pt x="12150" y="2147"/>
                  <a:pt x="12150" y="19448"/>
                  <a:pt x="12150" y="19448"/>
                </a:cubicBezTo>
                <a:close/>
                <a:moveTo>
                  <a:pt x="4050" y="14648"/>
                </a:moveTo>
                <a:cubicBezTo>
                  <a:pt x="2509" y="14284"/>
                  <a:pt x="1350" y="12700"/>
                  <a:pt x="1350" y="10800"/>
                </a:cubicBezTo>
                <a:cubicBezTo>
                  <a:pt x="1350" y="8900"/>
                  <a:pt x="2509" y="7315"/>
                  <a:pt x="4050" y="6952"/>
                </a:cubicBezTo>
                <a:cubicBezTo>
                  <a:pt x="4050" y="6952"/>
                  <a:pt x="4050" y="14648"/>
                  <a:pt x="4050" y="14648"/>
                </a:cubicBezTo>
                <a:close/>
                <a:moveTo>
                  <a:pt x="16208" y="1472"/>
                </a:moveTo>
                <a:cubicBezTo>
                  <a:pt x="16208" y="658"/>
                  <a:pt x="15297" y="0"/>
                  <a:pt x="14174" y="0"/>
                </a:cubicBezTo>
                <a:cubicBezTo>
                  <a:pt x="13599" y="0"/>
                  <a:pt x="13083" y="174"/>
                  <a:pt x="12713" y="451"/>
                </a:cubicBezTo>
                <a:lnTo>
                  <a:pt x="4456" y="5905"/>
                </a:lnTo>
                <a:cubicBezTo>
                  <a:pt x="1972" y="6050"/>
                  <a:pt x="0" y="8183"/>
                  <a:pt x="0" y="10800"/>
                </a:cubicBezTo>
                <a:cubicBezTo>
                  <a:pt x="0" y="13425"/>
                  <a:pt x="1985" y="15563"/>
                  <a:pt x="4481" y="15696"/>
                </a:cubicBezTo>
                <a:lnTo>
                  <a:pt x="12713" y="21148"/>
                </a:lnTo>
                <a:cubicBezTo>
                  <a:pt x="13083" y="21426"/>
                  <a:pt x="13599" y="21600"/>
                  <a:pt x="14174" y="21600"/>
                </a:cubicBezTo>
                <a:cubicBezTo>
                  <a:pt x="15297" y="21600"/>
                  <a:pt x="16208" y="20941"/>
                  <a:pt x="16208" y="20129"/>
                </a:cubicBezTo>
                <a:cubicBezTo>
                  <a:pt x="16208" y="20110"/>
                  <a:pt x="16201" y="20092"/>
                  <a:pt x="16200" y="20073"/>
                </a:cubicBezTo>
                <a:lnTo>
                  <a:pt x="16200" y="1527"/>
                </a:lnTo>
                <a:cubicBezTo>
                  <a:pt x="16201" y="1508"/>
                  <a:pt x="16208" y="1490"/>
                  <a:pt x="16208" y="1472"/>
                </a:cubicBezTo>
                <a:moveTo>
                  <a:pt x="18225" y="7855"/>
                </a:moveTo>
                <a:cubicBezTo>
                  <a:pt x="17852" y="7855"/>
                  <a:pt x="17550" y="8074"/>
                  <a:pt x="17550" y="8345"/>
                </a:cubicBezTo>
                <a:cubicBezTo>
                  <a:pt x="17550" y="8617"/>
                  <a:pt x="17852" y="8836"/>
                  <a:pt x="18225" y="8836"/>
                </a:cubicBezTo>
                <a:cubicBezTo>
                  <a:pt x="19344" y="8836"/>
                  <a:pt x="20250" y="9716"/>
                  <a:pt x="20250" y="10800"/>
                </a:cubicBezTo>
                <a:cubicBezTo>
                  <a:pt x="20250" y="11884"/>
                  <a:pt x="19344" y="12764"/>
                  <a:pt x="18225" y="12764"/>
                </a:cubicBezTo>
                <a:cubicBezTo>
                  <a:pt x="17852" y="12764"/>
                  <a:pt x="17550" y="12983"/>
                  <a:pt x="17550" y="13255"/>
                </a:cubicBezTo>
                <a:cubicBezTo>
                  <a:pt x="17550" y="13526"/>
                  <a:pt x="17852" y="13745"/>
                  <a:pt x="18225" y="13745"/>
                </a:cubicBezTo>
                <a:cubicBezTo>
                  <a:pt x="20089" y="13745"/>
                  <a:pt x="21600" y="12426"/>
                  <a:pt x="21600" y="10800"/>
                </a:cubicBezTo>
                <a:cubicBezTo>
                  <a:pt x="21600" y="9173"/>
                  <a:pt x="20089" y="7855"/>
                  <a:pt x="18225" y="78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9" name="Shape 2677"/>
          <p:cNvSpPr/>
          <p:nvPr userDrawn="1"/>
        </p:nvSpPr>
        <p:spPr>
          <a:xfrm>
            <a:off x="5700245" y="2223934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60" y="7855"/>
                </a:moveTo>
                <a:cubicBezTo>
                  <a:pt x="15362" y="7855"/>
                  <a:pt x="15120" y="8075"/>
                  <a:pt x="15120" y="8345"/>
                </a:cubicBezTo>
                <a:cubicBezTo>
                  <a:pt x="15120" y="8617"/>
                  <a:pt x="15362" y="8836"/>
                  <a:pt x="15660" y="8836"/>
                </a:cubicBezTo>
                <a:cubicBezTo>
                  <a:pt x="16555" y="8836"/>
                  <a:pt x="17280" y="9716"/>
                  <a:pt x="17280" y="10800"/>
                </a:cubicBezTo>
                <a:cubicBezTo>
                  <a:pt x="17280" y="11884"/>
                  <a:pt x="16555" y="12764"/>
                  <a:pt x="15660" y="12764"/>
                </a:cubicBezTo>
                <a:cubicBezTo>
                  <a:pt x="15362" y="12764"/>
                  <a:pt x="15120" y="12984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7151" y="13745"/>
                  <a:pt x="18360" y="12427"/>
                  <a:pt x="18360" y="10800"/>
                </a:cubicBezTo>
                <a:cubicBezTo>
                  <a:pt x="18360" y="9174"/>
                  <a:pt x="17151" y="7855"/>
                  <a:pt x="15660" y="7855"/>
                </a:cubicBezTo>
                <a:moveTo>
                  <a:pt x="18472" y="5611"/>
                </a:moveTo>
                <a:lnTo>
                  <a:pt x="18463" y="5625"/>
                </a:lnTo>
                <a:cubicBezTo>
                  <a:pt x="18383" y="5584"/>
                  <a:pt x="18296" y="5554"/>
                  <a:pt x="18198" y="5554"/>
                </a:cubicBezTo>
                <a:cubicBezTo>
                  <a:pt x="17900" y="5554"/>
                  <a:pt x="17660" y="5774"/>
                  <a:pt x="17660" y="6044"/>
                </a:cubicBezTo>
                <a:cubicBezTo>
                  <a:pt x="17660" y="6216"/>
                  <a:pt x="17763" y="6361"/>
                  <a:pt x="17910" y="6449"/>
                </a:cubicBezTo>
                <a:lnTo>
                  <a:pt x="17909" y="6451"/>
                </a:lnTo>
                <a:cubicBezTo>
                  <a:pt x="19460" y="7271"/>
                  <a:pt x="20520" y="8909"/>
                  <a:pt x="20520" y="10800"/>
                </a:cubicBezTo>
                <a:cubicBezTo>
                  <a:pt x="20520" y="12689"/>
                  <a:pt x="19463" y="14325"/>
                  <a:pt x="17915" y="15147"/>
                </a:cubicBezTo>
                <a:lnTo>
                  <a:pt x="17919" y="15152"/>
                </a:lnTo>
                <a:cubicBezTo>
                  <a:pt x="17771" y="15239"/>
                  <a:pt x="17668" y="15384"/>
                  <a:pt x="17668" y="15556"/>
                </a:cubicBezTo>
                <a:cubicBezTo>
                  <a:pt x="17668" y="15827"/>
                  <a:pt x="17910" y="16046"/>
                  <a:pt x="18208" y="16046"/>
                </a:cubicBezTo>
                <a:cubicBezTo>
                  <a:pt x="18306" y="16046"/>
                  <a:pt x="18393" y="16016"/>
                  <a:pt x="18473" y="15975"/>
                </a:cubicBezTo>
                <a:lnTo>
                  <a:pt x="18480" y="15985"/>
                </a:lnTo>
                <a:cubicBezTo>
                  <a:pt x="20338" y="14990"/>
                  <a:pt x="21600" y="13041"/>
                  <a:pt x="21600" y="10800"/>
                </a:cubicBezTo>
                <a:cubicBezTo>
                  <a:pt x="21600" y="8556"/>
                  <a:pt x="20334" y="6606"/>
                  <a:pt x="18472" y="5611"/>
                </a:cubicBezTo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2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8" y="1042"/>
                  <a:pt x="11190" y="988"/>
                  <a:pt x="11337" y="988"/>
                </a:cubicBezTo>
                <a:cubicBezTo>
                  <a:pt x="11637" y="988"/>
                  <a:pt x="11880" y="1208"/>
                  <a:pt x="11880" y="1480"/>
                </a:cubicBezTo>
                <a:cubicBezTo>
                  <a:pt x="11880" y="1480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7"/>
                </a:lnTo>
                <a:lnTo>
                  <a:pt x="4561" y="6407"/>
                </a:lnTo>
                <a:lnTo>
                  <a:pt x="4560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6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9"/>
                  <a:pt x="12238" y="0"/>
                  <a:pt x="11339" y="0"/>
                </a:cubicBezTo>
                <a:cubicBezTo>
                  <a:pt x="10879" y="0"/>
                  <a:pt x="10466" y="175"/>
                  <a:pt x="10170" y="451"/>
                </a:cubicBezTo>
                <a:lnTo>
                  <a:pt x="3565" y="5905"/>
                </a:lnTo>
                <a:cubicBezTo>
                  <a:pt x="1578" y="6051"/>
                  <a:pt x="0" y="8183"/>
                  <a:pt x="0" y="10800"/>
                </a:cubicBezTo>
                <a:cubicBezTo>
                  <a:pt x="0" y="13426"/>
                  <a:pt x="1588" y="15564"/>
                  <a:pt x="3585" y="15697"/>
                </a:cubicBezTo>
                <a:lnTo>
                  <a:pt x="10170" y="21148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3"/>
                  <a:pt x="12960" y="20074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0" name="Shape 2682"/>
          <p:cNvSpPr/>
          <p:nvPr userDrawn="1"/>
        </p:nvSpPr>
        <p:spPr>
          <a:xfrm>
            <a:off x="5251632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6691"/>
                </a:moveTo>
                <a:cubicBezTo>
                  <a:pt x="20618" y="17775"/>
                  <a:pt x="19739" y="18655"/>
                  <a:pt x="18655" y="18655"/>
                </a:cubicBezTo>
                <a:lnTo>
                  <a:pt x="17673" y="18655"/>
                </a:lnTo>
                <a:lnTo>
                  <a:pt x="17673" y="14727"/>
                </a:lnTo>
                <a:cubicBezTo>
                  <a:pt x="17673" y="14186"/>
                  <a:pt x="17233" y="13745"/>
                  <a:pt x="16691" y="13745"/>
                </a:cubicBezTo>
                <a:lnTo>
                  <a:pt x="4909" y="13745"/>
                </a:lnTo>
                <a:cubicBezTo>
                  <a:pt x="4367" y="13745"/>
                  <a:pt x="3927" y="14186"/>
                  <a:pt x="3927" y="14727"/>
                </a:cubicBezTo>
                <a:lnTo>
                  <a:pt x="3927" y="18655"/>
                </a:lnTo>
                <a:lnTo>
                  <a:pt x="2945" y="18655"/>
                </a:lnTo>
                <a:cubicBezTo>
                  <a:pt x="1861" y="18655"/>
                  <a:pt x="982" y="17775"/>
                  <a:pt x="982" y="16691"/>
                </a:cubicBezTo>
                <a:lnTo>
                  <a:pt x="982" y="8836"/>
                </a:lnTo>
                <a:cubicBezTo>
                  <a:pt x="982" y="7752"/>
                  <a:pt x="1861" y="6873"/>
                  <a:pt x="2945" y="6873"/>
                </a:cubicBezTo>
                <a:lnTo>
                  <a:pt x="18655" y="6873"/>
                </a:lnTo>
                <a:cubicBezTo>
                  <a:pt x="19739" y="6873"/>
                  <a:pt x="20618" y="7752"/>
                  <a:pt x="20618" y="8836"/>
                </a:cubicBezTo>
                <a:cubicBezTo>
                  <a:pt x="20618" y="8836"/>
                  <a:pt x="20618" y="16691"/>
                  <a:pt x="20618" y="16691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4727"/>
                </a:lnTo>
                <a:lnTo>
                  <a:pt x="16691" y="14727"/>
                </a:lnTo>
                <a:cubicBezTo>
                  <a:pt x="16691" y="14727"/>
                  <a:pt x="16691" y="20618"/>
                  <a:pt x="16691" y="20618"/>
                </a:cubicBezTo>
                <a:close/>
                <a:moveTo>
                  <a:pt x="4909" y="982"/>
                </a:moveTo>
                <a:lnTo>
                  <a:pt x="16691" y="982"/>
                </a:lnTo>
                <a:lnTo>
                  <a:pt x="16691" y="5891"/>
                </a:lnTo>
                <a:lnTo>
                  <a:pt x="4909" y="5891"/>
                </a:lnTo>
                <a:cubicBezTo>
                  <a:pt x="4909" y="5891"/>
                  <a:pt x="4909" y="982"/>
                  <a:pt x="4909" y="982"/>
                </a:cubicBezTo>
                <a:close/>
                <a:moveTo>
                  <a:pt x="18655" y="5891"/>
                </a:moveTo>
                <a:lnTo>
                  <a:pt x="17673" y="5891"/>
                </a:ln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lnTo>
                  <a:pt x="2945" y="5891"/>
                </a:lnTo>
                <a:cubicBezTo>
                  <a:pt x="1318" y="5891"/>
                  <a:pt x="0" y="7210"/>
                  <a:pt x="0" y="8836"/>
                </a:cubicBezTo>
                <a:lnTo>
                  <a:pt x="0" y="16691"/>
                </a:lnTo>
                <a:cubicBezTo>
                  <a:pt x="0" y="18318"/>
                  <a:pt x="1318" y="19636"/>
                  <a:pt x="2945" y="19636"/>
                </a:cubicBezTo>
                <a:lnTo>
                  <a:pt x="3927" y="19636"/>
                </a:lnTo>
                <a:lnTo>
                  <a:pt x="3927" y="20618"/>
                </a:lnTo>
                <a:cubicBezTo>
                  <a:pt x="3927" y="21161"/>
                  <a:pt x="4367" y="21600"/>
                  <a:pt x="4909" y="21600"/>
                </a:cubicBezTo>
                <a:lnTo>
                  <a:pt x="16691" y="21600"/>
                </a:lnTo>
                <a:cubicBezTo>
                  <a:pt x="17233" y="21600"/>
                  <a:pt x="17673" y="21161"/>
                  <a:pt x="17673" y="20618"/>
                </a:cubicBezTo>
                <a:lnTo>
                  <a:pt x="17673" y="19636"/>
                </a:lnTo>
                <a:lnTo>
                  <a:pt x="18655" y="19636"/>
                </a:lnTo>
                <a:cubicBezTo>
                  <a:pt x="20282" y="19636"/>
                  <a:pt x="21600" y="18318"/>
                  <a:pt x="21600" y="16691"/>
                </a:cubicBezTo>
                <a:lnTo>
                  <a:pt x="21600" y="8836"/>
                </a:lnTo>
                <a:cubicBezTo>
                  <a:pt x="21600" y="7210"/>
                  <a:pt x="20282" y="5891"/>
                  <a:pt x="18655" y="5891"/>
                </a:cubicBezTo>
                <a:moveTo>
                  <a:pt x="17673" y="8836"/>
                </a:moveTo>
                <a:cubicBezTo>
                  <a:pt x="17131" y="8836"/>
                  <a:pt x="16691" y="9276"/>
                  <a:pt x="16691" y="9818"/>
                </a:cubicBezTo>
                <a:cubicBezTo>
                  <a:pt x="16691" y="10360"/>
                  <a:pt x="17131" y="10800"/>
                  <a:pt x="17673" y="10800"/>
                </a:cubicBezTo>
                <a:cubicBezTo>
                  <a:pt x="18214" y="10800"/>
                  <a:pt x="18655" y="10360"/>
                  <a:pt x="18655" y="9818"/>
                </a:cubicBezTo>
                <a:cubicBezTo>
                  <a:pt x="18655" y="9276"/>
                  <a:pt x="18214" y="8836"/>
                  <a:pt x="17673" y="8836"/>
                </a:cubicBezTo>
                <a:moveTo>
                  <a:pt x="14727" y="8836"/>
                </a:moveTo>
                <a:cubicBezTo>
                  <a:pt x="14186" y="8836"/>
                  <a:pt x="13745" y="9276"/>
                  <a:pt x="13745" y="9818"/>
                </a:cubicBezTo>
                <a:cubicBezTo>
                  <a:pt x="13745" y="10360"/>
                  <a:pt x="14186" y="10800"/>
                  <a:pt x="14727" y="10800"/>
                </a:cubicBezTo>
                <a:cubicBezTo>
                  <a:pt x="15269" y="10800"/>
                  <a:pt x="15709" y="10360"/>
                  <a:pt x="15709" y="9818"/>
                </a:cubicBezTo>
                <a:cubicBezTo>
                  <a:pt x="15709" y="9276"/>
                  <a:pt x="15269" y="8836"/>
                  <a:pt x="14727" y="8836"/>
                </a:cubicBezTo>
                <a:moveTo>
                  <a:pt x="7364" y="16691"/>
                </a:moveTo>
                <a:lnTo>
                  <a:pt x="12273" y="16691"/>
                </a:lnTo>
                <a:cubicBezTo>
                  <a:pt x="12544" y="16691"/>
                  <a:pt x="12764" y="16472"/>
                  <a:pt x="12764" y="16200"/>
                </a:cubicBezTo>
                <a:cubicBezTo>
                  <a:pt x="12764" y="15929"/>
                  <a:pt x="12544" y="15709"/>
                  <a:pt x="12273" y="15709"/>
                </a:cubicBezTo>
                <a:lnTo>
                  <a:pt x="7364" y="15709"/>
                </a:lnTo>
                <a:cubicBezTo>
                  <a:pt x="7092" y="15709"/>
                  <a:pt x="6873" y="15929"/>
                  <a:pt x="6873" y="16200"/>
                </a:cubicBezTo>
                <a:cubicBezTo>
                  <a:pt x="6873" y="16472"/>
                  <a:pt x="7092" y="16691"/>
                  <a:pt x="7364" y="16691"/>
                </a:cubicBezTo>
                <a:moveTo>
                  <a:pt x="7364" y="18655"/>
                </a:move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7893"/>
                  <a:pt x="14508" y="17673"/>
                  <a:pt x="14236" y="17673"/>
                </a:cubicBezTo>
                <a:lnTo>
                  <a:pt x="7364" y="17673"/>
                </a:lnTo>
                <a:cubicBezTo>
                  <a:pt x="7092" y="17673"/>
                  <a:pt x="6873" y="17893"/>
                  <a:pt x="6873" y="18164"/>
                </a:cubicBezTo>
                <a:cubicBezTo>
                  <a:pt x="6873" y="18435"/>
                  <a:pt x="7092" y="18655"/>
                  <a:pt x="7364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1" name="Shape 2683"/>
          <p:cNvSpPr/>
          <p:nvPr userDrawn="1"/>
        </p:nvSpPr>
        <p:spPr>
          <a:xfrm>
            <a:off x="5737754" y="1311382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5" h="21528" extrusionOk="0">
                <a:moveTo>
                  <a:pt x="13441" y="9294"/>
                </a:moveTo>
                <a:lnTo>
                  <a:pt x="13441" y="9784"/>
                </a:lnTo>
                <a:lnTo>
                  <a:pt x="1344" y="9784"/>
                </a:lnTo>
                <a:lnTo>
                  <a:pt x="1344" y="9294"/>
                </a:lnTo>
                <a:cubicBezTo>
                  <a:pt x="1344" y="7028"/>
                  <a:pt x="3696" y="5163"/>
                  <a:pt x="6720" y="4919"/>
                </a:cubicBezTo>
                <a:lnTo>
                  <a:pt x="6720" y="9784"/>
                </a:lnTo>
                <a:lnTo>
                  <a:pt x="8065" y="9784"/>
                </a:lnTo>
                <a:lnTo>
                  <a:pt x="8065" y="4919"/>
                </a:lnTo>
                <a:cubicBezTo>
                  <a:pt x="11089" y="5163"/>
                  <a:pt x="13441" y="7028"/>
                  <a:pt x="13441" y="9294"/>
                </a:cubicBezTo>
                <a:moveTo>
                  <a:pt x="13441" y="16145"/>
                </a:moveTo>
                <a:cubicBezTo>
                  <a:pt x="13441" y="18578"/>
                  <a:pt x="10733" y="20549"/>
                  <a:pt x="7393" y="20549"/>
                </a:cubicBezTo>
                <a:cubicBezTo>
                  <a:pt x="4052" y="20549"/>
                  <a:pt x="1344" y="18578"/>
                  <a:pt x="1344" y="16145"/>
                </a:cubicBezTo>
                <a:lnTo>
                  <a:pt x="1344" y="10762"/>
                </a:lnTo>
                <a:lnTo>
                  <a:pt x="13441" y="10762"/>
                </a:lnTo>
                <a:cubicBezTo>
                  <a:pt x="13441" y="10762"/>
                  <a:pt x="13441" y="16145"/>
                  <a:pt x="13441" y="16145"/>
                </a:cubicBezTo>
                <a:close/>
                <a:moveTo>
                  <a:pt x="21134" y="48"/>
                </a:moveTo>
                <a:cubicBezTo>
                  <a:pt x="20801" y="-72"/>
                  <a:pt x="20436" y="41"/>
                  <a:pt x="20232" y="268"/>
                </a:cubicBezTo>
                <a:cubicBezTo>
                  <a:pt x="18723" y="1944"/>
                  <a:pt x="16716" y="3504"/>
                  <a:pt x="13069" y="2006"/>
                </a:cubicBezTo>
                <a:cubicBezTo>
                  <a:pt x="10993" y="1153"/>
                  <a:pt x="9603" y="1431"/>
                  <a:pt x="8642" y="1862"/>
                </a:cubicBezTo>
                <a:cubicBezTo>
                  <a:pt x="7655" y="2307"/>
                  <a:pt x="6969" y="3089"/>
                  <a:pt x="6778" y="3935"/>
                </a:cubicBezTo>
                <a:cubicBezTo>
                  <a:pt x="2984" y="4162"/>
                  <a:pt x="0" y="6473"/>
                  <a:pt x="0" y="9294"/>
                </a:cubicBezTo>
                <a:lnTo>
                  <a:pt x="0" y="16145"/>
                </a:lnTo>
                <a:cubicBezTo>
                  <a:pt x="0" y="19118"/>
                  <a:pt x="3310" y="21528"/>
                  <a:pt x="7393" y="21528"/>
                </a:cubicBezTo>
                <a:cubicBezTo>
                  <a:pt x="11475" y="21528"/>
                  <a:pt x="14785" y="19118"/>
                  <a:pt x="14785" y="16145"/>
                </a:cubicBezTo>
                <a:lnTo>
                  <a:pt x="14785" y="9294"/>
                </a:lnTo>
                <a:cubicBezTo>
                  <a:pt x="14785" y="6507"/>
                  <a:pt x="11875" y="4215"/>
                  <a:pt x="8146" y="3940"/>
                </a:cubicBezTo>
                <a:cubicBezTo>
                  <a:pt x="8301" y="3479"/>
                  <a:pt x="8690" y="2991"/>
                  <a:pt x="9348" y="2695"/>
                </a:cubicBezTo>
                <a:cubicBezTo>
                  <a:pt x="10308" y="2263"/>
                  <a:pt x="10946" y="2328"/>
                  <a:pt x="12468" y="2882"/>
                </a:cubicBezTo>
                <a:cubicBezTo>
                  <a:pt x="15022" y="3811"/>
                  <a:pt x="16657" y="3572"/>
                  <a:pt x="17947" y="3206"/>
                </a:cubicBezTo>
                <a:cubicBezTo>
                  <a:pt x="19526" y="2759"/>
                  <a:pt x="20650" y="1847"/>
                  <a:pt x="21434" y="705"/>
                </a:cubicBezTo>
                <a:cubicBezTo>
                  <a:pt x="21600" y="463"/>
                  <a:pt x="21466" y="170"/>
                  <a:pt x="21134" y="48"/>
                </a:cubicBezTo>
                <a:moveTo>
                  <a:pt x="7393" y="18592"/>
                </a:moveTo>
                <a:cubicBezTo>
                  <a:pt x="8134" y="18592"/>
                  <a:pt x="8737" y="18153"/>
                  <a:pt x="8737" y="17613"/>
                </a:cubicBezTo>
                <a:cubicBezTo>
                  <a:pt x="8737" y="17073"/>
                  <a:pt x="8134" y="16635"/>
                  <a:pt x="7393" y="16635"/>
                </a:cubicBezTo>
                <a:cubicBezTo>
                  <a:pt x="6650" y="16635"/>
                  <a:pt x="6048" y="17073"/>
                  <a:pt x="6048" y="17613"/>
                </a:cubicBezTo>
                <a:cubicBezTo>
                  <a:pt x="6048" y="18153"/>
                  <a:pt x="6650" y="18592"/>
                  <a:pt x="7393" y="1859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2" name="Shape 2684"/>
          <p:cNvSpPr/>
          <p:nvPr userDrawn="1"/>
        </p:nvSpPr>
        <p:spPr>
          <a:xfrm>
            <a:off x="6105897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40" extrusionOk="0">
                <a:moveTo>
                  <a:pt x="4418" y="19095"/>
                </a:moveTo>
                <a:lnTo>
                  <a:pt x="5400" y="19095"/>
                </a:lnTo>
                <a:lnTo>
                  <a:pt x="5400" y="18117"/>
                </a:lnTo>
                <a:lnTo>
                  <a:pt x="4418" y="18117"/>
                </a:lnTo>
                <a:cubicBezTo>
                  <a:pt x="4418" y="18117"/>
                  <a:pt x="4418" y="19095"/>
                  <a:pt x="4418" y="19095"/>
                </a:cubicBezTo>
                <a:close/>
                <a:moveTo>
                  <a:pt x="6382" y="16160"/>
                </a:moveTo>
                <a:lnTo>
                  <a:pt x="5400" y="16160"/>
                </a:lnTo>
                <a:lnTo>
                  <a:pt x="5400" y="17139"/>
                </a:lnTo>
                <a:lnTo>
                  <a:pt x="6382" y="17139"/>
                </a:lnTo>
                <a:cubicBezTo>
                  <a:pt x="6382" y="17139"/>
                  <a:pt x="6382" y="16160"/>
                  <a:pt x="6382" y="16160"/>
                </a:cubicBezTo>
                <a:close/>
                <a:moveTo>
                  <a:pt x="2455" y="19095"/>
                </a:moveTo>
                <a:lnTo>
                  <a:pt x="3436" y="19095"/>
                </a:lnTo>
                <a:lnTo>
                  <a:pt x="3436" y="18117"/>
                </a:lnTo>
                <a:lnTo>
                  <a:pt x="2455" y="18117"/>
                </a:lnTo>
                <a:cubicBezTo>
                  <a:pt x="2455" y="18117"/>
                  <a:pt x="2455" y="19095"/>
                  <a:pt x="2455" y="19095"/>
                </a:cubicBezTo>
                <a:close/>
                <a:moveTo>
                  <a:pt x="4418" y="16160"/>
                </a:moveTo>
                <a:lnTo>
                  <a:pt x="2455" y="16160"/>
                </a:lnTo>
                <a:lnTo>
                  <a:pt x="2455" y="17139"/>
                </a:lnTo>
                <a:lnTo>
                  <a:pt x="4418" y="17139"/>
                </a:lnTo>
                <a:cubicBezTo>
                  <a:pt x="4418" y="17139"/>
                  <a:pt x="4418" y="16160"/>
                  <a:pt x="4418" y="16160"/>
                </a:cubicBezTo>
                <a:close/>
                <a:moveTo>
                  <a:pt x="3436" y="12248"/>
                </a:moveTo>
                <a:lnTo>
                  <a:pt x="2455" y="12248"/>
                </a:lnTo>
                <a:lnTo>
                  <a:pt x="2455" y="13226"/>
                </a:lnTo>
                <a:lnTo>
                  <a:pt x="3436" y="13226"/>
                </a:lnTo>
                <a:cubicBezTo>
                  <a:pt x="3436" y="13226"/>
                  <a:pt x="3436" y="12248"/>
                  <a:pt x="3436" y="12248"/>
                </a:cubicBezTo>
                <a:close/>
                <a:moveTo>
                  <a:pt x="3436" y="14204"/>
                </a:moveTo>
                <a:lnTo>
                  <a:pt x="2455" y="14204"/>
                </a:lnTo>
                <a:lnTo>
                  <a:pt x="2455" y="15182"/>
                </a:lnTo>
                <a:lnTo>
                  <a:pt x="3436" y="15182"/>
                </a:lnTo>
                <a:cubicBezTo>
                  <a:pt x="3436" y="15182"/>
                  <a:pt x="3436" y="14204"/>
                  <a:pt x="3436" y="14204"/>
                </a:cubicBezTo>
                <a:close/>
                <a:moveTo>
                  <a:pt x="6382" y="19095"/>
                </a:moveTo>
                <a:lnTo>
                  <a:pt x="13255" y="19095"/>
                </a:lnTo>
                <a:lnTo>
                  <a:pt x="13255" y="18117"/>
                </a:lnTo>
                <a:lnTo>
                  <a:pt x="6382" y="18117"/>
                </a:lnTo>
                <a:cubicBezTo>
                  <a:pt x="6382" y="18117"/>
                  <a:pt x="6382" y="19095"/>
                  <a:pt x="6382" y="19095"/>
                </a:cubicBezTo>
                <a:close/>
                <a:moveTo>
                  <a:pt x="18164" y="15182"/>
                </a:moveTo>
                <a:lnTo>
                  <a:pt x="19145" y="15182"/>
                </a:lnTo>
                <a:lnTo>
                  <a:pt x="19145" y="14204"/>
                </a:lnTo>
                <a:lnTo>
                  <a:pt x="18164" y="14204"/>
                </a:lnTo>
                <a:cubicBezTo>
                  <a:pt x="18164" y="14204"/>
                  <a:pt x="18164" y="15182"/>
                  <a:pt x="18164" y="15182"/>
                </a:cubicBezTo>
                <a:close/>
                <a:moveTo>
                  <a:pt x="5400" y="14204"/>
                </a:moveTo>
                <a:lnTo>
                  <a:pt x="4418" y="14204"/>
                </a:lnTo>
                <a:lnTo>
                  <a:pt x="4418" y="15182"/>
                </a:lnTo>
                <a:lnTo>
                  <a:pt x="5400" y="15182"/>
                </a:lnTo>
                <a:cubicBezTo>
                  <a:pt x="5400" y="15182"/>
                  <a:pt x="5400" y="14204"/>
                  <a:pt x="5400" y="14204"/>
                </a:cubicBezTo>
                <a:close/>
                <a:moveTo>
                  <a:pt x="14236" y="16160"/>
                </a:moveTo>
                <a:lnTo>
                  <a:pt x="13255" y="16160"/>
                </a:lnTo>
                <a:lnTo>
                  <a:pt x="13255" y="17139"/>
                </a:lnTo>
                <a:lnTo>
                  <a:pt x="14236" y="17139"/>
                </a:lnTo>
                <a:cubicBezTo>
                  <a:pt x="14236" y="17139"/>
                  <a:pt x="14236" y="16160"/>
                  <a:pt x="14236" y="16160"/>
                </a:cubicBezTo>
                <a:close/>
                <a:moveTo>
                  <a:pt x="20618" y="19584"/>
                </a:moveTo>
                <a:cubicBezTo>
                  <a:pt x="20618" y="20124"/>
                  <a:pt x="20178" y="20562"/>
                  <a:pt x="19636" y="20562"/>
                </a:cubicBezTo>
                <a:lnTo>
                  <a:pt x="1964" y="20562"/>
                </a:lnTo>
                <a:cubicBezTo>
                  <a:pt x="1421" y="20562"/>
                  <a:pt x="982" y="20124"/>
                  <a:pt x="982" y="19584"/>
                </a:cubicBezTo>
                <a:lnTo>
                  <a:pt x="982" y="11759"/>
                </a:lnTo>
                <a:cubicBezTo>
                  <a:pt x="982" y="11219"/>
                  <a:pt x="1421" y="10781"/>
                  <a:pt x="1964" y="10781"/>
                </a:cubicBezTo>
                <a:lnTo>
                  <a:pt x="19636" y="10781"/>
                </a:lnTo>
                <a:cubicBezTo>
                  <a:pt x="20178" y="10781"/>
                  <a:pt x="20618" y="11219"/>
                  <a:pt x="20618" y="11759"/>
                </a:cubicBezTo>
                <a:cubicBezTo>
                  <a:pt x="20618" y="11759"/>
                  <a:pt x="20618" y="19584"/>
                  <a:pt x="20618" y="19584"/>
                </a:cubicBezTo>
                <a:close/>
                <a:moveTo>
                  <a:pt x="19636" y="9803"/>
                </a:moveTo>
                <a:lnTo>
                  <a:pt x="10965" y="9803"/>
                </a:lnTo>
                <a:cubicBezTo>
                  <a:pt x="10831" y="9456"/>
                  <a:pt x="10774" y="9056"/>
                  <a:pt x="10870" y="8651"/>
                </a:cubicBezTo>
                <a:cubicBezTo>
                  <a:pt x="11059" y="7853"/>
                  <a:pt x="11782" y="7224"/>
                  <a:pt x="12961" y="6833"/>
                </a:cubicBezTo>
                <a:cubicBezTo>
                  <a:pt x="14940" y="6175"/>
                  <a:pt x="15841" y="4938"/>
                  <a:pt x="16249" y="4015"/>
                </a:cubicBezTo>
                <a:cubicBezTo>
                  <a:pt x="16747" y="2886"/>
                  <a:pt x="16801" y="1546"/>
                  <a:pt x="16396" y="335"/>
                </a:cubicBezTo>
                <a:cubicBezTo>
                  <a:pt x="16310" y="79"/>
                  <a:pt x="16032" y="-60"/>
                  <a:pt x="15774" y="25"/>
                </a:cubicBezTo>
                <a:cubicBezTo>
                  <a:pt x="15517" y="112"/>
                  <a:pt x="15378" y="388"/>
                  <a:pt x="15464" y="644"/>
                </a:cubicBezTo>
                <a:cubicBezTo>
                  <a:pt x="16091" y="2519"/>
                  <a:pt x="15480" y="4964"/>
                  <a:pt x="12650" y="5904"/>
                </a:cubicBezTo>
                <a:cubicBezTo>
                  <a:pt x="10733" y="6542"/>
                  <a:pt x="10105" y="7627"/>
                  <a:pt x="9915" y="8427"/>
                </a:cubicBezTo>
                <a:cubicBezTo>
                  <a:pt x="9809" y="8876"/>
                  <a:pt x="9824" y="9351"/>
                  <a:pt x="9937" y="9803"/>
                </a:cubicBezTo>
                <a:lnTo>
                  <a:pt x="1964" y="9803"/>
                </a:lnTo>
                <a:cubicBezTo>
                  <a:pt x="879" y="9803"/>
                  <a:pt x="0" y="10679"/>
                  <a:pt x="0" y="11759"/>
                </a:cubicBezTo>
                <a:lnTo>
                  <a:pt x="0" y="19584"/>
                </a:lnTo>
                <a:cubicBezTo>
                  <a:pt x="0" y="20664"/>
                  <a:pt x="879" y="21540"/>
                  <a:pt x="1964" y="21540"/>
                </a:cubicBezTo>
                <a:lnTo>
                  <a:pt x="19636" y="21540"/>
                </a:lnTo>
                <a:cubicBezTo>
                  <a:pt x="20721" y="21540"/>
                  <a:pt x="21600" y="20664"/>
                  <a:pt x="21600" y="19584"/>
                </a:cubicBezTo>
                <a:lnTo>
                  <a:pt x="21600" y="11759"/>
                </a:lnTo>
                <a:cubicBezTo>
                  <a:pt x="21600" y="10679"/>
                  <a:pt x="20721" y="9803"/>
                  <a:pt x="19636" y="9803"/>
                </a:cubicBezTo>
                <a:moveTo>
                  <a:pt x="17182" y="17139"/>
                </a:moveTo>
                <a:lnTo>
                  <a:pt x="19145" y="17139"/>
                </a:lnTo>
                <a:lnTo>
                  <a:pt x="19145" y="16160"/>
                </a:lnTo>
                <a:lnTo>
                  <a:pt x="17182" y="16160"/>
                </a:lnTo>
                <a:cubicBezTo>
                  <a:pt x="17182" y="16160"/>
                  <a:pt x="17182" y="17139"/>
                  <a:pt x="17182" y="17139"/>
                </a:cubicBezTo>
                <a:close/>
                <a:moveTo>
                  <a:pt x="14236" y="19095"/>
                </a:moveTo>
                <a:lnTo>
                  <a:pt x="15218" y="19095"/>
                </a:lnTo>
                <a:lnTo>
                  <a:pt x="15218" y="18117"/>
                </a:lnTo>
                <a:lnTo>
                  <a:pt x="14236" y="18117"/>
                </a:lnTo>
                <a:cubicBezTo>
                  <a:pt x="14236" y="18117"/>
                  <a:pt x="14236" y="19095"/>
                  <a:pt x="14236" y="19095"/>
                </a:cubicBezTo>
                <a:close/>
                <a:moveTo>
                  <a:pt x="16200" y="19095"/>
                </a:moveTo>
                <a:lnTo>
                  <a:pt x="17182" y="19095"/>
                </a:lnTo>
                <a:lnTo>
                  <a:pt x="17182" y="18117"/>
                </a:lnTo>
                <a:lnTo>
                  <a:pt x="16200" y="18117"/>
                </a:lnTo>
                <a:cubicBezTo>
                  <a:pt x="16200" y="18117"/>
                  <a:pt x="16200" y="19095"/>
                  <a:pt x="16200" y="19095"/>
                </a:cubicBezTo>
                <a:close/>
                <a:moveTo>
                  <a:pt x="18164" y="19095"/>
                </a:moveTo>
                <a:lnTo>
                  <a:pt x="19145" y="19095"/>
                </a:lnTo>
                <a:lnTo>
                  <a:pt x="19145" y="18117"/>
                </a:lnTo>
                <a:lnTo>
                  <a:pt x="18164" y="18117"/>
                </a:lnTo>
                <a:cubicBezTo>
                  <a:pt x="18164" y="18117"/>
                  <a:pt x="18164" y="19095"/>
                  <a:pt x="18164" y="19095"/>
                </a:cubicBezTo>
                <a:close/>
                <a:moveTo>
                  <a:pt x="16200" y="16160"/>
                </a:moveTo>
                <a:lnTo>
                  <a:pt x="15218" y="16160"/>
                </a:lnTo>
                <a:lnTo>
                  <a:pt x="15218" y="17139"/>
                </a:lnTo>
                <a:lnTo>
                  <a:pt x="16200" y="17139"/>
                </a:lnTo>
                <a:cubicBezTo>
                  <a:pt x="16200" y="17139"/>
                  <a:pt x="16200" y="16160"/>
                  <a:pt x="16200" y="16160"/>
                </a:cubicBezTo>
                <a:close/>
                <a:moveTo>
                  <a:pt x="18164" y="13226"/>
                </a:moveTo>
                <a:lnTo>
                  <a:pt x="19145" y="13226"/>
                </a:lnTo>
                <a:lnTo>
                  <a:pt x="19145" y="12248"/>
                </a:lnTo>
                <a:lnTo>
                  <a:pt x="18164" y="12248"/>
                </a:lnTo>
                <a:cubicBezTo>
                  <a:pt x="18164" y="12248"/>
                  <a:pt x="18164" y="13226"/>
                  <a:pt x="18164" y="13226"/>
                </a:cubicBezTo>
                <a:close/>
                <a:moveTo>
                  <a:pt x="13255" y="12248"/>
                </a:moveTo>
                <a:lnTo>
                  <a:pt x="12273" y="12248"/>
                </a:lnTo>
                <a:lnTo>
                  <a:pt x="12273" y="13226"/>
                </a:lnTo>
                <a:lnTo>
                  <a:pt x="13255" y="13226"/>
                </a:lnTo>
                <a:cubicBezTo>
                  <a:pt x="13255" y="13226"/>
                  <a:pt x="13255" y="12248"/>
                  <a:pt x="13255" y="12248"/>
                </a:cubicBezTo>
                <a:close/>
                <a:moveTo>
                  <a:pt x="13255" y="14204"/>
                </a:moveTo>
                <a:lnTo>
                  <a:pt x="12273" y="14204"/>
                </a:lnTo>
                <a:lnTo>
                  <a:pt x="12273" y="15182"/>
                </a:lnTo>
                <a:lnTo>
                  <a:pt x="13255" y="15182"/>
                </a:lnTo>
                <a:cubicBezTo>
                  <a:pt x="13255" y="15182"/>
                  <a:pt x="13255" y="14204"/>
                  <a:pt x="13255" y="14204"/>
                </a:cubicBezTo>
                <a:close/>
                <a:moveTo>
                  <a:pt x="15218" y="14204"/>
                </a:moveTo>
                <a:lnTo>
                  <a:pt x="14236" y="14204"/>
                </a:lnTo>
                <a:lnTo>
                  <a:pt x="14236" y="15182"/>
                </a:lnTo>
                <a:lnTo>
                  <a:pt x="15218" y="15182"/>
                </a:lnTo>
                <a:cubicBezTo>
                  <a:pt x="15218" y="15182"/>
                  <a:pt x="15218" y="14204"/>
                  <a:pt x="15218" y="14204"/>
                </a:cubicBezTo>
                <a:close/>
                <a:moveTo>
                  <a:pt x="17182" y="14204"/>
                </a:moveTo>
                <a:lnTo>
                  <a:pt x="16200" y="14204"/>
                </a:lnTo>
                <a:lnTo>
                  <a:pt x="16200" y="15182"/>
                </a:lnTo>
                <a:lnTo>
                  <a:pt x="17182" y="15182"/>
                </a:lnTo>
                <a:cubicBezTo>
                  <a:pt x="17182" y="15182"/>
                  <a:pt x="17182" y="14204"/>
                  <a:pt x="17182" y="14204"/>
                </a:cubicBezTo>
                <a:close/>
                <a:moveTo>
                  <a:pt x="15218" y="12248"/>
                </a:moveTo>
                <a:lnTo>
                  <a:pt x="14236" y="12248"/>
                </a:lnTo>
                <a:lnTo>
                  <a:pt x="14236" y="13226"/>
                </a:lnTo>
                <a:lnTo>
                  <a:pt x="15218" y="13226"/>
                </a:lnTo>
                <a:cubicBezTo>
                  <a:pt x="15218" y="13226"/>
                  <a:pt x="15218" y="12248"/>
                  <a:pt x="15218" y="12248"/>
                </a:cubicBezTo>
                <a:close/>
                <a:moveTo>
                  <a:pt x="17182" y="12248"/>
                </a:moveTo>
                <a:lnTo>
                  <a:pt x="16200" y="12248"/>
                </a:lnTo>
                <a:lnTo>
                  <a:pt x="16200" y="13226"/>
                </a:lnTo>
                <a:lnTo>
                  <a:pt x="17182" y="13226"/>
                </a:lnTo>
                <a:cubicBezTo>
                  <a:pt x="17182" y="13226"/>
                  <a:pt x="17182" y="12248"/>
                  <a:pt x="17182" y="12248"/>
                </a:cubicBezTo>
                <a:close/>
                <a:moveTo>
                  <a:pt x="11291" y="12248"/>
                </a:moveTo>
                <a:lnTo>
                  <a:pt x="10309" y="12248"/>
                </a:lnTo>
                <a:lnTo>
                  <a:pt x="10309" y="13226"/>
                </a:lnTo>
                <a:lnTo>
                  <a:pt x="11291" y="13226"/>
                </a:lnTo>
                <a:cubicBezTo>
                  <a:pt x="11291" y="13226"/>
                  <a:pt x="11291" y="12248"/>
                  <a:pt x="11291" y="12248"/>
                </a:cubicBezTo>
                <a:close/>
                <a:moveTo>
                  <a:pt x="5400" y="12248"/>
                </a:moveTo>
                <a:lnTo>
                  <a:pt x="4418" y="12248"/>
                </a:lnTo>
                <a:lnTo>
                  <a:pt x="4418" y="13226"/>
                </a:lnTo>
                <a:lnTo>
                  <a:pt x="5400" y="13226"/>
                </a:lnTo>
                <a:cubicBezTo>
                  <a:pt x="5400" y="13226"/>
                  <a:pt x="5400" y="12248"/>
                  <a:pt x="5400" y="12248"/>
                </a:cubicBezTo>
                <a:close/>
                <a:moveTo>
                  <a:pt x="7364" y="17139"/>
                </a:moveTo>
                <a:lnTo>
                  <a:pt x="8345" y="17139"/>
                </a:lnTo>
                <a:lnTo>
                  <a:pt x="8345" y="16160"/>
                </a:lnTo>
                <a:lnTo>
                  <a:pt x="7364" y="16160"/>
                </a:lnTo>
                <a:cubicBezTo>
                  <a:pt x="7364" y="16160"/>
                  <a:pt x="7364" y="17139"/>
                  <a:pt x="7364" y="17139"/>
                </a:cubicBezTo>
                <a:close/>
                <a:moveTo>
                  <a:pt x="7364" y="14204"/>
                </a:moveTo>
                <a:lnTo>
                  <a:pt x="6382" y="14204"/>
                </a:lnTo>
                <a:lnTo>
                  <a:pt x="6382" y="15182"/>
                </a:lnTo>
                <a:lnTo>
                  <a:pt x="7364" y="15182"/>
                </a:lnTo>
                <a:cubicBezTo>
                  <a:pt x="7364" y="15182"/>
                  <a:pt x="7364" y="14204"/>
                  <a:pt x="7364" y="14204"/>
                </a:cubicBezTo>
                <a:close/>
                <a:moveTo>
                  <a:pt x="7364" y="12248"/>
                </a:moveTo>
                <a:lnTo>
                  <a:pt x="6382" y="12248"/>
                </a:lnTo>
                <a:lnTo>
                  <a:pt x="6382" y="13226"/>
                </a:lnTo>
                <a:lnTo>
                  <a:pt x="7364" y="13226"/>
                </a:lnTo>
                <a:cubicBezTo>
                  <a:pt x="7364" y="13226"/>
                  <a:pt x="7364" y="12248"/>
                  <a:pt x="7364" y="12248"/>
                </a:cubicBezTo>
                <a:close/>
                <a:moveTo>
                  <a:pt x="9327" y="14204"/>
                </a:moveTo>
                <a:lnTo>
                  <a:pt x="8345" y="14204"/>
                </a:lnTo>
                <a:lnTo>
                  <a:pt x="8345" y="15182"/>
                </a:lnTo>
                <a:lnTo>
                  <a:pt x="9327" y="15182"/>
                </a:lnTo>
                <a:cubicBezTo>
                  <a:pt x="9327" y="15182"/>
                  <a:pt x="9327" y="14204"/>
                  <a:pt x="9327" y="14204"/>
                </a:cubicBezTo>
                <a:close/>
                <a:moveTo>
                  <a:pt x="11291" y="14204"/>
                </a:moveTo>
                <a:lnTo>
                  <a:pt x="10309" y="14204"/>
                </a:lnTo>
                <a:lnTo>
                  <a:pt x="10309" y="15182"/>
                </a:lnTo>
                <a:lnTo>
                  <a:pt x="11291" y="15182"/>
                </a:lnTo>
                <a:cubicBezTo>
                  <a:pt x="11291" y="15182"/>
                  <a:pt x="11291" y="14204"/>
                  <a:pt x="11291" y="14204"/>
                </a:cubicBezTo>
                <a:close/>
                <a:moveTo>
                  <a:pt x="9327" y="12248"/>
                </a:moveTo>
                <a:lnTo>
                  <a:pt x="8345" y="12248"/>
                </a:lnTo>
                <a:lnTo>
                  <a:pt x="8345" y="13226"/>
                </a:lnTo>
                <a:lnTo>
                  <a:pt x="9327" y="13226"/>
                </a:lnTo>
                <a:cubicBezTo>
                  <a:pt x="9327" y="13226"/>
                  <a:pt x="9327" y="12248"/>
                  <a:pt x="9327" y="12248"/>
                </a:cubicBezTo>
                <a:close/>
                <a:moveTo>
                  <a:pt x="11291" y="17139"/>
                </a:moveTo>
                <a:lnTo>
                  <a:pt x="12273" y="17139"/>
                </a:lnTo>
                <a:lnTo>
                  <a:pt x="12273" y="16160"/>
                </a:lnTo>
                <a:lnTo>
                  <a:pt x="11291" y="16160"/>
                </a:lnTo>
                <a:cubicBezTo>
                  <a:pt x="11291" y="16160"/>
                  <a:pt x="11291" y="17139"/>
                  <a:pt x="11291" y="17139"/>
                </a:cubicBezTo>
                <a:close/>
                <a:moveTo>
                  <a:pt x="9327" y="17139"/>
                </a:moveTo>
                <a:lnTo>
                  <a:pt x="10309" y="17139"/>
                </a:lnTo>
                <a:lnTo>
                  <a:pt x="10309" y="16160"/>
                </a:lnTo>
                <a:lnTo>
                  <a:pt x="9327" y="16160"/>
                </a:lnTo>
                <a:cubicBezTo>
                  <a:pt x="9327" y="16160"/>
                  <a:pt x="9327" y="17139"/>
                  <a:pt x="9327" y="17139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3" name="Shape 2685"/>
          <p:cNvSpPr/>
          <p:nvPr userDrawn="1"/>
        </p:nvSpPr>
        <p:spPr>
          <a:xfrm>
            <a:off x="5273639" y="266839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145"/>
                </a:moveTo>
                <a:cubicBezTo>
                  <a:pt x="20618" y="19959"/>
                  <a:pt x="19959" y="20618"/>
                  <a:pt x="19145" y="20618"/>
                </a:cubicBezTo>
                <a:cubicBezTo>
                  <a:pt x="18332" y="20618"/>
                  <a:pt x="17673" y="19959"/>
                  <a:pt x="17673" y="19145"/>
                </a:cubicBezTo>
                <a:lnTo>
                  <a:pt x="17673" y="14236"/>
                </a:lnTo>
                <a:cubicBezTo>
                  <a:pt x="17673" y="13424"/>
                  <a:pt x="18332" y="12764"/>
                  <a:pt x="19145" y="12764"/>
                </a:cubicBezTo>
                <a:cubicBezTo>
                  <a:pt x="19959" y="12764"/>
                  <a:pt x="20618" y="13424"/>
                  <a:pt x="20618" y="14236"/>
                </a:cubicBezTo>
                <a:cubicBezTo>
                  <a:pt x="20618" y="14236"/>
                  <a:pt x="20618" y="19145"/>
                  <a:pt x="20618" y="19145"/>
                </a:cubicBezTo>
                <a:close/>
                <a:moveTo>
                  <a:pt x="3927" y="14236"/>
                </a:moveTo>
                <a:lnTo>
                  <a:pt x="3927" y="19145"/>
                </a:lnTo>
                <a:cubicBezTo>
                  <a:pt x="3927" y="19959"/>
                  <a:pt x="3268" y="20618"/>
                  <a:pt x="2455" y="20618"/>
                </a:cubicBezTo>
                <a:cubicBezTo>
                  <a:pt x="1641" y="20618"/>
                  <a:pt x="982" y="19959"/>
                  <a:pt x="982" y="19145"/>
                </a:cubicBezTo>
                <a:lnTo>
                  <a:pt x="982" y="14236"/>
                </a:lnTo>
                <a:cubicBezTo>
                  <a:pt x="982" y="13424"/>
                  <a:pt x="1641" y="12764"/>
                  <a:pt x="2455" y="12764"/>
                </a:cubicBezTo>
                <a:cubicBezTo>
                  <a:pt x="3268" y="12764"/>
                  <a:pt x="3927" y="13424"/>
                  <a:pt x="3927" y="14236"/>
                </a:cubicBezTo>
                <a:moveTo>
                  <a:pt x="19636" y="11831"/>
                </a:moveTo>
                <a:lnTo>
                  <a:pt x="19636" y="5891"/>
                </a:lnTo>
                <a:cubicBezTo>
                  <a:pt x="19636" y="2638"/>
                  <a:pt x="16999" y="0"/>
                  <a:pt x="13745" y="0"/>
                </a:cubicBezTo>
                <a:lnTo>
                  <a:pt x="7855" y="0"/>
                </a:lnTo>
                <a:cubicBezTo>
                  <a:pt x="4601" y="0"/>
                  <a:pt x="1964" y="2638"/>
                  <a:pt x="1964" y="5891"/>
                </a:cubicBezTo>
                <a:lnTo>
                  <a:pt x="1964" y="11831"/>
                </a:lnTo>
                <a:cubicBezTo>
                  <a:pt x="843" y="12059"/>
                  <a:pt x="0" y="13049"/>
                  <a:pt x="0" y="14236"/>
                </a:cubicBezTo>
                <a:lnTo>
                  <a:pt x="0" y="19145"/>
                </a:lnTo>
                <a:cubicBezTo>
                  <a:pt x="0" y="20501"/>
                  <a:pt x="1099" y="21600"/>
                  <a:pt x="2455" y="21600"/>
                </a:cubicBezTo>
                <a:cubicBezTo>
                  <a:pt x="3810" y="21600"/>
                  <a:pt x="4909" y="20501"/>
                  <a:pt x="4909" y="19145"/>
                </a:cubicBezTo>
                <a:lnTo>
                  <a:pt x="4909" y="14236"/>
                </a:lnTo>
                <a:cubicBezTo>
                  <a:pt x="4909" y="13049"/>
                  <a:pt x="4066" y="12059"/>
                  <a:pt x="2945" y="11831"/>
                </a:cubicBezTo>
                <a:lnTo>
                  <a:pt x="2945" y="5891"/>
                </a:lnTo>
                <a:cubicBezTo>
                  <a:pt x="2945" y="3180"/>
                  <a:pt x="5144" y="982"/>
                  <a:pt x="7855" y="982"/>
                </a:cubicBezTo>
                <a:lnTo>
                  <a:pt x="13745" y="982"/>
                </a:lnTo>
                <a:cubicBezTo>
                  <a:pt x="16457" y="982"/>
                  <a:pt x="18655" y="3180"/>
                  <a:pt x="18655" y="5891"/>
                </a:cubicBezTo>
                <a:lnTo>
                  <a:pt x="18655" y="11831"/>
                </a:lnTo>
                <a:cubicBezTo>
                  <a:pt x="17534" y="12059"/>
                  <a:pt x="16691" y="13049"/>
                  <a:pt x="16691" y="14236"/>
                </a:cubicBezTo>
                <a:lnTo>
                  <a:pt x="16691" y="19145"/>
                </a:lnTo>
                <a:cubicBezTo>
                  <a:pt x="16691" y="20501"/>
                  <a:pt x="17790" y="21600"/>
                  <a:pt x="19145" y="21600"/>
                </a:cubicBezTo>
                <a:cubicBezTo>
                  <a:pt x="20501" y="21600"/>
                  <a:pt x="21600" y="20501"/>
                  <a:pt x="21600" y="19145"/>
                </a:cubicBezTo>
                <a:lnTo>
                  <a:pt x="21600" y="14236"/>
                </a:lnTo>
                <a:cubicBezTo>
                  <a:pt x="21600" y="13049"/>
                  <a:pt x="20757" y="12059"/>
                  <a:pt x="19636" y="1183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4" name="Shape 2691"/>
          <p:cNvSpPr/>
          <p:nvPr userDrawn="1"/>
        </p:nvSpPr>
        <p:spPr>
          <a:xfrm>
            <a:off x="5709376" y="2668393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00" y="19924"/>
                </a:moveTo>
                <a:lnTo>
                  <a:pt x="12600" y="12476"/>
                </a:lnTo>
                <a:lnTo>
                  <a:pt x="19427" y="16200"/>
                </a:lnTo>
                <a:cubicBezTo>
                  <a:pt x="19427" y="16200"/>
                  <a:pt x="12600" y="19924"/>
                  <a:pt x="12600" y="19924"/>
                </a:cubicBezTo>
                <a:close/>
                <a:moveTo>
                  <a:pt x="12600" y="1676"/>
                </a:moveTo>
                <a:lnTo>
                  <a:pt x="19427" y="5400"/>
                </a:lnTo>
                <a:lnTo>
                  <a:pt x="12600" y="9124"/>
                </a:lnTo>
                <a:cubicBezTo>
                  <a:pt x="12600" y="9124"/>
                  <a:pt x="12600" y="1676"/>
                  <a:pt x="12600" y="1676"/>
                </a:cubicBezTo>
                <a:close/>
                <a:moveTo>
                  <a:pt x="21352" y="15862"/>
                </a:moveTo>
                <a:lnTo>
                  <a:pt x="21337" y="15854"/>
                </a:lnTo>
                <a:cubicBezTo>
                  <a:pt x="21336" y="15853"/>
                  <a:pt x="21335" y="15853"/>
                  <a:pt x="21335" y="15852"/>
                </a:cubicBezTo>
                <a:lnTo>
                  <a:pt x="12600" y="11088"/>
                </a:lnTo>
                <a:lnTo>
                  <a:pt x="12600" y="10512"/>
                </a:lnTo>
                <a:lnTo>
                  <a:pt x="21335" y="5748"/>
                </a:lnTo>
                <a:lnTo>
                  <a:pt x="21336" y="5747"/>
                </a:lnTo>
                <a:lnTo>
                  <a:pt x="21352" y="5739"/>
                </a:lnTo>
                <a:lnTo>
                  <a:pt x="21349" y="5738"/>
                </a:lnTo>
                <a:cubicBezTo>
                  <a:pt x="21503" y="5649"/>
                  <a:pt x="21600" y="5532"/>
                  <a:pt x="21600" y="5400"/>
                </a:cubicBezTo>
                <a:cubicBezTo>
                  <a:pt x="21600" y="5265"/>
                  <a:pt x="21499" y="5142"/>
                  <a:pt x="21336" y="5053"/>
                </a:cubicBezTo>
                <a:lnTo>
                  <a:pt x="12336" y="144"/>
                </a:lnTo>
                <a:cubicBezTo>
                  <a:pt x="12173" y="55"/>
                  <a:pt x="11948" y="0"/>
                  <a:pt x="11700" y="0"/>
                </a:cubicBezTo>
                <a:cubicBezTo>
                  <a:pt x="11203" y="0"/>
                  <a:pt x="10800" y="220"/>
                  <a:pt x="10800" y="491"/>
                </a:cubicBezTo>
                <a:lnTo>
                  <a:pt x="10800" y="10106"/>
                </a:lnTo>
                <a:lnTo>
                  <a:pt x="1552" y="5062"/>
                </a:lnTo>
                <a:lnTo>
                  <a:pt x="1549" y="5063"/>
                </a:lnTo>
                <a:cubicBezTo>
                  <a:pt x="1385" y="4969"/>
                  <a:pt x="1157" y="4909"/>
                  <a:pt x="900" y="4909"/>
                </a:cubicBezTo>
                <a:cubicBezTo>
                  <a:pt x="403" y="4909"/>
                  <a:pt x="0" y="5129"/>
                  <a:pt x="0" y="5400"/>
                </a:cubicBezTo>
                <a:cubicBezTo>
                  <a:pt x="0" y="5532"/>
                  <a:pt x="97" y="5649"/>
                  <a:pt x="251" y="5738"/>
                </a:cubicBezTo>
                <a:lnTo>
                  <a:pt x="248" y="5739"/>
                </a:lnTo>
                <a:lnTo>
                  <a:pt x="264" y="5747"/>
                </a:lnTo>
                <a:lnTo>
                  <a:pt x="264" y="5748"/>
                </a:lnTo>
                <a:lnTo>
                  <a:pt x="9527" y="10800"/>
                </a:lnTo>
                <a:lnTo>
                  <a:pt x="265" y="15852"/>
                </a:lnTo>
                <a:cubicBezTo>
                  <a:pt x="265" y="15853"/>
                  <a:pt x="264" y="15853"/>
                  <a:pt x="263" y="15854"/>
                </a:cubicBezTo>
                <a:lnTo>
                  <a:pt x="248" y="15862"/>
                </a:lnTo>
                <a:lnTo>
                  <a:pt x="251" y="15863"/>
                </a:lnTo>
                <a:cubicBezTo>
                  <a:pt x="97" y="15951"/>
                  <a:pt x="0" y="16069"/>
                  <a:pt x="0" y="16200"/>
                </a:cubicBezTo>
                <a:cubicBezTo>
                  <a:pt x="0" y="16471"/>
                  <a:pt x="403" y="16691"/>
                  <a:pt x="900" y="16691"/>
                </a:cubicBezTo>
                <a:cubicBezTo>
                  <a:pt x="1157" y="16691"/>
                  <a:pt x="1385" y="16631"/>
                  <a:pt x="1549" y="16537"/>
                </a:cubicBezTo>
                <a:lnTo>
                  <a:pt x="1552" y="16539"/>
                </a:lnTo>
                <a:lnTo>
                  <a:pt x="10800" y="11494"/>
                </a:lnTo>
                <a:lnTo>
                  <a:pt x="10800" y="21109"/>
                </a:lnTo>
                <a:cubicBezTo>
                  <a:pt x="10800" y="21380"/>
                  <a:pt x="11203" y="21600"/>
                  <a:pt x="11700" y="21600"/>
                </a:cubicBezTo>
                <a:cubicBezTo>
                  <a:pt x="11948" y="21600"/>
                  <a:pt x="12173" y="21546"/>
                  <a:pt x="12336" y="21456"/>
                </a:cubicBezTo>
                <a:lnTo>
                  <a:pt x="21336" y="16547"/>
                </a:lnTo>
                <a:cubicBezTo>
                  <a:pt x="21499" y="16458"/>
                  <a:pt x="21600" y="16336"/>
                  <a:pt x="21600" y="16200"/>
                </a:cubicBezTo>
                <a:cubicBezTo>
                  <a:pt x="21600" y="16069"/>
                  <a:pt x="21503" y="15951"/>
                  <a:pt x="21349" y="15863"/>
                </a:cubicBezTo>
                <a:cubicBezTo>
                  <a:pt x="21349" y="15863"/>
                  <a:pt x="21352" y="15862"/>
                  <a:pt x="21352" y="15862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5" name="Shape 2692"/>
          <p:cNvSpPr/>
          <p:nvPr userDrawn="1"/>
        </p:nvSpPr>
        <p:spPr>
          <a:xfrm>
            <a:off x="6124126" y="1744874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00" y="16691"/>
                </a:moveTo>
                <a:lnTo>
                  <a:pt x="15600" y="16691"/>
                </a:lnTo>
                <a:lnTo>
                  <a:pt x="15600" y="14727"/>
                </a:lnTo>
                <a:lnTo>
                  <a:pt x="13200" y="14727"/>
                </a:lnTo>
                <a:cubicBezTo>
                  <a:pt x="13200" y="14727"/>
                  <a:pt x="13200" y="16691"/>
                  <a:pt x="13200" y="16691"/>
                </a:cubicBezTo>
                <a:close/>
                <a:moveTo>
                  <a:pt x="9600" y="10800"/>
                </a:moveTo>
                <a:lnTo>
                  <a:pt x="12000" y="10800"/>
                </a:lnTo>
                <a:lnTo>
                  <a:pt x="12000" y="8836"/>
                </a:lnTo>
                <a:lnTo>
                  <a:pt x="9600" y="8836"/>
                </a:lnTo>
                <a:cubicBezTo>
                  <a:pt x="9600" y="8836"/>
                  <a:pt x="9600" y="10800"/>
                  <a:pt x="9600" y="10800"/>
                </a:cubicBezTo>
                <a:close/>
                <a:moveTo>
                  <a:pt x="13200" y="19636"/>
                </a:moveTo>
                <a:lnTo>
                  <a:pt x="15600" y="19636"/>
                </a:lnTo>
                <a:lnTo>
                  <a:pt x="15600" y="17673"/>
                </a:lnTo>
                <a:lnTo>
                  <a:pt x="13200" y="17673"/>
                </a:lnTo>
                <a:cubicBezTo>
                  <a:pt x="13200" y="17673"/>
                  <a:pt x="13200" y="19636"/>
                  <a:pt x="13200" y="19636"/>
                </a:cubicBezTo>
                <a:close/>
                <a:moveTo>
                  <a:pt x="13200" y="13745"/>
                </a:moveTo>
                <a:lnTo>
                  <a:pt x="15600" y="13745"/>
                </a:lnTo>
                <a:lnTo>
                  <a:pt x="15600" y="11782"/>
                </a:lnTo>
                <a:lnTo>
                  <a:pt x="13200" y="11782"/>
                </a:lnTo>
                <a:cubicBezTo>
                  <a:pt x="13200" y="11782"/>
                  <a:pt x="13200" y="13745"/>
                  <a:pt x="13200" y="13745"/>
                </a:cubicBezTo>
                <a:close/>
                <a:moveTo>
                  <a:pt x="16800" y="10800"/>
                </a:moveTo>
                <a:lnTo>
                  <a:pt x="19200" y="10800"/>
                </a:lnTo>
                <a:lnTo>
                  <a:pt x="19200" y="8836"/>
                </a:lnTo>
                <a:lnTo>
                  <a:pt x="16800" y="8836"/>
                </a:lnTo>
                <a:cubicBezTo>
                  <a:pt x="16800" y="8836"/>
                  <a:pt x="16800" y="10800"/>
                  <a:pt x="16800" y="10800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13200" y="10800"/>
                </a:moveTo>
                <a:lnTo>
                  <a:pt x="15600" y="10800"/>
                </a:lnTo>
                <a:lnTo>
                  <a:pt x="15600" y="8836"/>
                </a:lnTo>
                <a:lnTo>
                  <a:pt x="13200" y="8836"/>
                </a:lnTo>
                <a:cubicBezTo>
                  <a:pt x="13200" y="8836"/>
                  <a:pt x="13200" y="10800"/>
                  <a:pt x="13200" y="10800"/>
                </a:cubicBezTo>
                <a:close/>
                <a:moveTo>
                  <a:pt x="3600" y="2945"/>
                </a:moveTo>
                <a:lnTo>
                  <a:pt x="18000" y="2945"/>
                </a:lnTo>
                <a:lnTo>
                  <a:pt x="18000" y="6873"/>
                </a:lnTo>
                <a:lnTo>
                  <a:pt x="3600" y="6873"/>
                </a:lnTo>
                <a:cubicBezTo>
                  <a:pt x="3600" y="6873"/>
                  <a:pt x="3600" y="2945"/>
                  <a:pt x="3600" y="2945"/>
                </a:cubicBezTo>
                <a:close/>
                <a:moveTo>
                  <a:pt x="2400" y="7855"/>
                </a:moveTo>
                <a:lnTo>
                  <a:pt x="19200" y="7855"/>
                </a:lnTo>
                <a:lnTo>
                  <a:pt x="19200" y="1964"/>
                </a:lnTo>
                <a:lnTo>
                  <a:pt x="2400" y="1964"/>
                </a:lnTo>
                <a:cubicBezTo>
                  <a:pt x="2400" y="1964"/>
                  <a:pt x="2400" y="7855"/>
                  <a:pt x="2400" y="7855"/>
                </a:cubicBezTo>
                <a:close/>
                <a:moveTo>
                  <a:pt x="9600" y="13745"/>
                </a:moveTo>
                <a:lnTo>
                  <a:pt x="12000" y="13745"/>
                </a:lnTo>
                <a:lnTo>
                  <a:pt x="12000" y="11782"/>
                </a:lnTo>
                <a:lnTo>
                  <a:pt x="9600" y="11782"/>
                </a:lnTo>
                <a:cubicBezTo>
                  <a:pt x="9600" y="11782"/>
                  <a:pt x="9600" y="13745"/>
                  <a:pt x="9600" y="13745"/>
                </a:cubicBezTo>
                <a:close/>
                <a:moveTo>
                  <a:pt x="16800" y="19636"/>
                </a:moveTo>
                <a:lnTo>
                  <a:pt x="19200" y="19636"/>
                </a:lnTo>
                <a:lnTo>
                  <a:pt x="19200" y="11782"/>
                </a:lnTo>
                <a:lnTo>
                  <a:pt x="16800" y="11782"/>
                </a:lnTo>
                <a:cubicBezTo>
                  <a:pt x="16800" y="11782"/>
                  <a:pt x="16800" y="19636"/>
                  <a:pt x="16800" y="19636"/>
                </a:cubicBezTo>
                <a:close/>
                <a:moveTo>
                  <a:pt x="2400" y="16691"/>
                </a:moveTo>
                <a:lnTo>
                  <a:pt x="4800" y="16691"/>
                </a:lnTo>
                <a:lnTo>
                  <a:pt x="4800" y="14727"/>
                </a:lnTo>
                <a:lnTo>
                  <a:pt x="2400" y="14727"/>
                </a:lnTo>
                <a:cubicBezTo>
                  <a:pt x="2400" y="14727"/>
                  <a:pt x="2400" y="16691"/>
                  <a:pt x="2400" y="16691"/>
                </a:cubicBezTo>
                <a:close/>
                <a:moveTo>
                  <a:pt x="2400" y="10800"/>
                </a:moveTo>
                <a:lnTo>
                  <a:pt x="4800" y="10800"/>
                </a:lnTo>
                <a:lnTo>
                  <a:pt x="4800" y="8836"/>
                </a:lnTo>
                <a:lnTo>
                  <a:pt x="2400" y="8836"/>
                </a:lnTo>
                <a:cubicBezTo>
                  <a:pt x="2400" y="8836"/>
                  <a:pt x="2400" y="10800"/>
                  <a:pt x="2400" y="10800"/>
                </a:cubicBezTo>
                <a:close/>
                <a:moveTo>
                  <a:pt x="2400" y="19636"/>
                </a:moveTo>
                <a:lnTo>
                  <a:pt x="4800" y="19636"/>
                </a:lnTo>
                <a:lnTo>
                  <a:pt x="4800" y="17673"/>
                </a:lnTo>
                <a:lnTo>
                  <a:pt x="2400" y="17673"/>
                </a:lnTo>
                <a:cubicBezTo>
                  <a:pt x="2400" y="17673"/>
                  <a:pt x="2400" y="19636"/>
                  <a:pt x="2400" y="19636"/>
                </a:cubicBezTo>
                <a:close/>
                <a:moveTo>
                  <a:pt x="2400" y="13745"/>
                </a:moveTo>
                <a:lnTo>
                  <a:pt x="4800" y="13745"/>
                </a:lnTo>
                <a:lnTo>
                  <a:pt x="4800" y="11782"/>
                </a:lnTo>
                <a:lnTo>
                  <a:pt x="2400" y="11782"/>
                </a:lnTo>
                <a:cubicBezTo>
                  <a:pt x="2400" y="11782"/>
                  <a:pt x="2400" y="13745"/>
                  <a:pt x="2400" y="13745"/>
                </a:cubicBezTo>
                <a:close/>
                <a:moveTo>
                  <a:pt x="9600" y="16691"/>
                </a:moveTo>
                <a:lnTo>
                  <a:pt x="12000" y="16691"/>
                </a:lnTo>
                <a:lnTo>
                  <a:pt x="12000" y="14727"/>
                </a:lnTo>
                <a:lnTo>
                  <a:pt x="9600" y="14727"/>
                </a:lnTo>
                <a:cubicBezTo>
                  <a:pt x="9600" y="14727"/>
                  <a:pt x="9600" y="16691"/>
                  <a:pt x="9600" y="16691"/>
                </a:cubicBezTo>
                <a:close/>
                <a:moveTo>
                  <a:pt x="6000" y="19636"/>
                </a:moveTo>
                <a:lnTo>
                  <a:pt x="8400" y="19636"/>
                </a:lnTo>
                <a:lnTo>
                  <a:pt x="8400" y="17673"/>
                </a:lnTo>
                <a:lnTo>
                  <a:pt x="6000" y="17673"/>
                </a:lnTo>
                <a:cubicBezTo>
                  <a:pt x="6000" y="17673"/>
                  <a:pt x="6000" y="19636"/>
                  <a:pt x="6000" y="19636"/>
                </a:cubicBezTo>
                <a:close/>
                <a:moveTo>
                  <a:pt x="9600" y="19636"/>
                </a:moveTo>
                <a:lnTo>
                  <a:pt x="12000" y="19636"/>
                </a:lnTo>
                <a:lnTo>
                  <a:pt x="12000" y="17673"/>
                </a:lnTo>
                <a:lnTo>
                  <a:pt x="9600" y="17673"/>
                </a:lnTo>
                <a:cubicBezTo>
                  <a:pt x="9600" y="17673"/>
                  <a:pt x="9600" y="19636"/>
                  <a:pt x="9600" y="19636"/>
                </a:cubicBezTo>
                <a:close/>
                <a:moveTo>
                  <a:pt x="6000" y="16691"/>
                </a:moveTo>
                <a:lnTo>
                  <a:pt x="8400" y="16691"/>
                </a:lnTo>
                <a:lnTo>
                  <a:pt x="8400" y="14727"/>
                </a:lnTo>
                <a:lnTo>
                  <a:pt x="6000" y="14727"/>
                </a:lnTo>
                <a:cubicBezTo>
                  <a:pt x="6000" y="14727"/>
                  <a:pt x="6000" y="16691"/>
                  <a:pt x="6000" y="16691"/>
                </a:cubicBezTo>
                <a:close/>
                <a:moveTo>
                  <a:pt x="6000" y="13745"/>
                </a:moveTo>
                <a:lnTo>
                  <a:pt x="8400" y="13745"/>
                </a:lnTo>
                <a:lnTo>
                  <a:pt x="8400" y="11782"/>
                </a:lnTo>
                <a:lnTo>
                  <a:pt x="6000" y="11782"/>
                </a:lnTo>
                <a:cubicBezTo>
                  <a:pt x="6000" y="11782"/>
                  <a:pt x="6000" y="13745"/>
                  <a:pt x="6000" y="13745"/>
                </a:cubicBezTo>
                <a:close/>
                <a:moveTo>
                  <a:pt x="6000" y="10800"/>
                </a:moveTo>
                <a:lnTo>
                  <a:pt x="8400" y="10800"/>
                </a:lnTo>
                <a:lnTo>
                  <a:pt x="8400" y="8836"/>
                </a:lnTo>
                <a:lnTo>
                  <a:pt x="6000" y="8836"/>
                </a:lnTo>
                <a:cubicBezTo>
                  <a:pt x="6000" y="8836"/>
                  <a:pt x="6000" y="10800"/>
                  <a:pt x="6000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6" name="Shape 2696"/>
          <p:cNvSpPr/>
          <p:nvPr userDrawn="1"/>
        </p:nvSpPr>
        <p:spPr>
          <a:xfrm>
            <a:off x="4793445" y="314376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64" y="19636"/>
                </a:moveTo>
                <a:cubicBezTo>
                  <a:pt x="12764" y="20178"/>
                  <a:pt x="12324" y="20618"/>
                  <a:pt x="11782" y="20618"/>
                </a:cubicBezTo>
                <a:lnTo>
                  <a:pt x="9818" y="20618"/>
                </a:lnTo>
                <a:cubicBezTo>
                  <a:pt x="9276" y="20618"/>
                  <a:pt x="8836" y="20178"/>
                  <a:pt x="8836" y="19636"/>
                </a:cubicBezTo>
                <a:lnTo>
                  <a:pt x="8836" y="17673"/>
                </a:lnTo>
                <a:cubicBezTo>
                  <a:pt x="8836" y="1713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7131"/>
                  <a:pt x="12764" y="17673"/>
                </a:cubicBezTo>
                <a:cubicBezTo>
                  <a:pt x="12764" y="17673"/>
                  <a:pt x="12764" y="19636"/>
                  <a:pt x="12764" y="19636"/>
                </a:cubicBezTo>
                <a:close/>
                <a:moveTo>
                  <a:pt x="11782" y="15709"/>
                </a:moveTo>
                <a:lnTo>
                  <a:pt x="9818" y="15709"/>
                </a:lnTo>
                <a:cubicBezTo>
                  <a:pt x="8734" y="15709"/>
                  <a:pt x="7855" y="16588"/>
                  <a:pt x="7855" y="17673"/>
                </a:cubicBezTo>
                <a:lnTo>
                  <a:pt x="7855" y="19636"/>
                </a:lnTo>
                <a:cubicBezTo>
                  <a:pt x="7855" y="20721"/>
                  <a:pt x="8734" y="21600"/>
                  <a:pt x="9818" y="21600"/>
                </a:cubicBezTo>
                <a:lnTo>
                  <a:pt x="11782" y="21600"/>
                </a:lnTo>
                <a:cubicBezTo>
                  <a:pt x="12866" y="21600"/>
                  <a:pt x="13745" y="20721"/>
                  <a:pt x="13745" y="19636"/>
                </a:cubicBezTo>
                <a:lnTo>
                  <a:pt x="13745" y="17673"/>
                </a:lnTo>
                <a:cubicBezTo>
                  <a:pt x="13745" y="16588"/>
                  <a:pt x="12866" y="15709"/>
                  <a:pt x="11782" y="157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cubicBezTo>
                  <a:pt x="17131" y="20618"/>
                  <a:pt x="16691" y="20178"/>
                  <a:pt x="16691" y="19636"/>
                </a:cubicBezTo>
                <a:lnTo>
                  <a:pt x="16691" y="17673"/>
                </a:lnTo>
                <a:cubicBezTo>
                  <a:pt x="16691" y="17131"/>
                  <a:pt x="17131" y="16691"/>
                  <a:pt x="17673" y="16691"/>
                </a:cubicBezTo>
                <a:lnTo>
                  <a:pt x="19636" y="16691"/>
                </a:lnTo>
                <a:cubicBezTo>
                  <a:pt x="20178" y="16691"/>
                  <a:pt x="20618" y="17131"/>
                  <a:pt x="20618" y="17673"/>
                </a:cubicBez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19636" y="15709"/>
                </a:moveTo>
                <a:lnTo>
                  <a:pt x="17673" y="15709"/>
                </a:lnTo>
                <a:cubicBezTo>
                  <a:pt x="16588" y="15709"/>
                  <a:pt x="15709" y="16588"/>
                  <a:pt x="15709" y="17673"/>
                </a:cubicBezTo>
                <a:lnTo>
                  <a:pt x="15709" y="19636"/>
                </a:lnTo>
                <a:cubicBezTo>
                  <a:pt x="15709" y="20721"/>
                  <a:pt x="16588" y="21600"/>
                  <a:pt x="17673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7673"/>
                </a:lnTo>
                <a:cubicBezTo>
                  <a:pt x="21600" y="16588"/>
                  <a:pt x="20721" y="15709"/>
                  <a:pt x="19636" y="15709"/>
                </a:cubicBezTo>
                <a:moveTo>
                  <a:pt x="4909" y="19636"/>
                </a:moveTo>
                <a:cubicBezTo>
                  <a:pt x="4909" y="20178"/>
                  <a:pt x="4469" y="20618"/>
                  <a:pt x="3927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cubicBezTo>
                  <a:pt x="982" y="17131"/>
                  <a:pt x="1422" y="16691"/>
                  <a:pt x="1964" y="16691"/>
                </a:cubicBezTo>
                <a:lnTo>
                  <a:pt x="3927" y="16691"/>
                </a:lnTo>
                <a:cubicBezTo>
                  <a:pt x="4469" y="16691"/>
                  <a:pt x="4909" y="17131"/>
                  <a:pt x="4909" y="17673"/>
                </a:cubicBezTo>
                <a:cubicBezTo>
                  <a:pt x="4909" y="17673"/>
                  <a:pt x="4909" y="19636"/>
                  <a:pt x="4909" y="19636"/>
                </a:cubicBezTo>
                <a:close/>
                <a:moveTo>
                  <a:pt x="3927" y="15709"/>
                </a:moveTo>
                <a:lnTo>
                  <a:pt x="1964" y="15709"/>
                </a:lnTo>
                <a:cubicBezTo>
                  <a:pt x="879" y="15709"/>
                  <a:pt x="0" y="16588"/>
                  <a:pt x="0" y="176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3927" y="21600"/>
                </a:lnTo>
                <a:cubicBezTo>
                  <a:pt x="5012" y="21600"/>
                  <a:pt x="5891" y="20721"/>
                  <a:pt x="5891" y="19636"/>
                </a:cubicBezTo>
                <a:lnTo>
                  <a:pt x="5891" y="17673"/>
                </a:lnTo>
                <a:cubicBezTo>
                  <a:pt x="5891" y="16588"/>
                  <a:pt x="5012" y="15709"/>
                  <a:pt x="3927" y="15709"/>
                </a:cubicBezTo>
                <a:moveTo>
                  <a:pt x="2945" y="14727"/>
                </a:moveTo>
                <a:cubicBezTo>
                  <a:pt x="3217" y="14727"/>
                  <a:pt x="3436" y="14507"/>
                  <a:pt x="3436" y="14236"/>
                </a:cubicBezTo>
                <a:lnTo>
                  <a:pt x="3436" y="10800"/>
                </a:lnTo>
                <a:lnTo>
                  <a:pt x="10309" y="10800"/>
                </a:lnTo>
                <a:lnTo>
                  <a:pt x="10309" y="14236"/>
                </a:lnTo>
                <a:cubicBezTo>
                  <a:pt x="10309" y="14507"/>
                  <a:pt x="10529" y="14727"/>
                  <a:pt x="10800" y="14727"/>
                </a:cubicBezTo>
                <a:cubicBezTo>
                  <a:pt x="11071" y="14727"/>
                  <a:pt x="11291" y="14507"/>
                  <a:pt x="11291" y="14236"/>
                </a:cubicBezTo>
                <a:lnTo>
                  <a:pt x="11291" y="10800"/>
                </a:lnTo>
                <a:lnTo>
                  <a:pt x="18164" y="10800"/>
                </a:lnTo>
                <a:lnTo>
                  <a:pt x="18164" y="14236"/>
                </a:lnTo>
                <a:cubicBezTo>
                  <a:pt x="18164" y="14507"/>
                  <a:pt x="18384" y="14727"/>
                  <a:pt x="18655" y="14727"/>
                </a:cubicBezTo>
                <a:cubicBezTo>
                  <a:pt x="18926" y="14727"/>
                  <a:pt x="19145" y="14507"/>
                  <a:pt x="19145" y="14236"/>
                </a:cubicBezTo>
                <a:lnTo>
                  <a:pt x="19145" y="10309"/>
                </a:lnTo>
                <a:cubicBezTo>
                  <a:pt x="19145" y="10038"/>
                  <a:pt x="18926" y="9818"/>
                  <a:pt x="18655" y="9818"/>
                </a:cubicBezTo>
                <a:lnTo>
                  <a:pt x="11291" y="9818"/>
                </a:lnTo>
                <a:lnTo>
                  <a:pt x="11291" y="7364"/>
                </a:lnTo>
                <a:cubicBezTo>
                  <a:pt x="11291" y="7093"/>
                  <a:pt x="11071" y="6873"/>
                  <a:pt x="10800" y="6873"/>
                </a:cubicBezTo>
                <a:cubicBezTo>
                  <a:pt x="10529" y="6873"/>
                  <a:pt x="10309" y="7093"/>
                  <a:pt x="10309" y="7364"/>
                </a:cubicBezTo>
                <a:lnTo>
                  <a:pt x="10309" y="9818"/>
                </a:lnTo>
                <a:lnTo>
                  <a:pt x="2945" y="9818"/>
                </a:lnTo>
                <a:cubicBezTo>
                  <a:pt x="2674" y="9818"/>
                  <a:pt x="2455" y="10038"/>
                  <a:pt x="2455" y="10309"/>
                </a:cubicBezTo>
                <a:lnTo>
                  <a:pt x="2455" y="14236"/>
                </a:lnTo>
                <a:cubicBezTo>
                  <a:pt x="2455" y="14507"/>
                  <a:pt x="2674" y="14727"/>
                  <a:pt x="2945" y="14727"/>
                </a:cubicBezTo>
                <a:moveTo>
                  <a:pt x="8836" y="1964"/>
                </a:moveTo>
                <a:cubicBezTo>
                  <a:pt x="8836" y="1422"/>
                  <a:pt x="9276" y="982"/>
                  <a:pt x="9818" y="982"/>
                </a:cubicBezTo>
                <a:lnTo>
                  <a:pt x="11782" y="982"/>
                </a:lnTo>
                <a:cubicBezTo>
                  <a:pt x="12324" y="982"/>
                  <a:pt x="12764" y="1422"/>
                  <a:pt x="12764" y="1964"/>
                </a:cubicBezTo>
                <a:lnTo>
                  <a:pt x="12764" y="3927"/>
                </a:lnTo>
                <a:cubicBezTo>
                  <a:pt x="12764" y="446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4469"/>
                  <a:pt x="8836" y="3927"/>
                </a:cubicBezTo>
                <a:cubicBezTo>
                  <a:pt x="8836" y="3927"/>
                  <a:pt x="8836" y="1964"/>
                  <a:pt x="8836" y="1964"/>
                </a:cubicBezTo>
                <a:close/>
                <a:moveTo>
                  <a:pt x="9818" y="5891"/>
                </a:moveTo>
                <a:lnTo>
                  <a:pt x="11782" y="5891"/>
                </a:lnTo>
                <a:cubicBezTo>
                  <a:pt x="12866" y="5891"/>
                  <a:pt x="13745" y="5012"/>
                  <a:pt x="13745" y="3927"/>
                </a:cubicBezTo>
                <a:lnTo>
                  <a:pt x="13745" y="1964"/>
                </a:lnTo>
                <a:cubicBezTo>
                  <a:pt x="13745" y="879"/>
                  <a:pt x="12866" y="0"/>
                  <a:pt x="11782" y="0"/>
                </a:cubicBezTo>
                <a:lnTo>
                  <a:pt x="9818" y="0"/>
                </a:lnTo>
                <a:cubicBezTo>
                  <a:pt x="8734" y="0"/>
                  <a:pt x="7855" y="879"/>
                  <a:pt x="7855" y="1964"/>
                </a:cubicBezTo>
                <a:lnTo>
                  <a:pt x="7855" y="3927"/>
                </a:lnTo>
                <a:cubicBezTo>
                  <a:pt x="7855" y="5012"/>
                  <a:pt x="8734" y="5891"/>
                  <a:pt x="9818" y="58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7" name="Shape 2701"/>
          <p:cNvSpPr/>
          <p:nvPr userDrawn="1"/>
        </p:nvSpPr>
        <p:spPr>
          <a:xfrm>
            <a:off x="6111884" y="2725543"/>
            <a:ext cx="20955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724" y="15100"/>
                </a:moveTo>
                <a:lnTo>
                  <a:pt x="17582" y="15100"/>
                </a:lnTo>
                <a:lnTo>
                  <a:pt x="17582" y="8844"/>
                </a:lnTo>
                <a:lnTo>
                  <a:pt x="16724" y="8844"/>
                </a:lnTo>
                <a:cubicBezTo>
                  <a:pt x="16724" y="8844"/>
                  <a:pt x="16724" y="15100"/>
                  <a:pt x="16724" y="15100"/>
                </a:cubicBezTo>
                <a:close/>
                <a:moveTo>
                  <a:pt x="13336" y="15100"/>
                </a:moveTo>
                <a:lnTo>
                  <a:pt x="14199" y="15100"/>
                </a:lnTo>
                <a:lnTo>
                  <a:pt x="14199" y="11633"/>
                </a:lnTo>
                <a:lnTo>
                  <a:pt x="15565" y="11633"/>
                </a:lnTo>
                <a:lnTo>
                  <a:pt x="15565" y="10047"/>
                </a:lnTo>
                <a:lnTo>
                  <a:pt x="14199" y="10047"/>
                </a:lnTo>
                <a:lnTo>
                  <a:pt x="14199" y="8077"/>
                </a:lnTo>
                <a:lnTo>
                  <a:pt x="15661" y="8077"/>
                </a:lnTo>
                <a:lnTo>
                  <a:pt x="15661" y="6478"/>
                </a:lnTo>
                <a:lnTo>
                  <a:pt x="13336" y="6478"/>
                </a:lnTo>
                <a:cubicBezTo>
                  <a:pt x="13336" y="6478"/>
                  <a:pt x="13336" y="15100"/>
                  <a:pt x="13336" y="15100"/>
                </a:cubicBezTo>
                <a:close/>
                <a:moveTo>
                  <a:pt x="20618" y="12960"/>
                </a:moveTo>
                <a:cubicBezTo>
                  <a:pt x="20618" y="16538"/>
                  <a:pt x="19299" y="19440"/>
                  <a:pt x="17673" y="19440"/>
                </a:cubicBezTo>
                <a:lnTo>
                  <a:pt x="7855" y="19440"/>
                </a:lnTo>
                <a:cubicBezTo>
                  <a:pt x="9481" y="19440"/>
                  <a:pt x="10800" y="16538"/>
                  <a:pt x="10800" y="12960"/>
                </a:cubicBezTo>
                <a:lnTo>
                  <a:pt x="10800" y="8640"/>
                </a:lnTo>
                <a:cubicBezTo>
                  <a:pt x="10800" y="5062"/>
                  <a:pt x="12119" y="2160"/>
                  <a:pt x="13745" y="2160"/>
                </a:cubicBezTo>
                <a:lnTo>
                  <a:pt x="17673" y="2160"/>
                </a:lnTo>
                <a:cubicBezTo>
                  <a:pt x="19299" y="2160"/>
                  <a:pt x="20618" y="5062"/>
                  <a:pt x="20618" y="8640"/>
                </a:cubicBezTo>
                <a:cubicBezTo>
                  <a:pt x="20618" y="8640"/>
                  <a:pt x="20618" y="12960"/>
                  <a:pt x="20618" y="12960"/>
                </a:cubicBezTo>
                <a:close/>
                <a:moveTo>
                  <a:pt x="6607" y="15121"/>
                </a:moveTo>
                <a:lnTo>
                  <a:pt x="5673" y="15121"/>
                </a:lnTo>
                <a:lnTo>
                  <a:pt x="5350" y="11399"/>
                </a:lnTo>
                <a:cubicBezTo>
                  <a:pt x="5276" y="10527"/>
                  <a:pt x="5214" y="9718"/>
                  <a:pt x="5169" y="8730"/>
                </a:cubicBezTo>
                <a:lnTo>
                  <a:pt x="5157" y="8730"/>
                </a:lnTo>
                <a:cubicBezTo>
                  <a:pt x="5090" y="9705"/>
                  <a:pt x="5028" y="10527"/>
                  <a:pt x="4937" y="11399"/>
                </a:cubicBezTo>
                <a:lnTo>
                  <a:pt x="4574" y="15121"/>
                </a:lnTo>
                <a:lnTo>
                  <a:pt x="3629" y="15121"/>
                </a:lnTo>
                <a:lnTo>
                  <a:pt x="2723" y="6471"/>
                </a:lnTo>
                <a:lnTo>
                  <a:pt x="3646" y="6471"/>
                </a:lnTo>
                <a:lnTo>
                  <a:pt x="3935" y="10039"/>
                </a:lnTo>
                <a:cubicBezTo>
                  <a:pt x="4020" y="11066"/>
                  <a:pt x="4099" y="12182"/>
                  <a:pt x="4161" y="13055"/>
                </a:cubicBezTo>
                <a:lnTo>
                  <a:pt x="4172" y="13055"/>
                </a:lnTo>
                <a:cubicBezTo>
                  <a:pt x="4235" y="12118"/>
                  <a:pt x="4325" y="11078"/>
                  <a:pt x="4422" y="10013"/>
                </a:cubicBezTo>
                <a:lnTo>
                  <a:pt x="4744" y="6471"/>
                </a:lnTo>
                <a:lnTo>
                  <a:pt x="5662" y="6471"/>
                </a:lnTo>
                <a:lnTo>
                  <a:pt x="5967" y="10117"/>
                </a:lnTo>
                <a:cubicBezTo>
                  <a:pt x="6052" y="11130"/>
                  <a:pt x="6114" y="12054"/>
                  <a:pt x="6171" y="13017"/>
                </a:cubicBezTo>
                <a:lnTo>
                  <a:pt x="6182" y="13017"/>
                </a:lnTo>
                <a:cubicBezTo>
                  <a:pt x="6239" y="12054"/>
                  <a:pt x="6324" y="11040"/>
                  <a:pt x="6403" y="10013"/>
                </a:cubicBezTo>
                <a:lnTo>
                  <a:pt x="6715" y="6471"/>
                </a:lnTo>
                <a:lnTo>
                  <a:pt x="7592" y="6471"/>
                </a:lnTo>
                <a:cubicBezTo>
                  <a:pt x="7592" y="6471"/>
                  <a:pt x="6607" y="15121"/>
                  <a:pt x="6607" y="15121"/>
                </a:cubicBezTo>
                <a:close/>
                <a:moveTo>
                  <a:pt x="8940" y="15121"/>
                </a:moveTo>
                <a:lnTo>
                  <a:pt x="8080" y="15121"/>
                </a:lnTo>
                <a:lnTo>
                  <a:pt x="8080" y="8845"/>
                </a:lnTo>
                <a:lnTo>
                  <a:pt x="8940" y="8845"/>
                </a:lnTo>
                <a:cubicBezTo>
                  <a:pt x="8940" y="8845"/>
                  <a:pt x="8940" y="15121"/>
                  <a:pt x="8940" y="15121"/>
                </a:cubicBezTo>
                <a:close/>
                <a:moveTo>
                  <a:pt x="8510" y="6111"/>
                </a:moveTo>
                <a:cubicBezTo>
                  <a:pt x="8788" y="6111"/>
                  <a:pt x="8963" y="6535"/>
                  <a:pt x="8969" y="7100"/>
                </a:cubicBezTo>
                <a:cubicBezTo>
                  <a:pt x="8969" y="7638"/>
                  <a:pt x="8788" y="8076"/>
                  <a:pt x="8505" y="8076"/>
                </a:cubicBezTo>
                <a:cubicBezTo>
                  <a:pt x="8233" y="8076"/>
                  <a:pt x="8052" y="7638"/>
                  <a:pt x="8058" y="7100"/>
                </a:cubicBezTo>
                <a:cubicBezTo>
                  <a:pt x="8052" y="6535"/>
                  <a:pt x="8233" y="6111"/>
                  <a:pt x="8510" y="6111"/>
                </a:cubicBezTo>
                <a:moveTo>
                  <a:pt x="17673" y="0"/>
                </a:moveTo>
                <a:lnTo>
                  <a:pt x="3927" y="0"/>
                </a:lnTo>
                <a:cubicBezTo>
                  <a:pt x="1758" y="0"/>
                  <a:pt x="0" y="3869"/>
                  <a:pt x="0" y="8640"/>
                </a:cubicBezTo>
                <a:lnTo>
                  <a:pt x="0" y="12960"/>
                </a:lnTo>
                <a:cubicBezTo>
                  <a:pt x="0" y="17731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7731"/>
                  <a:pt x="21600" y="12960"/>
                </a:cubicBezTo>
                <a:lnTo>
                  <a:pt x="21600" y="8640"/>
                </a:lnTo>
                <a:cubicBezTo>
                  <a:pt x="21600" y="3869"/>
                  <a:pt x="19842" y="0"/>
                  <a:pt x="17673" y="0"/>
                </a:cubicBezTo>
                <a:moveTo>
                  <a:pt x="17153" y="6119"/>
                </a:moveTo>
                <a:cubicBezTo>
                  <a:pt x="16876" y="6119"/>
                  <a:pt x="16696" y="6543"/>
                  <a:pt x="16701" y="7104"/>
                </a:cubicBezTo>
                <a:cubicBezTo>
                  <a:pt x="16696" y="7642"/>
                  <a:pt x="16876" y="8077"/>
                  <a:pt x="17147" y="8077"/>
                </a:cubicBezTo>
                <a:cubicBezTo>
                  <a:pt x="17429" y="8077"/>
                  <a:pt x="17610" y="7642"/>
                  <a:pt x="17610" y="7104"/>
                </a:cubicBezTo>
                <a:cubicBezTo>
                  <a:pt x="17604" y="6543"/>
                  <a:pt x="17429" y="6119"/>
                  <a:pt x="17153" y="611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8" name="Shape 2702"/>
          <p:cNvSpPr/>
          <p:nvPr userDrawn="1"/>
        </p:nvSpPr>
        <p:spPr>
          <a:xfrm>
            <a:off x="5229337" y="3153294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520"/>
                </a:moveTo>
                <a:cubicBezTo>
                  <a:pt x="7396" y="20520"/>
                  <a:pt x="4399" y="18805"/>
                  <a:pt x="2638" y="16200"/>
                </a:cubicBezTo>
                <a:lnTo>
                  <a:pt x="9966" y="16200"/>
                </a:lnTo>
                <a:cubicBezTo>
                  <a:pt x="10478" y="17309"/>
                  <a:pt x="12251" y="18900"/>
                  <a:pt x="13500" y="18900"/>
                </a:cubicBezTo>
                <a:cubicBezTo>
                  <a:pt x="14973" y="18900"/>
                  <a:pt x="16200" y="17820"/>
                  <a:pt x="16200" y="15660"/>
                </a:cubicBezTo>
                <a:cubicBezTo>
                  <a:pt x="16200" y="13500"/>
                  <a:pt x="14973" y="12420"/>
                  <a:pt x="13500" y="12420"/>
                </a:cubicBezTo>
                <a:cubicBezTo>
                  <a:pt x="12241" y="12420"/>
                  <a:pt x="10447" y="13973"/>
                  <a:pt x="9953" y="15120"/>
                </a:cubicBezTo>
                <a:lnTo>
                  <a:pt x="2014" y="15120"/>
                </a:lnTo>
                <a:cubicBezTo>
                  <a:pt x="1359" y="13817"/>
                  <a:pt x="982" y="12354"/>
                  <a:pt x="982" y="10800"/>
                </a:cubicBezTo>
                <a:cubicBezTo>
                  <a:pt x="982" y="9246"/>
                  <a:pt x="1359" y="7783"/>
                  <a:pt x="2014" y="6480"/>
                </a:cubicBezTo>
                <a:lnTo>
                  <a:pt x="9966" y="6480"/>
                </a:lnTo>
                <a:cubicBezTo>
                  <a:pt x="10478" y="7589"/>
                  <a:pt x="12252" y="9180"/>
                  <a:pt x="13500" y="9180"/>
                </a:cubicBezTo>
                <a:cubicBezTo>
                  <a:pt x="14973" y="9180"/>
                  <a:pt x="16200" y="8100"/>
                  <a:pt x="16200" y="5940"/>
                </a:cubicBezTo>
                <a:cubicBezTo>
                  <a:pt x="16200" y="3780"/>
                  <a:pt x="14973" y="2700"/>
                  <a:pt x="13500" y="2700"/>
                </a:cubicBezTo>
                <a:cubicBezTo>
                  <a:pt x="12241" y="2700"/>
                  <a:pt x="10447" y="4253"/>
                  <a:pt x="9953" y="5400"/>
                </a:cubicBezTo>
                <a:lnTo>
                  <a:pt x="2638" y="5400"/>
                </a:lnTo>
                <a:cubicBezTo>
                  <a:pt x="4399" y="2796"/>
                  <a:pt x="7396" y="1080"/>
                  <a:pt x="10800" y="1080"/>
                </a:cubicBezTo>
                <a:cubicBezTo>
                  <a:pt x="16038" y="1080"/>
                  <a:pt x="20306" y="5145"/>
                  <a:pt x="20590" y="10260"/>
                </a:cubicBezTo>
                <a:lnTo>
                  <a:pt x="10652" y="10260"/>
                </a:lnTo>
                <a:cubicBezTo>
                  <a:pt x="10140" y="9151"/>
                  <a:pt x="8367" y="7560"/>
                  <a:pt x="7118" y="7560"/>
                </a:cubicBezTo>
                <a:cubicBezTo>
                  <a:pt x="5645" y="7560"/>
                  <a:pt x="4418" y="8640"/>
                  <a:pt x="4418" y="10800"/>
                </a:cubicBezTo>
                <a:cubicBezTo>
                  <a:pt x="4418" y="12960"/>
                  <a:pt x="5645" y="14040"/>
                  <a:pt x="7118" y="14040"/>
                </a:cubicBezTo>
                <a:cubicBezTo>
                  <a:pt x="8377" y="14040"/>
                  <a:pt x="10171" y="12488"/>
                  <a:pt x="10665" y="11340"/>
                </a:cubicBezTo>
                <a:lnTo>
                  <a:pt x="20590" y="11340"/>
                </a:lnTo>
                <a:cubicBezTo>
                  <a:pt x="20306" y="16456"/>
                  <a:pt x="16038" y="20520"/>
                  <a:pt x="10800" y="20520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9" name="Shape 2705"/>
          <p:cNvSpPr/>
          <p:nvPr userDrawn="1"/>
        </p:nvSpPr>
        <p:spPr>
          <a:xfrm>
            <a:off x="8468070" y="268657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3820"/>
                </a:moveTo>
                <a:lnTo>
                  <a:pt x="7853" y="2877"/>
                </a:lnTo>
                <a:lnTo>
                  <a:pt x="7853" y="8838"/>
                </a:lnTo>
                <a:lnTo>
                  <a:pt x="982" y="8838"/>
                </a:lnTo>
                <a:cubicBezTo>
                  <a:pt x="982" y="8838"/>
                  <a:pt x="982" y="3820"/>
                  <a:pt x="982" y="3820"/>
                </a:cubicBezTo>
                <a:close/>
                <a:moveTo>
                  <a:pt x="0" y="9819"/>
                </a:moveTo>
                <a:lnTo>
                  <a:pt x="8835" y="9819"/>
                </a:lnTo>
                <a:lnTo>
                  <a:pt x="8835" y="1752"/>
                </a:lnTo>
                <a:lnTo>
                  <a:pt x="0" y="2964"/>
                </a:lnTo>
                <a:cubicBezTo>
                  <a:pt x="0" y="2964"/>
                  <a:pt x="0" y="9819"/>
                  <a:pt x="0" y="9819"/>
                </a:cubicBezTo>
                <a:close/>
                <a:moveTo>
                  <a:pt x="20618" y="8838"/>
                </a:moveTo>
                <a:lnTo>
                  <a:pt x="11771" y="8838"/>
                </a:lnTo>
                <a:lnTo>
                  <a:pt x="11771" y="2339"/>
                </a:lnTo>
                <a:lnTo>
                  <a:pt x="20618" y="1125"/>
                </a:lnTo>
                <a:cubicBezTo>
                  <a:pt x="20618" y="1125"/>
                  <a:pt x="20618" y="8838"/>
                  <a:pt x="20618" y="8838"/>
                </a:cubicBezTo>
                <a:close/>
                <a:moveTo>
                  <a:pt x="10789" y="1484"/>
                </a:moveTo>
                <a:lnTo>
                  <a:pt x="10789" y="9819"/>
                </a:lnTo>
                <a:lnTo>
                  <a:pt x="21600" y="9819"/>
                </a:lnTo>
                <a:lnTo>
                  <a:pt x="21600" y="0"/>
                </a:lnTo>
                <a:cubicBezTo>
                  <a:pt x="21600" y="0"/>
                  <a:pt x="10789" y="1484"/>
                  <a:pt x="10789" y="1484"/>
                </a:cubicBezTo>
                <a:close/>
                <a:moveTo>
                  <a:pt x="982" y="12763"/>
                </a:moveTo>
                <a:lnTo>
                  <a:pt x="7853" y="12763"/>
                </a:lnTo>
                <a:lnTo>
                  <a:pt x="7853" y="18722"/>
                </a:lnTo>
                <a:lnTo>
                  <a:pt x="982" y="17780"/>
                </a:lnTo>
                <a:cubicBezTo>
                  <a:pt x="982" y="17780"/>
                  <a:pt x="982" y="12763"/>
                  <a:pt x="982" y="12763"/>
                </a:cubicBezTo>
                <a:close/>
                <a:moveTo>
                  <a:pt x="0" y="18635"/>
                </a:moveTo>
                <a:lnTo>
                  <a:pt x="8835" y="19848"/>
                </a:lnTo>
                <a:lnTo>
                  <a:pt x="8835" y="11782"/>
                </a:lnTo>
                <a:lnTo>
                  <a:pt x="0" y="11782"/>
                </a:lnTo>
                <a:cubicBezTo>
                  <a:pt x="0" y="11782"/>
                  <a:pt x="0" y="18635"/>
                  <a:pt x="0" y="18635"/>
                </a:cubicBezTo>
                <a:close/>
                <a:moveTo>
                  <a:pt x="11771" y="12763"/>
                </a:moveTo>
                <a:lnTo>
                  <a:pt x="20618" y="12763"/>
                </a:lnTo>
                <a:lnTo>
                  <a:pt x="20618" y="20475"/>
                </a:lnTo>
                <a:lnTo>
                  <a:pt x="11771" y="19261"/>
                </a:lnTo>
                <a:cubicBezTo>
                  <a:pt x="11771" y="19261"/>
                  <a:pt x="11771" y="12763"/>
                  <a:pt x="11771" y="12763"/>
                </a:cubicBezTo>
                <a:close/>
                <a:moveTo>
                  <a:pt x="10789" y="20116"/>
                </a:moveTo>
                <a:lnTo>
                  <a:pt x="21600" y="21600"/>
                </a:lnTo>
                <a:lnTo>
                  <a:pt x="21600" y="11782"/>
                </a:lnTo>
                <a:lnTo>
                  <a:pt x="10789" y="11782"/>
                </a:lnTo>
                <a:cubicBezTo>
                  <a:pt x="10789" y="11782"/>
                  <a:pt x="10789" y="20116"/>
                  <a:pt x="10789" y="20116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0" name="Shape 2706"/>
          <p:cNvSpPr/>
          <p:nvPr userDrawn="1"/>
        </p:nvSpPr>
        <p:spPr>
          <a:xfrm>
            <a:off x="8886258" y="2686571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3745"/>
                </a:moveTo>
                <a:cubicBezTo>
                  <a:pt x="20250" y="14016"/>
                  <a:pt x="19948" y="14236"/>
                  <a:pt x="19575" y="14236"/>
                </a:cubicBezTo>
                <a:cubicBezTo>
                  <a:pt x="19202" y="14236"/>
                  <a:pt x="18900" y="14016"/>
                  <a:pt x="18900" y="13745"/>
                </a:cubicBezTo>
                <a:lnTo>
                  <a:pt x="18900" y="6873"/>
                </a:lnTo>
                <a:cubicBezTo>
                  <a:pt x="18900" y="6602"/>
                  <a:pt x="19202" y="6382"/>
                  <a:pt x="19575" y="6382"/>
                </a:cubicBezTo>
                <a:cubicBezTo>
                  <a:pt x="19948" y="6382"/>
                  <a:pt x="20250" y="6602"/>
                  <a:pt x="20250" y="6873"/>
                </a:cubicBezTo>
                <a:cubicBezTo>
                  <a:pt x="20250" y="6873"/>
                  <a:pt x="20250" y="13745"/>
                  <a:pt x="20250" y="13745"/>
                </a:cubicBezTo>
                <a:close/>
                <a:moveTo>
                  <a:pt x="17550" y="16691"/>
                </a:moveTo>
                <a:lnTo>
                  <a:pt x="4050" y="16691"/>
                </a:lnTo>
                <a:lnTo>
                  <a:pt x="4050" y="6382"/>
                </a:lnTo>
                <a:lnTo>
                  <a:pt x="17550" y="6382"/>
                </a:lnTo>
                <a:cubicBezTo>
                  <a:pt x="17550" y="6382"/>
                  <a:pt x="17550" y="16691"/>
                  <a:pt x="17550" y="16691"/>
                </a:cubicBezTo>
                <a:close/>
                <a:moveTo>
                  <a:pt x="14850" y="20127"/>
                </a:moveTo>
                <a:cubicBezTo>
                  <a:pt x="14850" y="20399"/>
                  <a:pt x="14548" y="20618"/>
                  <a:pt x="14175" y="20618"/>
                </a:cubicBezTo>
                <a:cubicBezTo>
                  <a:pt x="13802" y="20618"/>
                  <a:pt x="13500" y="20399"/>
                  <a:pt x="13500" y="20127"/>
                </a:cubicBezTo>
                <a:lnTo>
                  <a:pt x="13500" y="17673"/>
                </a:lnTo>
                <a:lnTo>
                  <a:pt x="14850" y="17673"/>
                </a:lnTo>
                <a:cubicBezTo>
                  <a:pt x="14850" y="17673"/>
                  <a:pt x="14850" y="20127"/>
                  <a:pt x="14850" y="20127"/>
                </a:cubicBezTo>
                <a:close/>
                <a:moveTo>
                  <a:pt x="8100" y="20127"/>
                </a:moveTo>
                <a:cubicBezTo>
                  <a:pt x="8100" y="20399"/>
                  <a:pt x="7798" y="20618"/>
                  <a:pt x="7425" y="20618"/>
                </a:cubicBezTo>
                <a:cubicBezTo>
                  <a:pt x="7052" y="20618"/>
                  <a:pt x="6750" y="20399"/>
                  <a:pt x="6750" y="20127"/>
                </a:cubicBezTo>
                <a:lnTo>
                  <a:pt x="6750" y="17673"/>
                </a:lnTo>
                <a:lnTo>
                  <a:pt x="8100" y="17673"/>
                </a:lnTo>
                <a:cubicBezTo>
                  <a:pt x="8100" y="17673"/>
                  <a:pt x="8100" y="20127"/>
                  <a:pt x="8100" y="20127"/>
                </a:cubicBezTo>
                <a:close/>
                <a:moveTo>
                  <a:pt x="10800" y="1964"/>
                </a:moveTo>
                <a:cubicBezTo>
                  <a:pt x="14242" y="1964"/>
                  <a:pt x="17075" y="3464"/>
                  <a:pt x="17492" y="5400"/>
                </a:cubicBezTo>
                <a:lnTo>
                  <a:pt x="4108" y="5400"/>
                </a:lnTo>
                <a:cubicBezTo>
                  <a:pt x="4525" y="3464"/>
                  <a:pt x="7358" y="1964"/>
                  <a:pt x="10800" y="1964"/>
                </a:cubicBezTo>
                <a:moveTo>
                  <a:pt x="2700" y="13745"/>
                </a:moveTo>
                <a:cubicBezTo>
                  <a:pt x="2700" y="14016"/>
                  <a:pt x="2398" y="14236"/>
                  <a:pt x="2025" y="14236"/>
                </a:cubicBezTo>
                <a:cubicBezTo>
                  <a:pt x="1652" y="14236"/>
                  <a:pt x="1350" y="14016"/>
                  <a:pt x="1350" y="13745"/>
                </a:cubicBezTo>
                <a:lnTo>
                  <a:pt x="1350" y="6873"/>
                </a:lnTo>
                <a:cubicBezTo>
                  <a:pt x="1350" y="6602"/>
                  <a:pt x="1652" y="6382"/>
                  <a:pt x="2025" y="6382"/>
                </a:cubicBezTo>
                <a:cubicBezTo>
                  <a:pt x="2398" y="6382"/>
                  <a:pt x="2700" y="6602"/>
                  <a:pt x="2700" y="6873"/>
                </a:cubicBezTo>
                <a:cubicBezTo>
                  <a:pt x="2700" y="6873"/>
                  <a:pt x="2700" y="13745"/>
                  <a:pt x="2700" y="13745"/>
                </a:cubicBezTo>
                <a:close/>
                <a:moveTo>
                  <a:pt x="19575" y="5400"/>
                </a:moveTo>
                <a:cubicBezTo>
                  <a:pt x="19336" y="5400"/>
                  <a:pt x="19112" y="5435"/>
                  <a:pt x="18900" y="5491"/>
                </a:cubicBezTo>
                <a:lnTo>
                  <a:pt x="18900" y="5400"/>
                </a:lnTo>
                <a:lnTo>
                  <a:pt x="18847" y="5400"/>
                </a:lnTo>
                <a:cubicBezTo>
                  <a:pt x="18595" y="3873"/>
                  <a:pt x="17191" y="2553"/>
                  <a:pt x="15171" y="1763"/>
                </a:cubicBezTo>
                <a:lnTo>
                  <a:pt x="16087" y="763"/>
                </a:lnTo>
                <a:lnTo>
                  <a:pt x="16076" y="758"/>
                </a:lnTo>
                <a:cubicBezTo>
                  <a:pt x="16148" y="681"/>
                  <a:pt x="16200" y="592"/>
                  <a:pt x="16200" y="491"/>
                </a:cubicBezTo>
                <a:cubicBezTo>
                  <a:pt x="16200" y="220"/>
                  <a:pt x="15898" y="0"/>
                  <a:pt x="15525" y="0"/>
                </a:cubicBezTo>
                <a:cubicBezTo>
                  <a:pt x="15291" y="0"/>
                  <a:pt x="15095" y="93"/>
                  <a:pt x="14974" y="223"/>
                </a:cubicBezTo>
                <a:lnTo>
                  <a:pt x="14963" y="219"/>
                </a:lnTo>
                <a:lnTo>
                  <a:pt x="13915" y="1362"/>
                </a:lnTo>
                <a:cubicBezTo>
                  <a:pt x="12956" y="1119"/>
                  <a:pt x="11905" y="982"/>
                  <a:pt x="10800" y="982"/>
                </a:cubicBezTo>
                <a:cubicBezTo>
                  <a:pt x="9695" y="982"/>
                  <a:pt x="8644" y="1119"/>
                  <a:pt x="7685" y="1362"/>
                </a:cubicBezTo>
                <a:lnTo>
                  <a:pt x="6637" y="219"/>
                </a:lnTo>
                <a:lnTo>
                  <a:pt x="6626" y="223"/>
                </a:lnTo>
                <a:cubicBezTo>
                  <a:pt x="6505" y="93"/>
                  <a:pt x="6309" y="0"/>
                  <a:pt x="6075" y="0"/>
                </a:cubicBezTo>
                <a:cubicBezTo>
                  <a:pt x="5702" y="0"/>
                  <a:pt x="5400" y="220"/>
                  <a:pt x="5400" y="491"/>
                </a:cubicBezTo>
                <a:cubicBezTo>
                  <a:pt x="5400" y="592"/>
                  <a:pt x="5452" y="681"/>
                  <a:pt x="5524" y="758"/>
                </a:cubicBezTo>
                <a:lnTo>
                  <a:pt x="5513" y="763"/>
                </a:lnTo>
                <a:lnTo>
                  <a:pt x="6430" y="1763"/>
                </a:lnTo>
                <a:cubicBezTo>
                  <a:pt x="4409" y="2553"/>
                  <a:pt x="3005" y="3873"/>
                  <a:pt x="2753" y="5400"/>
                </a:cubicBezTo>
                <a:lnTo>
                  <a:pt x="2700" y="5400"/>
                </a:lnTo>
                <a:lnTo>
                  <a:pt x="2700" y="5491"/>
                </a:lnTo>
                <a:cubicBezTo>
                  <a:pt x="2488" y="5435"/>
                  <a:pt x="2263" y="5400"/>
                  <a:pt x="2025" y="5400"/>
                </a:cubicBezTo>
                <a:cubicBezTo>
                  <a:pt x="907" y="5400"/>
                  <a:pt x="0" y="6060"/>
                  <a:pt x="0" y="6873"/>
                </a:cubicBezTo>
                <a:lnTo>
                  <a:pt x="0" y="13745"/>
                </a:lnTo>
                <a:cubicBezTo>
                  <a:pt x="0" y="14559"/>
                  <a:pt x="907" y="15218"/>
                  <a:pt x="2025" y="15218"/>
                </a:cubicBezTo>
                <a:cubicBezTo>
                  <a:pt x="2263" y="15218"/>
                  <a:pt x="2488" y="15183"/>
                  <a:pt x="2700" y="15128"/>
                </a:cubicBezTo>
                <a:lnTo>
                  <a:pt x="2700" y="16691"/>
                </a:lnTo>
                <a:cubicBezTo>
                  <a:pt x="2700" y="17233"/>
                  <a:pt x="3305" y="17673"/>
                  <a:pt x="4050" y="17673"/>
                </a:cubicBezTo>
                <a:lnTo>
                  <a:pt x="5400" y="17673"/>
                </a:lnTo>
                <a:lnTo>
                  <a:pt x="5400" y="20127"/>
                </a:lnTo>
                <a:cubicBezTo>
                  <a:pt x="5400" y="20941"/>
                  <a:pt x="6307" y="21600"/>
                  <a:pt x="7425" y="21600"/>
                </a:cubicBezTo>
                <a:cubicBezTo>
                  <a:pt x="8543" y="21600"/>
                  <a:pt x="9450" y="20941"/>
                  <a:pt x="9450" y="20127"/>
                </a:cubicBezTo>
                <a:lnTo>
                  <a:pt x="9450" y="17673"/>
                </a:lnTo>
                <a:lnTo>
                  <a:pt x="12150" y="17673"/>
                </a:lnTo>
                <a:lnTo>
                  <a:pt x="12150" y="20127"/>
                </a:lnTo>
                <a:cubicBezTo>
                  <a:pt x="12150" y="20941"/>
                  <a:pt x="13056" y="21600"/>
                  <a:pt x="14175" y="21600"/>
                </a:cubicBezTo>
                <a:cubicBezTo>
                  <a:pt x="15294" y="21600"/>
                  <a:pt x="16200" y="20941"/>
                  <a:pt x="16200" y="20127"/>
                </a:cubicBezTo>
                <a:lnTo>
                  <a:pt x="16200" y="17673"/>
                </a:lnTo>
                <a:lnTo>
                  <a:pt x="17550" y="17673"/>
                </a:lnTo>
                <a:cubicBezTo>
                  <a:pt x="18295" y="17673"/>
                  <a:pt x="18900" y="17233"/>
                  <a:pt x="18900" y="16691"/>
                </a:cubicBezTo>
                <a:lnTo>
                  <a:pt x="18900" y="15128"/>
                </a:lnTo>
                <a:cubicBezTo>
                  <a:pt x="19112" y="15183"/>
                  <a:pt x="19336" y="15218"/>
                  <a:pt x="19575" y="15218"/>
                </a:cubicBezTo>
                <a:cubicBezTo>
                  <a:pt x="20694" y="15218"/>
                  <a:pt x="21600" y="14559"/>
                  <a:pt x="21600" y="13745"/>
                </a:cubicBezTo>
                <a:lnTo>
                  <a:pt x="21600" y="6873"/>
                </a:lnTo>
                <a:cubicBezTo>
                  <a:pt x="21600" y="6060"/>
                  <a:pt x="20694" y="5400"/>
                  <a:pt x="19575" y="5400"/>
                </a:cubicBezTo>
                <a:moveTo>
                  <a:pt x="12825" y="3436"/>
                </a:moveTo>
                <a:cubicBezTo>
                  <a:pt x="12452" y="3436"/>
                  <a:pt x="12150" y="3656"/>
                  <a:pt x="12150" y="3927"/>
                </a:cubicBezTo>
                <a:cubicBezTo>
                  <a:pt x="12150" y="4199"/>
                  <a:pt x="12452" y="4418"/>
                  <a:pt x="12825" y="4418"/>
                </a:cubicBezTo>
                <a:cubicBezTo>
                  <a:pt x="13198" y="4418"/>
                  <a:pt x="13500" y="4199"/>
                  <a:pt x="13500" y="3927"/>
                </a:cubicBezTo>
                <a:cubicBezTo>
                  <a:pt x="13500" y="3656"/>
                  <a:pt x="13198" y="3436"/>
                  <a:pt x="12825" y="3436"/>
                </a:cubicBezTo>
                <a:moveTo>
                  <a:pt x="8775" y="3436"/>
                </a:moveTo>
                <a:cubicBezTo>
                  <a:pt x="8402" y="3436"/>
                  <a:pt x="8100" y="3656"/>
                  <a:pt x="8100" y="3927"/>
                </a:cubicBezTo>
                <a:cubicBezTo>
                  <a:pt x="8100" y="4199"/>
                  <a:pt x="8402" y="4418"/>
                  <a:pt x="8775" y="4418"/>
                </a:cubicBezTo>
                <a:cubicBezTo>
                  <a:pt x="9148" y="4418"/>
                  <a:pt x="9450" y="4199"/>
                  <a:pt x="9450" y="3927"/>
                </a:cubicBezTo>
                <a:cubicBezTo>
                  <a:pt x="9450" y="3656"/>
                  <a:pt x="9148" y="3436"/>
                  <a:pt x="8775" y="34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1" name="Shape 2637"/>
          <p:cNvSpPr/>
          <p:nvPr userDrawn="1"/>
        </p:nvSpPr>
        <p:spPr>
          <a:xfrm>
            <a:off x="4827351" y="1744874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8836"/>
                </a:moveTo>
                <a:lnTo>
                  <a:pt x="16200" y="8836"/>
                </a:lnTo>
                <a:lnTo>
                  <a:pt x="16200" y="11782"/>
                </a:lnTo>
                <a:cubicBezTo>
                  <a:pt x="16200" y="13409"/>
                  <a:pt x="13783" y="14727"/>
                  <a:pt x="10800" y="14727"/>
                </a:cubicBezTo>
                <a:cubicBezTo>
                  <a:pt x="7817" y="14727"/>
                  <a:pt x="5400" y="13409"/>
                  <a:pt x="5400" y="11782"/>
                </a:cubicBezTo>
                <a:cubicBezTo>
                  <a:pt x="5400" y="11782"/>
                  <a:pt x="5400" y="8836"/>
                  <a:pt x="5400" y="8836"/>
                </a:cubicBezTo>
                <a:close/>
                <a:moveTo>
                  <a:pt x="5400" y="3927"/>
                </a:moveTo>
                <a:cubicBezTo>
                  <a:pt x="5400" y="2301"/>
                  <a:pt x="7817" y="982"/>
                  <a:pt x="10800" y="982"/>
                </a:cubicBezTo>
                <a:cubicBezTo>
                  <a:pt x="13783" y="982"/>
                  <a:pt x="16200" y="2301"/>
                  <a:pt x="16200" y="3927"/>
                </a:cubicBezTo>
                <a:lnTo>
                  <a:pt x="16200" y="7855"/>
                </a:lnTo>
                <a:lnTo>
                  <a:pt x="5400" y="7855"/>
                </a:lnTo>
                <a:cubicBezTo>
                  <a:pt x="5400" y="7855"/>
                  <a:pt x="5400" y="3927"/>
                  <a:pt x="5400" y="3927"/>
                </a:cubicBezTo>
                <a:close/>
                <a:moveTo>
                  <a:pt x="10800" y="15709"/>
                </a:moveTo>
                <a:cubicBezTo>
                  <a:pt x="14777" y="15709"/>
                  <a:pt x="18000" y="13951"/>
                  <a:pt x="18000" y="11782"/>
                </a:cubicBezTo>
                <a:lnTo>
                  <a:pt x="18000" y="3927"/>
                </a:lnTo>
                <a:cubicBezTo>
                  <a:pt x="18000" y="1758"/>
                  <a:pt x="14777" y="0"/>
                  <a:pt x="10800" y="0"/>
                </a:cubicBezTo>
                <a:cubicBezTo>
                  <a:pt x="6823" y="0"/>
                  <a:pt x="3600" y="1758"/>
                  <a:pt x="3600" y="3927"/>
                </a:cubicBezTo>
                <a:lnTo>
                  <a:pt x="3600" y="11782"/>
                </a:lnTo>
                <a:cubicBezTo>
                  <a:pt x="3600" y="13951"/>
                  <a:pt x="6823" y="15709"/>
                  <a:pt x="10800" y="15709"/>
                </a:cubicBezTo>
                <a:moveTo>
                  <a:pt x="21600" y="11782"/>
                </a:moveTo>
                <a:lnTo>
                  <a:pt x="21600" y="10309"/>
                </a:lnTo>
                <a:cubicBezTo>
                  <a:pt x="21600" y="10038"/>
                  <a:pt x="21197" y="9818"/>
                  <a:pt x="20700" y="9818"/>
                </a:cubicBezTo>
                <a:cubicBezTo>
                  <a:pt x="20203" y="9818"/>
                  <a:pt x="19800" y="10038"/>
                  <a:pt x="19800" y="10309"/>
                </a:cubicBezTo>
                <a:lnTo>
                  <a:pt x="19800" y="11782"/>
                </a:lnTo>
                <a:cubicBezTo>
                  <a:pt x="19800" y="14493"/>
                  <a:pt x="15771" y="16691"/>
                  <a:pt x="10800" y="16691"/>
                </a:cubicBezTo>
                <a:cubicBezTo>
                  <a:pt x="5829" y="16691"/>
                  <a:pt x="1800" y="14493"/>
                  <a:pt x="1800" y="11782"/>
                </a:cubicBezTo>
                <a:lnTo>
                  <a:pt x="1800" y="10309"/>
                </a:lnTo>
                <a:cubicBezTo>
                  <a:pt x="1800" y="10038"/>
                  <a:pt x="1397" y="9818"/>
                  <a:pt x="900" y="9818"/>
                </a:cubicBezTo>
                <a:cubicBezTo>
                  <a:pt x="403" y="9818"/>
                  <a:pt x="0" y="10038"/>
                  <a:pt x="0" y="10309"/>
                </a:cubicBezTo>
                <a:lnTo>
                  <a:pt x="0" y="11782"/>
                </a:lnTo>
                <a:cubicBezTo>
                  <a:pt x="0" y="14870"/>
                  <a:pt x="4358" y="17398"/>
                  <a:pt x="9900" y="17648"/>
                </a:cubicBezTo>
                <a:lnTo>
                  <a:pt x="9900" y="20618"/>
                </a:lnTo>
                <a:lnTo>
                  <a:pt x="3600" y="20618"/>
                </a:lnTo>
                <a:cubicBezTo>
                  <a:pt x="3103" y="20618"/>
                  <a:pt x="2700" y="20838"/>
                  <a:pt x="2700" y="21110"/>
                </a:cubicBezTo>
                <a:cubicBezTo>
                  <a:pt x="2700" y="21381"/>
                  <a:pt x="3103" y="21600"/>
                  <a:pt x="3600" y="21600"/>
                </a:cubicBezTo>
                <a:lnTo>
                  <a:pt x="18000" y="21600"/>
                </a:lnTo>
                <a:cubicBezTo>
                  <a:pt x="18497" y="21600"/>
                  <a:pt x="18900" y="21381"/>
                  <a:pt x="18900" y="21110"/>
                </a:cubicBezTo>
                <a:cubicBezTo>
                  <a:pt x="18900" y="20838"/>
                  <a:pt x="18497" y="20618"/>
                  <a:pt x="18000" y="20618"/>
                </a:cubicBezTo>
                <a:lnTo>
                  <a:pt x="11700" y="20618"/>
                </a:lnTo>
                <a:lnTo>
                  <a:pt x="11700" y="17648"/>
                </a:lnTo>
                <a:cubicBezTo>
                  <a:pt x="17243" y="17398"/>
                  <a:pt x="21600" y="14870"/>
                  <a:pt x="21600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2" name="Shape 2642"/>
          <p:cNvSpPr/>
          <p:nvPr userDrawn="1"/>
        </p:nvSpPr>
        <p:spPr>
          <a:xfrm>
            <a:off x="5224052" y="1754399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0800"/>
                </a:moveTo>
                <a:cubicBezTo>
                  <a:pt x="6653" y="10800"/>
                  <a:pt x="6873" y="10559"/>
                  <a:pt x="6873" y="10260"/>
                </a:cubicBezTo>
                <a:cubicBezTo>
                  <a:pt x="6873" y="9962"/>
                  <a:pt x="6653" y="9720"/>
                  <a:pt x="6382" y="9720"/>
                </a:cubicBezTo>
                <a:cubicBezTo>
                  <a:pt x="6110" y="9720"/>
                  <a:pt x="5891" y="9962"/>
                  <a:pt x="5891" y="10260"/>
                </a:cubicBezTo>
                <a:cubicBezTo>
                  <a:pt x="5891" y="10559"/>
                  <a:pt x="6110" y="10800"/>
                  <a:pt x="6382" y="10800"/>
                </a:cubicBezTo>
                <a:moveTo>
                  <a:pt x="3436" y="10800"/>
                </a:moveTo>
                <a:cubicBezTo>
                  <a:pt x="3708" y="10800"/>
                  <a:pt x="3927" y="11042"/>
                  <a:pt x="3927" y="11340"/>
                </a:cubicBezTo>
                <a:cubicBezTo>
                  <a:pt x="3927" y="11639"/>
                  <a:pt x="3708" y="11880"/>
                  <a:pt x="3436" y="11880"/>
                </a:cubicBezTo>
                <a:cubicBezTo>
                  <a:pt x="3165" y="11880"/>
                  <a:pt x="2945" y="11639"/>
                  <a:pt x="2945" y="11340"/>
                </a:cubicBezTo>
                <a:cubicBezTo>
                  <a:pt x="2945" y="11042"/>
                  <a:pt x="3165" y="10800"/>
                  <a:pt x="3436" y="10800"/>
                </a:cubicBezTo>
                <a:moveTo>
                  <a:pt x="3436" y="12960"/>
                </a:moveTo>
                <a:cubicBezTo>
                  <a:pt x="4249" y="12960"/>
                  <a:pt x="4909" y="12235"/>
                  <a:pt x="4909" y="11340"/>
                </a:cubicBezTo>
                <a:cubicBezTo>
                  <a:pt x="4909" y="10446"/>
                  <a:pt x="4249" y="9720"/>
                  <a:pt x="3436" y="9720"/>
                </a:cubicBezTo>
                <a:cubicBezTo>
                  <a:pt x="2623" y="9720"/>
                  <a:pt x="1964" y="10446"/>
                  <a:pt x="1964" y="11340"/>
                </a:cubicBezTo>
                <a:cubicBezTo>
                  <a:pt x="1964" y="12235"/>
                  <a:pt x="2623" y="12960"/>
                  <a:pt x="3436" y="12960"/>
                </a:cubicBezTo>
                <a:moveTo>
                  <a:pt x="14236" y="18360"/>
                </a:moveTo>
                <a:lnTo>
                  <a:pt x="2455" y="18360"/>
                </a:lnTo>
                <a:cubicBezTo>
                  <a:pt x="2183" y="18360"/>
                  <a:pt x="1964" y="18602"/>
                  <a:pt x="1964" y="18900"/>
                </a:cubicBezTo>
                <a:cubicBezTo>
                  <a:pt x="1964" y="19199"/>
                  <a:pt x="2183" y="19440"/>
                  <a:pt x="2455" y="19440"/>
                </a:cubicBezTo>
                <a:lnTo>
                  <a:pt x="14236" y="19440"/>
                </a:lnTo>
                <a:cubicBezTo>
                  <a:pt x="14508" y="19440"/>
                  <a:pt x="14727" y="19199"/>
                  <a:pt x="14727" y="18900"/>
                </a:cubicBezTo>
                <a:cubicBezTo>
                  <a:pt x="14727" y="18602"/>
                  <a:pt x="14508" y="18360"/>
                  <a:pt x="14236" y="18360"/>
                </a:cubicBezTo>
                <a:moveTo>
                  <a:pt x="20618" y="18105"/>
                </a:moveTo>
                <a:lnTo>
                  <a:pt x="16691" y="16377"/>
                </a:lnTo>
                <a:lnTo>
                  <a:pt x="16691" y="12784"/>
                </a:lnTo>
                <a:lnTo>
                  <a:pt x="20618" y="11056"/>
                </a:lnTo>
                <a:cubicBezTo>
                  <a:pt x="20618" y="11056"/>
                  <a:pt x="20618" y="18105"/>
                  <a:pt x="20618" y="18105"/>
                </a:cubicBezTo>
                <a:close/>
                <a:moveTo>
                  <a:pt x="15709" y="19440"/>
                </a:moveTo>
                <a:cubicBezTo>
                  <a:pt x="15709" y="20037"/>
                  <a:pt x="15269" y="20520"/>
                  <a:pt x="14727" y="20520"/>
                </a:cubicBezTo>
                <a:lnTo>
                  <a:pt x="1964" y="20520"/>
                </a:lnTo>
                <a:cubicBezTo>
                  <a:pt x="1422" y="20520"/>
                  <a:pt x="982" y="20037"/>
                  <a:pt x="982" y="19440"/>
                </a:cubicBezTo>
                <a:lnTo>
                  <a:pt x="982" y="9720"/>
                </a:lnTo>
                <a:cubicBezTo>
                  <a:pt x="982" y="9124"/>
                  <a:pt x="1422" y="8640"/>
                  <a:pt x="1964" y="8640"/>
                </a:cubicBezTo>
                <a:lnTo>
                  <a:pt x="14727" y="8640"/>
                </a:lnTo>
                <a:cubicBezTo>
                  <a:pt x="15269" y="8640"/>
                  <a:pt x="15709" y="9124"/>
                  <a:pt x="15709" y="9720"/>
                </a:cubicBezTo>
                <a:cubicBezTo>
                  <a:pt x="15709" y="9720"/>
                  <a:pt x="15709" y="19440"/>
                  <a:pt x="15709" y="19440"/>
                </a:cubicBezTo>
                <a:close/>
                <a:moveTo>
                  <a:pt x="1964" y="4320"/>
                </a:moveTo>
                <a:cubicBezTo>
                  <a:pt x="1964" y="2531"/>
                  <a:pt x="3282" y="1080"/>
                  <a:pt x="4909" y="1080"/>
                </a:cubicBezTo>
                <a:cubicBezTo>
                  <a:pt x="6536" y="1080"/>
                  <a:pt x="7855" y="2531"/>
                  <a:pt x="7855" y="4320"/>
                </a:cubicBezTo>
                <a:cubicBezTo>
                  <a:pt x="7855" y="6110"/>
                  <a:pt x="6536" y="7560"/>
                  <a:pt x="4909" y="7560"/>
                </a:cubicBezTo>
                <a:cubicBezTo>
                  <a:pt x="3282" y="7560"/>
                  <a:pt x="1964" y="6110"/>
                  <a:pt x="1964" y="4320"/>
                </a:cubicBezTo>
                <a:moveTo>
                  <a:pt x="9190" y="7560"/>
                </a:moveTo>
                <a:lnTo>
                  <a:pt x="7501" y="7560"/>
                </a:lnTo>
                <a:cubicBezTo>
                  <a:pt x="7839" y="7233"/>
                  <a:pt x="8122" y="6840"/>
                  <a:pt x="8342" y="6404"/>
                </a:cubicBezTo>
                <a:cubicBezTo>
                  <a:pt x="8562" y="6842"/>
                  <a:pt x="8851" y="7232"/>
                  <a:pt x="9190" y="7560"/>
                </a:cubicBezTo>
                <a:moveTo>
                  <a:pt x="11782" y="1080"/>
                </a:moveTo>
                <a:cubicBezTo>
                  <a:pt x="13409" y="1080"/>
                  <a:pt x="14727" y="2531"/>
                  <a:pt x="14727" y="4320"/>
                </a:cubicBezTo>
                <a:cubicBezTo>
                  <a:pt x="14727" y="6110"/>
                  <a:pt x="13409" y="7560"/>
                  <a:pt x="11782" y="7560"/>
                </a:cubicBezTo>
                <a:cubicBezTo>
                  <a:pt x="10155" y="7560"/>
                  <a:pt x="8836" y="6110"/>
                  <a:pt x="8836" y="4320"/>
                </a:cubicBezTo>
                <a:cubicBezTo>
                  <a:pt x="8836" y="2531"/>
                  <a:pt x="10155" y="1080"/>
                  <a:pt x="11782" y="1080"/>
                </a:cubicBezTo>
                <a:moveTo>
                  <a:pt x="21109" y="9720"/>
                </a:moveTo>
                <a:cubicBezTo>
                  <a:pt x="21030" y="9720"/>
                  <a:pt x="20958" y="9745"/>
                  <a:pt x="20892" y="9782"/>
                </a:cubicBezTo>
                <a:lnTo>
                  <a:pt x="20890" y="9777"/>
                </a:lnTo>
                <a:lnTo>
                  <a:pt x="16691" y="11625"/>
                </a:lnTo>
                <a:lnTo>
                  <a:pt x="16691" y="9720"/>
                </a:lnTo>
                <a:cubicBezTo>
                  <a:pt x="16691" y="8527"/>
                  <a:pt x="15812" y="7560"/>
                  <a:pt x="14727" y="7560"/>
                </a:cubicBezTo>
                <a:lnTo>
                  <a:pt x="14373" y="7560"/>
                </a:lnTo>
                <a:cubicBezTo>
                  <a:pt x="15191" y="6768"/>
                  <a:pt x="15709" y="5612"/>
                  <a:pt x="15709" y="4320"/>
                </a:cubicBezTo>
                <a:cubicBezTo>
                  <a:pt x="15709" y="1934"/>
                  <a:pt x="13951" y="0"/>
                  <a:pt x="11782" y="0"/>
                </a:cubicBezTo>
                <a:cubicBezTo>
                  <a:pt x="10302" y="0"/>
                  <a:pt x="9015" y="901"/>
                  <a:pt x="8345" y="2231"/>
                </a:cubicBezTo>
                <a:cubicBezTo>
                  <a:pt x="7676" y="901"/>
                  <a:pt x="6389" y="0"/>
                  <a:pt x="4909" y="0"/>
                </a:cubicBezTo>
                <a:cubicBezTo>
                  <a:pt x="2740" y="0"/>
                  <a:pt x="982" y="1934"/>
                  <a:pt x="982" y="4320"/>
                </a:cubicBezTo>
                <a:cubicBezTo>
                  <a:pt x="982" y="5612"/>
                  <a:pt x="1501" y="6768"/>
                  <a:pt x="2317" y="7560"/>
                </a:cubicBezTo>
                <a:lnTo>
                  <a:pt x="1964" y="7560"/>
                </a:lnTo>
                <a:cubicBezTo>
                  <a:pt x="879" y="7560"/>
                  <a:pt x="0" y="8527"/>
                  <a:pt x="0" y="9720"/>
                </a:cubicBezTo>
                <a:lnTo>
                  <a:pt x="0" y="19440"/>
                </a:lnTo>
                <a:cubicBezTo>
                  <a:pt x="0" y="20633"/>
                  <a:pt x="879" y="21600"/>
                  <a:pt x="1964" y="21600"/>
                </a:cubicBezTo>
                <a:lnTo>
                  <a:pt x="14727" y="21600"/>
                </a:lnTo>
                <a:cubicBezTo>
                  <a:pt x="15812" y="21600"/>
                  <a:pt x="16691" y="20633"/>
                  <a:pt x="16691" y="19440"/>
                </a:cubicBezTo>
                <a:lnTo>
                  <a:pt x="16691" y="17536"/>
                </a:lnTo>
                <a:lnTo>
                  <a:pt x="20890" y="19383"/>
                </a:lnTo>
                <a:lnTo>
                  <a:pt x="20891" y="19379"/>
                </a:lnTo>
                <a:cubicBezTo>
                  <a:pt x="20958" y="19415"/>
                  <a:pt x="21030" y="19440"/>
                  <a:pt x="21109" y="19440"/>
                </a:cubicBezTo>
                <a:cubicBezTo>
                  <a:pt x="21380" y="19440"/>
                  <a:pt x="21600" y="19199"/>
                  <a:pt x="21600" y="18900"/>
                </a:cubicBezTo>
                <a:lnTo>
                  <a:pt x="21600" y="10260"/>
                </a:lnTo>
                <a:cubicBezTo>
                  <a:pt x="21600" y="9962"/>
                  <a:pt x="21380" y="9720"/>
                  <a:pt x="21109" y="9720"/>
                </a:cubicBezTo>
                <a:moveTo>
                  <a:pt x="11782" y="5400"/>
                </a:moveTo>
                <a:cubicBezTo>
                  <a:pt x="12324" y="5400"/>
                  <a:pt x="12764" y="4916"/>
                  <a:pt x="12764" y="4320"/>
                </a:cubicBezTo>
                <a:cubicBezTo>
                  <a:pt x="12764" y="3724"/>
                  <a:pt x="12324" y="3240"/>
                  <a:pt x="11782" y="3240"/>
                </a:cubicBezTo>
                <a:cubicBezTo>
                  <a:pt x="11240" y="3240"/>
                  <a:pt x="10800" y="3724"/>
                  <a:pt x="10800" y="4320"/>
                </a:cubicBezTo>
                <a:cubicBezTo>
                  <a:pt x="10800" y="4916"/>
                  <a:pt x="11240" y="5400"/>
                  <a:pt x="11782" y="5400"/>
                </a:cubicBezTo>
                <a:moveTo>
                  <a:pt x="4909" y="5400"/>
                </a:moveTo>
                <a:cubicBezTo>
                  <a:pt x="5451" y="5400"/>
                  <a:pt x="5891" y="4916"/>
                  <a:pt x="5891" y="4320"/>
                </a:cubicBezTo>
                <a:cubicBezTo>
                  <a:pt x="5891" y="3724"/>
                  <a:pt x="5451" y="3240"/>
                  <a:pt x="4909" y="3240"/>
                </a:cubicBezTo>
                <a:cubicBezTo>
                  <a:pt x="4367" y="3240"/>
                  <a:pt x="3927" y="3724"/>
                  <a:pt x="3927" y="4320"/>
                </a:cubicBezTo>
                <a:cubicBezTo>
                  <a:pt x="3927" y="4916"/>
                  <a:pt x="4367" y="5400"/>
                  <a:pt x="4909" y="5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3" name="Shape 2893"/>
          <p:cNvSpPr/>
          <p:nvPr userDrawn="1"/>
        </p:nvSpPr>
        <p:spPr>
          <a:xfrm>
            <a:off x="921903" y="530648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07" y="14380"/>
                </a:moveTo>
                <a:cubicBezTo>
                  <a:pt x="12819" y="14469"/>
                  <a:pt x="12764" y="14592"/>
                  <a:pt x="12764" y="14727"/>
                </a:cubicBezTo>
                <a:cubicBezTo>
                  <a:pt x="12764" y="14999"/>
                  <a:pt x="12984" y="15218"/>
                  <a:pt x="13255" y="15218"/>
                </a:cubicBezTo>
                <a:cubicBezTo>
                  <a:pt x="13390" y="15218"/>
                  <a:pt x="13513" y="15164"/>
                  <a:pt x="13602" y="15074"/>
                </a:cubicBezTo>
                <a:lnTo>
                  <a:pt x="17529" y="11147"/>
                </a:lnTo>
                <a:cubicBezTo>
                  <a:pt x="17618" y="11058"/>
                  <a:pt x="17673" y="10936"/>
                  <a:pt x="17673" y="10800"/>
                </a:cubicBezTo>
                <a:cubicBezTo>
                  <a:pt x="17673" y="10665"/>
                  <a:pt x="17618" y="10542"/>
                  <a:pt x="17529" y="10453"/>
                </a:cubicBezTo>
                <a:lnTo>
                  <a:pt x="13602" y="6526"/>
                </a:lnTo>
                <a:cubicBezTo>
                  <a:pt x="13513" y="6437"/>
                  <a:pt x="13390" y="6382"/>
                  <a:pt x="13255" y="6382"/>
                </a:cubicBezTo>
                <a:cubicBezTo>
                  <a:pt x="12984" y="6382"/>
                  <a:pt x="12764" y="6601"/>
                  <a:pt x="12764" y="6873"/>
                </a:cubicBezTo>
                <a:cubicBezTo>
                  <a:pt x="12764" y="7008"/>
                  <a:pt x="12819" y="7131"/>
                  <a:pt x="12907" y="7220"/>
                </a:cubicBezTo>
                <a:lnTo>
                  <a:pt x="15997" y="10309"/>
                </a:ln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15997" y="11291"/>
                </a:lnTo>
                <a:cubicBezTo>
                  <a:pt x="15997" y="11291"/>
                  <a:pt x="12907" y="14380"/>
                  <a:pt x="12907" y="14380"/>
                </a:cubicBezTo>
                <a:close/>
                <a:moveTo>
                  <a:pt x="21109" y="0"/>
                </a:moveTo>
                <a:lnTo>
                  <a:pt x="3436" y="0"/>
                </a:lnTo>
                <a:cubicBezTo>
                  <a:pt x="3166" y="0"/>
                  <a:pt x="2945" y="220"/>
                  <a:pt x="2945" y="491"/>
                </a:cubicBezTo>
                <a:lnTo>
                  <a:pt x="2945" y="7855"/>
                </a:lnTo>
                <a:cubicBezTo>
                  <a:pt x="2945" y="8126"/>
                  <a:pt x="3166" y="8345"/>
                  <a:pt x="3436" y="8345"/>
                </a:cubicBezTo>
                <a:cubicBezTo>
                  <a:pt x="3707" y="8345"/>
                  <a:pt x="3927" y="8126"/>
                  <a:pt x="3927" y="7855"/>
                </a:cubicBezTo>
                <a:lnTo>
                  <a:pt x="3927" y="982"/>
                </a:lnTo>
                <a:lnTo>
                  <a:pt x="20618" y="982"/>
                </a:lnTo>
                <a:lnTo>
                  <a:pt x="20618" y="20618"/>
                </a:lnTo>
                <a:lnTo>
                  <a:pt x="3927" y="20618"/>
                </a:lnTo>
                <a:lnTo>
                  <a:pt x="3927" y="13745"/>
                </a:lnTo>
                <a:cubicBezTo>
                  <a:pt x="3927" y="13475"/>
                  <a:pt x="3707" y="13255"/>
                  <a:pt x="3436" y="13255"/>
                </a:cubicBezTo>
                <a:cubicBezTo>
                  <a:pt x="3166" y="13255"/>
                  <a:pt x="2945" y="13475"/>
                  <a:pt x="2945" y="13745"/>
                </a:cubicBezTo>
                <a:lnTo>
                  <a:pt x="2945" y="21109"/>
                </a:lnTo>
                <a:cubicBezTo>
                  <a:pt x="2945" y="21380"/>
                  <a:pt x="3166" y="21600"/>
                  <a:pt x="3436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4" name="Shape 2894"/>
          <p:cNvSpPr/>
          <p:nvPr userDrawn="1"/>
        </p:nvSpPr>
        <p:spPr>
          <a:xfrm>
            <a:off x="1342859" y="530648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lnTo>
                  <a:pt x="5604" y="10309"/>
                </a:lnTo>
                <a:lnTo>
                  <a:pt x="8693" y="7220"/>
                </a:lnTo>
                <a:cubicBezTo>
                  <a:pt x="8781" y="7131"/>
                  <a:pt x="8836" y="7008"/>
                  <a:pt x="8836" y="6873"/>
                </a:cubicBezTo>
                <a:cubicBezTo>
                  <a:pt x="8836" y="6601"/>
                  <a:pt x="8616" y="6382"/>
                  <a:pt x="8345" y="6382"/>
                </a:cubicBezTo>
                <a:cubicBezTo>
                  <a:pt x="8210" y="6382"/>
                  <a:pt x="8087" y="6437"/>
                  <a:pt x="7998" y="6526"/>
                </a:cubicBezTo>
                <a:lnTo>
                  <a:pt x="4071" y="10453"/>
                </a:lnTo>
                <a:cubicBezTo>
                  <a:pt x="3982" y="10542"/>
                  <a:pt x="3927" y="10665"/>
                  <a:pt x="3927" y="10800"/>
                </a:cubicBezTo>
                <a:cubicBezTo>
                  <a:pt x="3927" y="10936"/>
                  <a:pt x="3982" y="11058"/>
                  <a:pt x="4071" y="11147"/>
                </a:cubicBezTo>
                <a:lnTo>
                  <a:pt x="7998" y="15074"/>
                </a:lnTo>
                <a:cubicBezTo>
                  <a:pt x="8087" y="15164"/>
                  <a:pt x="8210" y="15218"/>
                  <a:pt x="8345" y="15218"/>
                </a:cubicBezTo>
                <a:cubicBezTo>
                  <a:pt x="8616" y="15218"/>
                  <a:pt x="8836" y="14999"/>
                  <a:pt x="8836" y="14727"/>
                </a:cubicBezTo>
                <a:cubicBezTo>
                  <a:pt x="8836" y="14592"/>
                  <a:pt x="8781" y="14469"/>
                  <a:pt x="8693" y="14380"/>
                </a:cubicBezTo>
                <a:lnTo>
                  <a:pt x="5604" y="11291"/>
                </a:ln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18164" y="13255"/>
                </a:moveTo>
                <a:cubicBezTo>
                  <a:pt x="17893" y="13255"/>
                  <a:pt x="17673" y="13475"/>
                  <a:pt x="17673" y="13745"/>
                </a:cubicBezTo>
                <a:lnTo>
                  <a:pt x="17673" y="20618"/>
                </a:lnTo>
                <a:lnTo>
                  <a:pt x="982" y="20618"/>
                </a:lnTo>
                <a:lnTo>
                  <a:pt x="982" y="982"/>
                </a:lnTo>
                <a:lnTo>
                  <a:pt x="17673" y="982"/>
                </a:lnTo>
                <a:lnTo>
                  <a:pt x="17673" y="7855"/>
                </a:lnTo>
                <a:cubicBezTo>
                  <a:pt x="17673" y="8126"/>
                  <a:pt x="17893" y="8345"/>
                  <a:pt x="18164" y="8345"/>
                </a:cubicBezTo>
                <a:cubicBezTo>
                  <a:pt x="18434" y="8345"/>
                  <a:pt x="18655" y="8126"/>
                  <a:pt x="18655" y="7855"/>
                </a:cubicBezTo>
                <a:lnTo>
                  <a:pt x="18655" y="491"/>
                </a:lnTo>
                <a:cubicBezTo>
                  <a:pt x="18655" y="220"/>
                  <a:pt x="18434" y="0"/>
                  <a:pt x="18164" y="0"/>
                </a:cubicBez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8164" y="21600"/>
                </a:lnTo>
                <a:cubicBezTo>
                  <a:pt x="18434" y="21600"/>
                  <a:pt x="18655" y="21380"/>
                  <a:pt x="18655" y="21109"/>
                </a:cubicBezTo>
                <a:lnTo>
                  <a:pt x="18655" y="13745"/>
                </a:lnTo>
                <a:cubicBezTo>
                  <a:pt x="18655" y="13475"/>
                  <a:pt x="18434" y="13255"/>
                  <a:pt x="18164" y="132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5" name="Shape 2895"/>
          <p:cNvSpPr/>
          <p:nvPr userDrawn="1"/>
        </p:nvSpPr>
        <p:spPr>
          <a:xfrm>
            <a:off x="942809" y="4414953"/>
            <a:ext cx="104775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5709"/>
                </a:moveTo>
                <a:cubicBezTo>
                  <a:pt x="20347" y="15709"/>
                  <a:pt x="20102" y="15764"/>
                  <a:pt x="19924" y="15853"/>
                </a:cubicBezTo>
                <a:lnTo>
                  <a:pt x="11782" y="19924"/>
                </a:lnTo>
                <a:lnTo>
                  <a:pt x="11782" y="491"/>
                </a:lnTo>
                <a:cubicBezTo>
                  <a:pt x="11782" y="220"/>
                  <a:pt x="11342" y="0"/>
                  <a:pt x="10800" y="0"/>
                </a:cubicBezTo>
                <a:cubicBezTo>
                  <a:pt x="10258" y="0"/>
                  <a:pt x="9818" y="220"/>
                  <a:pt x="9818" y="491"/>
                </a:cubicBezTo>
                <a:lnTo>
                  <a:pt x="9818" y="19924"/>
                </a:lnTo>
                <a:lnTo>
                  <a:pt x="1676" y="15853"/>
                </a:lnTo>
                <a:cubicBezTo>
                  <a:pt x="1498" y="15764"/>
                  <a:pt x="1253" y="15709"/>
                  <a:pt x="982" y="15709"/>
                </a:cubicBezTo>
                <a:cubicBezTo>
                  <a:pt x="440" y="15709"/>
                  <a:pt x="0" y="15929"/>
                  <a:pt x="0" y="16200"/>
                </a:cubicBezTo>
                <a:cubicBezTo>
                  <a:pt x="0" y="16336"/>
                  <a:pt x="110" y="16458"/>
                  <a:pt x="288" y="16547"/>
                </a:cubicBezTo>
                <a:lnTo>
                  <a:pt x="10106" y="21456"/>
                </a:lnTo>
                <a:cubicBezTo>
                  <a:pt x="10284" y="21545"/>
                  <a:pt x="10529" y="21600"/>
                  <a:pt x="10800" y="21600"/>
                </a:cubicBezTo>
                <a:cubicBezTo>
                  <a:pt x="11071" y="21600"/>
                  <a:pt x="11316" y="21545"/>
                  <a:pt x="11494" y="21456"/>
                </a:cubicBezTo>
                <a:lnTo>
                  <a:pt x="21312" y="16547"/>
                </a:lnTo>
                <a:cubicBezTo>
                  <a:pt x="21490" y="16458"/>
                  <a:pt x="21600" y="16336"/>
                  <a:pt x="21600" y="16200"/>
                </a:cubicBezTo>
                <a:cubicBezTo>
                  <a:pt x="21600" y="15929"/>
                  <a:pt x="21160" y="15709"/>
                  <a:pt x="20618" y="157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6" name="Shape 2896"/>
          <p:cNvSpPr/>
          <p:nvPr userDrawn="1"/>
        </p:nvSpPr>
        <p:spPr>
          <a:xfrm>
            <a:off x="1342859" y="4414953"/>
            <a:ext cx="104775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7" name="Shape 2897"/>
          <p:cNvSpPr/>
          <p:nvPr userDrawn="1"/>
        </p:nvSpPr>
        <p:spPr>
          <a:xfrm>
            <a:off x="1690521" y="4467341"/>
            <a:ext cx="209550" cy="1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9818"/>
                </a:moveTo>
                <a:lnTo>
                  <a:pt x="1676" y="9818"/>
                </a:lnTo>
                <a:lnTo>
                  <a:pt x="5747" y="1676"/>
                </a:lnTo>
                <a:cubicBezTo>
                  <a:pt x="5836" y="1499"/>
                  <a:pt x="5891" y="1253"/>
                  <a:pt x="5891" y="982"/>
                </a:cubicBezTo>
                <a:cubicBezTo>
                  <a:pt x="5891" y="439"/>
                  <a:pt x="5671" y="0"/>
                  <a:pt x="5400" y="0"/>
                </a:cubicBezTo>
                <a:cubicBezTo>
                  <a:pt x="5265" y="0"/>
                  <a:pt x="5142" y="110"/>
                  <a:pt x="5053" y="288"/>
                </a:cubicBezTo>
                <a:lnTo>
                  <a:pt x="144" y="10106"/>
                </a:lnTo>
                <a:cubicBezTo>
                  <a:pt x="55" y="10284"/>
                  <a:pt x="0" y="10530"/>
                  <a:pt x="0" y="10800"/>
                </a:cubicBezTo>
                <a:cubicBezTo>
                  <a:pt x="0" y="11071"/>
                  <a:pt x="55" y="11317"/>
                  <a:pt x="144" y="11494"/>
                </a:cubicBezTo>
                <a:lnTo>
                  <a:pt x="5053" y="21312"/>
                </a:lnTo>
                <a:cubicBezTo>
                  <a:pt x="5142" y="21491"/>
                  <a:pt x="5265" y="21600"/>
                  <a:pt x="5400" y="21600"/>
                </a:cubicBezTo>
                <a:cubicBezTo>
                  <a:pt x="5671" y="21600"/>
                  <a:pt x="5891" y="21161"/>
                  <a:pt x="5891" y="20618"/>
                </a:cubicBezTo>
                <a:cubicBezTo>
                  <a:pt x="5891" y="20348"/>
                  <a:pt x="5836" y="20102"/>
                  <a:pt x="5747" y="19924"/>
                </a:cubicBezTo>
                <a:lnTo>
                  <a:pt x="1676" y="11782"/>
                </a:lnTo>
                <a:lnTo>
                  <a:pt x="21109" y="11782"/>
                </a:lnTo>
                <a:cubicBezTo>
                  <a:pt x="21380" y="11782"/>
                  <a:pt x="21600" y="11343"/>
                  <a:pt x="21600" y="10800"/>
                </a:cubicBezTo>
                <a:cubicBezTo>
                  <a:pt x="21600" y="10257"/>
                  <a:pt x="21380" y="9818"/>
                  <a:pt x="21109" y="98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8" name="Shape 2898"/>
          <p:cNvSpPr/>
          <p:nvPr userDrawn="1"/>
        </p:nvSpPr>
        <p:spPr>
          <a:xfrm>
            <a:off x="2090571" y="4467341"/>
            <a:ext cx="209550" cy="1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106"/>
                </a:moveTo>
                <a:lnTo>
                  <a:pt x="16547" y="288"/>
                </a:lnTo>
                <a:cubicBezTo>
                  <a:pt x="16458" y="110"/>
                  <a:pt x="16336" y="0"/>
                  <a:pt x="16200" y="0"/>
                </a:cubicBezTo>
                <a:cubicBezTo>
                  <a:pt x="15929" y="0"/>
                  <a:pt x="15709" y="439"/>
                  <a:pt x="15709" y="982"/>
                </a:cubicBezTo>
                <a:cubicBezTo>
                  <a:pt x="15709" y="1253"/>
                  <a:pt x="15764" y="1499"/>
                  <a:pt x="15853" y="1676"/>
                </a:cubicBezTo>
                <a:lnTo>
                  <a:pt x="19924" y="9818"/>
                </a:lnTo>
                <a:lnTo>
                  <a:pt x="491" y="9818"/>
                </a:lnTo>
                <a:cubicBezTo>
                  <a:pt x="220" y="9818"/>
                  <a:pt x="0" y="10257"/>
                  <a:pt x="0" y="10800"/>
                </a:cubicBezTo>
                <a:cubicBezTo>
                  <a:pt x="0" y="11343"/>
                  <a:pt x="220" y="11782"/>
                  <a:pt x="491" y="11782"/>
                </a:cubicBezTo>
                <a:lnTo>
                  <a:pt x="19924" y="11782"/>
                </a:lnTo>
                <a:lnTo>
                  <a:pt x="15853" y="19924"/>
                </a:lnTo>
                <a:cubicBezTo>
                  <a:pt x="15764" y="20102"/>
                  <a:pt x="15709" y="20347"/>
                  <a:pt x="15709" y="20618"/>
                </a:cubicBezTo>
                <a:cubicBezTo>
                  <a:pt x="15709" y="21161"/>
                  <a:pt x="15929" y="21600"/>
                  <a:pt x="16200" y="21600"/>
                </a:cubicBezTo>
                <a:cubicBezTo>
                  <a:pt x="16336" y="21600"/>
                  <a:pt x="16458" y="21491"/>
                  <a:pt x="16547" y="21312"/>
                </a:cubicBezTo>
                <a:lnTo>
                  <a:pt x="21456" y="11494"/>
                </a:lnTo>
                <a:cubicBezTo>
                  <a:pt x="21545" y="11317"/>
                  <a:pt x="21600" y="11071"/>
                  <a:pt x="21600" y="10800"/>
                </a:cubicBezTo>
                <a:cubicBezTo>
                  <a:pt x="21600" y="10529"/>
                  <a:pt x="21545" y="10284"/>
                  <a:pt x="21456" y="1010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9" name="Shape 2899"/>
          <p:cNvSpPr/>
          <p:nvPr userDrawn="1"/>
        </p:nvSpPr>
        <p:spPr>
          <a:xfrm>
            <a:off x="2500146" y="4472103"/>
            <a:ext cx="19050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60" y="0"/>
                </a:moveTo>
                <a:cubicBezTo>
                  <a:pt x="20911" y="0"/>
                  <a:pt x="20776" y="121"/>
                  <a:pt x="20678" y="316"/>
                </a:cubicBezTo>
                <a:lnTo>
                  <a:pt x="10800" y="19033"/>
                </a:lnTo>
                <a:lnTo>
                  <a:pt x="922" y="316"/>
                </a:lnTo>
                <a:cubicBezTo>
                  <a:pt x="824" y="121"/>
                  <a:pt x="689" y="0"/>
                  <a:pt x="540" y="0"/>
                </a:cubicBezTo>
                <a:cubicBezTo>
                  <a:pt x="242" y="0"/>
                  <a:pt x="0" y="483"/>
                  <a:pt x="0" y="1080"/>
                </a:cubicBezTo>
                <a:cubicBezTo>
                  <a:pt x="0" y="1378"/>
                  <a:pt x="60" y="1648"/>
                  <a:pt x="158" y="1844"/>
                </a:cubicBezTo>
                <a:lnTo>
                  <a:pt x="10418" y="21284"/>
                </a:lnTo>
                <a:cubicBezTo>
                  <a:pt x="10516" y="21480"/>
                  <a:pt x="10651" y="21600"/>
                  <a:pt x="10800" y="21600"/>
                </a:cubicBezTo>
                <a:cubicBezTo>
                  <a:pt x="10949" y="21600"/>
                  <a:pt x="11084" y="21480"/>
                  <a:pt x="11182" y="21284"/>
                </a:cubicBezTo>
                <a:lnTo>
                  <a:pt x="21442" y="1844"/>
                </a:lnTo>
                <a:cubicBezTo>
                  <a:pt x="21540" y="1648"/>
                  <a:pt x="21600" y="1378"/>
                  <a:pt x="21600" y="1080"/>
                </a:cubicBezTo>
                <a:cubicBezTo>
                  <a:pt x="21600" y="483"/>
                  <a:pt x="21358" y="0"/>
                  <a:pt x="2106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0" name="Shape 2900"/>
          <p:cNvSpPr/>
          <p:nvPr userDrawn="1"/>
        </p:nvSpPr>
        <p:spPr>
          <a:xfrm>
            <a:off x="2900196" y="4472103"/>
            <a:ext cx="19050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42" y="19756"/>
                </a:moveTo>
                <a:lnTo>
                  <a:pt x="11182" y="316"/>
                </a:lnTo>
                <a:cubicBezTo>
                  <a:pt x="11084" y="121"/>
                  <a:pt x="10949" y="0"/>
                  <a:pt x="10800" y="0"/>
                </a:cubicBezTo>
                <a:cubicBezTo>
                  <a:pt x="10651" y="0"/>
                  <a:pt x="10516" y="121"/>
                  <a:pt x="10418" y="316"/>
                </a:cubicBezTo>
                <a:lnTo>
                  <a:pt x="158" y="19756"/>
                </a:lnTo>
                <a:cubicBezTo>
                  <a:pt x="60" y="19953"/>
                  <a:pt x="0" y="20222"/>
                  <a:pt x="0" y="20520"/>
                </a:cubicBezTo>
                <a:cubicBezTo>
                  <a:pt x="0" y="21117"/>
                  <a:pt x="242" y="21600"/>
                  <a:pt x="540" y="21600"/>
                </a:cubicBezTo>
                <a:cubicBezTo>
                  <a:pt x="689" y="21600"/>
                  <a:pt x="824" y="21480"/>
                  <a:pt x="922" y="21284"/>
                </a:cubicBezTo>
                <a:lnTo>
                  <a:pt x="10800" y="2567"/>
                </a:lnTo>
                <a:lnTo>
                  <a:pt x="20678" y="21284"/>
                </a:lnTo>
                <a:cubicBezTo>
                  <a:pt x="20776" y="21480"/>
                  <a:pt x="20911" y="21600"/>
                  <a:pt x="21060" y="21600"/>
                </a:cubicBezTo>
                <a:cubicBezTo>
                  <a:pt x="21358" y="21600"/>
                  <a:pt x="21600" y="21117"/>
                  <a:pt x="21600" y="20520"/>
                </a:cubicBezTo>
                <a:cubicBezTo>
                  <a:pt x="21600" y="20222"/>
                  <a:pt x="21540" y="19953"/>
                  <a:pt x="21442" y="1975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1" name="Shape 2901"/>
          <p:cNvSpPr/>
          <p:nvPr userDrawn="1"/>
        </p:nvSpPr>
        <p:spPr>
          <a:xfrm>
            <a:off x="3347871" y="4424478"/>
            <a:ext cx="952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67" y="10800"/>
                </a:moveTo>
                <a:lnTo>
                  <a:pt x="21284" y="922"/>
                </a:lnTo>
                <a:cubicBezTo>
                  <a:pt x="21480" y="824"/>
                  <a:pt x="21600" y="689"/>
                  <a:pt x="21600" y="540"/>
                </a:cubicBezTo>
                <a:cubicBezTo>
                  <a:pt x="21600" y="242"/>
                  <a:pt x="21117" y="0"/>
                  <a:pt x="20520" y="0"/>
                </a:cubicBezTo>
                <a:cubicBezTo>
                  <a:pt x="20222" y="0"/>
                  <a:pt x="19953" y="61"/>
                  <a:pt x="19756" y="158"/>
                </a:cubicBezTo>
                <a:lnTo>
                  <a:pt x="316" y="10418"/>
                </a:lnTo>
                <a:cubicBezTo>
                  <a:pt x="121" y="10516"/>
                  <a:pt x="0" y="10651"/>
                  <a:pt x="0" y="10800"/>
                </a:cubicBezTo>
                <a:cubicBezTo>
                  <a:pt x="0" y="10949"/>
                  <a:pt x="120" y="11084"/>
                  <a:pt x="316" y="11182"/>
                </a:cubicBezTo>
                <a:lnTo>
                  <a:pt x="19756" y="21442"/>
                </a:lnTo>
                <a:cubicBezTo>
                  <a:pt x="19953" y="21540"/>
                  <a:pt x="20222" y="21600"/>
                  <a:pt x="20520" y="21600"/>
                </a:cubicBezTo>
                <a:cubicBezTo>
                  <a:pt x="21117" y="21600"/>
                  <a:pt x="21600" y="21358"/>
                  <a:pt x="21600" y="21060"/>
                </a:cubicBezTo>
                <a:cubicBezTo>
                  <a:pt x="21600" y="20911"/>
                  <a:pt x="21480" y="20776"/>
                  <a:pt x="21284" y="20678"/>
                </a:cubicBezTo>
                <a:cubicBezTo>
                  <a:pt x="21284" y="20678"/>
                  <a:pt x="2567" y="10800"/>
                  <a:pt x="2567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2" name="Shape 2902"/>
          <p:cNvSpPr/>
          <p:nvPr userDrawn="1"/>
        </p:nvSpPr>
        <p:spPr>
          <a:xfrm>
            <a:off x="3768002" y="4424478"/>
            <a:ext cx="952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89"/>
                  <a:pt x="121" y="824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4"/>
                  <a:pt x="21600" y="10949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3" name="Shape 2903"/>
          <p:cNvSpPr/>
          <p:nvPr userDrawn="1"/>
        </p:nvSpPr>
        <p:spPr>
          <a:xfrm>
            <a:off x="9093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6200" y="8836"/>
                </a:moveTo>
                <a:cubicBezTo>
                  <a:pt x="16065" y="8836"/>
                  <a:pt x="15942" y="8891"/>
                  <a:pt x="15852" y="8980"/>
                </a:cubicBezTo>
                <a:lnTo>
                  <a:pt x="10800" y="13574"/>
                </a:lnTo>
                <a:lnTo>
                  <a:pt x="5747" y="8980"/>
                </a:lnTo>
                <a:cubicBezTo>
                  <a:pt x="5658" y="8891"/>
                  <a:pt x="5535" y="8836"/>
                  <a:pt x="5400" y="8836"/>
                </a:cubicBezTo>
                <a:cubicBezTo>
                  <a:pt x="5129" y="8836"/>
                  <a:pt x="4909" y="9056"/>
                  <a:pt x="4909" y="9327"/>
                </a:cubicBezTo>
                <a:cubicBezTo>
                  <a:pt x="4909" y="9463"/>
                  <a:pt x="4964" y="9586"/>
                  <a:pt x="5053" y="9674"/>
                </a:cubicBezTo>
                <a:lnTo>
                  <a:pt x="10453" y="14583"/>
                </a:lnTo>
                <a:cubicBezTo>
                  <a:pt x="10542" y="14673"/>
                  <a:pt x="10665" y="14727"/>
                  <a:pt x="10800" y="14727"/>
                </a:cubicBezTo>
                <a:cubicBezTo>
                  <a:pt x="10935" y="14727"/>
                  <a:pt x="11058" y="14673"/>
                  <a:pt x="11147" y="14583"/>
                </a:cubicBezTo>
                <a:lnTo>
                  <a:pt x="16547" y="9674"/>
                </a:lnTo>
                <a:cubicBezTo>
                  <a:pt x="16636" y="9586"/>
                  <a:pt x="16691" y="9463"/>
                  <a:pt x="16691" y="9327"/>
                </a:cubicBezTo>
                <a:cubicBezTo>
                  <a:pt x="16691" y="9056"/>
                  <a:pt x="16471" y="8836"/>
                  <a:pt x="16200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4" name="Shape 2904"/>
          <p:cNvSpPr/>
          <p:nvPr userDrawn="1"/>
        </p:nvSpPr>
        <p:spPr>
          <a:xfrm>
            <a:off x="130942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147" y="7017"/>
                </a:moveTo>
                <a:cubicBezTo>
                  <a:pt x="11058" y="6927"/>
                  <a:pt x="10935" y="6873"/>
                  <a:pt x="10800" y="6873"/>
                </a:cubicBezTo>
                <a:cubicBezTo>
                  <a:pt x="10665" y="6873"/>
                  <a:pt x="10542" y="6927"/>
                  <a:pt x="10453" y="7017"/>
                </a:cubicBezTo>
                <a:lnTo>
                  <a:pt x="5053" y="11926"/>
                </a:lnTo>
                <a:cubicBezTo>
                  <a:pt x="4964" y="12015"/>
                  <a:pt x="4909" y="12138"/>
                  <a:pt x="4909" y="12273"/>
                </a:cubicBezTo>
                <a:cubicBezTo>
                  <a:pt x="4909" y="12544"/>
                  <a:pt x="5129" y="12764"/>
                  <a:pt x="5400" y="12764"/>
                </a:cubicBezTo>
                <a:cubicBezTo>
                  <a:pt x="5535" y="12764"/>
                  <a:pt x="5658" y="12709"/>
                  <a:pt x="5747" y="12620"/>
                </a:cubicBezTo>
                <a:lnTo>
                  <a:pt x="10800" y="8026"/>
                </a:lnTo>
                <a:lnTo>
                  <a:pt x="15853" y="12620"/>
                </a:lnTo>
                <a:cubicBezTo>
                  <a:pt x="15942" y="12709"/>
                  <a:pt x="16065" y="12764"/>
                  <a:pt x="16200" y="12764"/>
                </a:cubicBezTo>
                <a:cubicBezTo>
                  <a:pt x="16471" y="12764"/>
                  <a:pt x="16691" y="12544"/>
                  <a:pt x="16691" y="12273"/>
                </a:cubicBezTo>
                <a:cubicBezTo>
                  <a:pt x="16691" y="12138"/>
                  <a:pt x="16636" y="12015"/>
                  <a:pt x="16547" y="11926"/>
                </a:cubicBezTo>
                <a:cubicBezTo>
                  <a:pt x="16547" y="11926"/>
                  <a:pt x="11147" y="7017"/>
                  <a:pt x="11147" y="7017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5" name="Shape 2905"/>
          <p:cNvSpPr/>
          <p:nvPr userDrawn="1"/>
        </p:nvSpPr>
        <p:spPr>
          <a:xfrm>
            <a:off x="17094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2764" y="5400"/>
                </a:moveTo>
                <a:cubicBezTo>
                  <a:pt x="12764" y="5129"/>
                  <a:pt x="12544" y="4909"/>
                  <a:pt x="12273" y="4909"/>
                </a:cubicBezTo>
                <a:cubicBezTo>
                  <a:pt x="12137" y="4909"/>
                  <a:pt x="12015" y="4964"/>
                  <a:pt x="11926" y="5053"/>
                </a:cubicBezTo>
                <a:lnTo>
                  <a:pt x="7017" y="10453"/>
                </a:lnTo>
                <a:cubicBezTo>
                  <a:pt x="6928" y="10542"/>
                  <a:pt x="6873" y="10665"/>
                  <a:pt x="6873" y="10800"/>
                </a:cubicBezTo>
                <a:cubicBezTo>
                  <a:pt x="6873" y="10936"/>
                  <a:pt x="6928" y="11058"/>
                  <a:pt x="7017" y="11147"/>
                </a:cubicBezTo>
                <a:lnTo>
                  <a:pt x="11926" y="16547"/>
                </a:lnTo>
                <a:cubicBezTo>
                  <a:pt x="12015" y="16636"/>
                  <a:pt x="12137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65"/>
                  <a:pt x="12709" y="15942"/>
                  <a:pt x="12620" y="15853"/>
                </a:cubicBezTo>
                <a:lnTo>
                  <a:pt x="8026" y="10800"/>
                </a:lnTo>
                <a:lnTo>
                  <a:pt x="12620" y="5747"/>
                </a:lnTo>
                <a:cubicBezTo>
                  <a:pt x="12709" y="5658"/>
                  <a:pt x="12764" y="5536"/>
                  <a:pt x="12764" y="5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6" name="Shape 2906"/>
          <p:cNvSpPr/>
          <p:nvPr userDrawn="1"/>
        </p:nvSpPr>
        <p:spPr>
          <a:xfrm>
            <a:off x="210952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7" name="Shape 2907"/>
          <p:cNvSpPr/>
          <p:nvPr userDrawn="1"/>
        </p:nvSpPr>
        <p:spPr>
          <a:xfrm>
            <a:off x="25095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73" y="235"/>
                </a:moveTo>
                <a:cubicBezTo>
                  <a:pt x="12909" y="205"/>
                  <a:pt x="12840" y="184"/>
                  <a:pt x="12764" y="184"/>
                </a:cubicBezTo>
                <a:cubicBezTo>
                  <a:pt x="12493" y="184"/>
                  <a:pt x="12273" y="404"/>
                  <a:pt x="12273" y="675"/>
                </a:cubicBezTo>
                <a:cubicBezTo>
                  <a:pt x="12273" y="946"/>
                  <a:pt x="12493" y="1166"/>
                  <a:pt x="12764" y="1166"/>
                </a:cubicBezTo>
                <a:lnTo>
                  <a:pt x="12764" y="1179"/>
                </a:lnTo>
                <a:cubicBezTo>
                  <a:pt x="17245" y="2089"/>
                  <a:pt x="20618" y="6050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6050"/>
                  <a:pt x="4355" y="2089"/>
                  <a:pt x="8836" y="1179"/>
                </a:cubicBezTo>
                <a:lnTo>
                  <a:pt x="8836" y="1166"/>
                </a:lnTo>
                <a:cubicBezTo>
                  <a:pt x="9107" y="1166"/>
                  <a:pt x="9327" y="946"/>
                  <a:pt x="9327" y="675"/>
                </a:cubicBezTo>
                <a:cubicBezTo>
                  <a:pt x="9327" y="404"/>
                  <a:pt x="9107" y="184"/>
                  <a:pt x="8836" y="184"/>
                </a:cubicBezTo>
                <a:cubicBezTo>
                  <a:pt x="8761" y="184"/>
                  <a:pt x="8691" y="205"/>
                  <a:pt x="8627" y="235"/>
                </a:cubicBezTo>
                <a:cubicBezTo>
                  <a:pt x="3706" y="1243"/>
                  <a:pt x="0" y="5582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5582"/>
                  <a:pt x="17893" y="1243"/>
                  <a:pt x="12973" y="235"/>
                </a:cubicBezTo>
                <a:moveTo>
                  <a:pt x="6873" y="9818"/>
                </a:moveTo>
                <a:cubicBezTo>
                  <a:pt x="6602" y="9818"/>
                  <a:pt x="6382" y="10038"/>
                  <a:pt x="6382" y="10309"/>
                </a:cubicBezTo>
                <a:cubicBezTo>
                  <a:pt x="6382" y="10445"/>
                  <a:pt x="6437" y="10567"/>
                  <a:pt x="6526" y="10656"/>
                </a:cubicBezTo>
                <a:lnTo>
                  <a:pt x="10453" y="14583"/>
                </a:lnTo>
                <a:cubicBezTo>
                  <a:pt x="10542" y="14673"/>
                  <a:pt x="10664" y="14727"/>
                  <a:pt x="10800" y="14727"/>
                </a:cubicBezTo>
                <a:cubicBezTo>
                  <a:pt x="10936" y="14727"/>
                  <a:pt x="11059" y="14673"/>
                  <a:pt x="11147" y="14583"/>
                </a:cubicBezTo>
                <a:lnTo>
                  <a:pt x="15074" y="10656"/>
                </a:lnTo>
                <a:cubicBezTo>
                  <a:pt x="15163" y="10567"/>
                  <a:pt x="15218" y="10445"/>
                  <a:pt x="15218" y="10309"/>
                </a:cubicBezTo>
                <a:cubicBezTo>
                  <a:pt x="15218" y="10038"/>
                  <a:pt x="14998" y="9818"/>
                  <a:pt x="14727" y="9818"/>
                </a:cubicBezTo>
                <a:cubicBezTo>
                  <a:pt x="14592" y="9818"/>
                  <a:pt x="14469" y="9873"/>
                  <a:pt x="14380" y="9962"/>
                </a:cubicBezTo>
                <a:lnTo>
                  <a:pt x="11291" y="13051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3051"/>
                </a:lnTo>
                <a:lnTo>
                  <a:pt x="7220" y="9962"/>
                </a:lnTo>
                <a:cubicBezTo>
                  <a:pt x="7131" y="9873"/>
                  <a:pt x="7009" y="9818"/>
                  <a:pt x="6873" y="98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8" name="Shape 2908"/>
          <p:cNvSpPr/>
          <p:nvPr userDrawn="1"/>
        </p:nvSpPr>
        <p:spPr>
          <a:xfrm>
            <a:off x="2559812" y="5354114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397"/>
                </a:moveTo>
                <a:lnTo>
                  <a:pt x="1638" y="1800"/>
                </a:lnTo>
                <a:lnTo>
                  <a:pt x="19962" y="1800"/>
                </a:lnTo>
                <a:cubicBezTo>
                  <a:pt x="19962" y="1800"/>
                  <a:pt x="10800" y="19397"/>
                  <a:pt x="10800" y="19397"/>
                </a:cubicBezTo>
                <a:close/>
                <a:moveTo>
                  <a:pt x="21600" y="900"/>
                </a:moveTo>
                <a:cubicBezTo>
                  <a:pt x="21600" y="403"/>
                  <a:pt x="21380" y="0"/>
                  <a:pt x="21109" y="0"/>
                </a:cubicBezTo>
                <a:lnTo>
                  <a:pt x="491" y="0"/>
                </a:lnTo>
                <a:cubicBezTo>
                  <a:pt x="220" y="0"/>
                  <a:pt x="0" y="403"/>
                  <a:pt x="0" y="900"/>
                </a:cubicBezTo>
                <a:cubicBezTo>
                  <a:pt x="0" y="1141"/>
                  <a:pt x="53" y="1357"/>
                  <a:pt x="137" y="1519"/>
                </a:cubicBezTo>
                <a:lnTo>
                  <a:pt x="136" y="1521"/>
                </a:lnTo>
                <a:lnTo>
                  <a:pt x="10445" y="21321"/>
                </a:lnTo>
                <a:lnTo>
                  <a:pt x="10446" y="21319"/>
                </a:lnTo>
                <a:cubicBezTo>
                  <a:pt x="10536" y="21491"/>
                  <a:pt x="10660" y="21600"/>
                  <a:pt x="10800" y="21600"/>
                </a:cubicBezTo>
                <a:cubicBezTo>
                  <a:pt x="10940" y="21600"/>
                  <a:pt x="11064" y="21491"/>
                  <a:pt x="11154" y="21319"/>
                </a:cubicBezTo>
                <a:lnTo>
                  <a:pt x="11155" y="21321"/>
                </a:lnTo>
                <a:lnTo>
                  <a:pt x="21464" y="1521"/>
                </a:lnTo>
                <a:lnTo>
                  <a:pt x="21463" y="1519"/>
                </a:lnTo>
                <a:cubicBezTo>
                  <a:pt x="21547" y="1357"/>
                  <a:pt x="21600" y="1141"/>
                  <a:pt x="21600" y="9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9" name="Shape 2909"/>
          <p:cNvSpPr/>
          <p:nvPr userDrawn="1"/>
        </p:nvSpPr>
        <p:spPr>
          <a:xfrm>
            <a:off x="2959862" y="5354114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38" y="19800"/>
                </a:moveTo>
                <a:lnTo>
                  <a:pt x="10800" y="2203"/>
                </a:lnTo>
                <a:lnTo>
                  <a:pt x="19962" y="19800"/>
                </a:lnTo>
                <a:cubicBezTo>
                  <a:pt x="19962" y="19800"/>
                  <a:pt x="1638" y="19800"/>
                  <a:pt x="1638" y="19800"/>
                </a:cubicBezTo>
                <a:close/>
                <a:moveTo>
                  <a:pt x="21463" y="20081"/>
                </a:moveTo>
                <a:lnTo>
                  <a:pt x="21464" y="20079"/>
                </a:lnTo>
                <a:lnTo>
                  <a:pt x="11155" y="279"/>
                </a:lnTo>
                <a:lnTo>
                  <a:pt x="11154" y="282"/>
                </a:lnTo>
                <a:cubicBezTo>
                  <a:pt x="11064" y="109"/>
                  <a:pt x="10940" y="0"/>
                  <a:pt x="10800" y="0"/>
                </a:cubicBezTo>
                <a:cubicBezTo>
                  <a:pt x="10660" y="0"/>
                  <a:pt x="10536" y="109"/>
                  <a:pt x="10446" y="282"/>
                </a:cubicBezTo>
                <a:lnTo>
                  <a:pt x="10445" y="279"/>
                </a:lnTo>
                <a:lnTo>
                  <a:pt x="136" y="20079"/>
                </a:lnTo>
                <a:lnTo>
                  <a:pt x="137" y="20081"/>
                </a:lnTo>
                <a:cubicBezTo>
                  <a:pt x="54" y="20243"/>
                  <a:pt x="0" y="20459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20459"/>
                  <a:pt x="21547" y="20243"/>
                  <a:pt x="21463" y="2008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0" name="Shape 2910"/>
          <p:cNvSpPr/>
          <p:nvPr userDrawn="1"/>
        </p:nvSpPr>
        <p:spPr>
          <a:xfrm>
            <a:off x="3407537" y="5306489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19962"/>
                </a:moveTo>
                <a:lnTo>
                  <a:pt x="2203" y="10800"/>
                </a:lnTo>
                <a:lnTo>
                  <a:pt x="19800" y="1638"/>
                </a:lnTo>
                <a:cubicBezTo>
                  <a:pt x="19800" y="1638"/>
                  <a:pt x="19800" y="19962"/>
                  <a:pt x="19800" y="19962"/>
                </a:cubicBezTo>
                <a:close/>
                <a:moveTo>
                  <a:pt x="20700" y="0"/>
                </a:moveTo>
                <a:cubicBezTo>
                  <a:pt x="20459" y="0"/>
                  <a:pt x="20243" y="53"/>
                  <a:pt x="20080" y="137"/>
                </a:cubicBezTo>
                <a:lnTo>
                  <a:pt x="20079" y="136"/>
                </a:lnTo>
                <a:lnTo>
                  <a:pt x="279" y="10445"/>
                </a:lnTo>
                <a:lnTo>
                  <a:pt x="281" y="10446"/>
                </a:lnTo>
                <a:cubicBezTo>
                  <a:pt x="109" y="10536"/>
                  <a:pt x="0" y="10660"/>
                  <a:pt x="0" y="10800"/>
                </a:cubicBezTo>
                <a:cubicBezTo>
                  <a:pt x="0" y="10940"/>
                  <a:pt x="109" y="11065"/>
                  <a:pt x="281" y="11154"/>
                </a:cubicBezTo>
                <a:lnTo>
                  <a:pt x="279" y="11155"/>
                </a:lnTo>
                <a:lnTo>
                  <a:pt x="20079" y="21465"/>
                </a:lnTo>
                <a:lnTo>
                  <a:pt x="20080" y="21463"/>
                </a:lnTo>
                <a:cubicBezTo>
                  <a:pt x="20243" y="21547"/>
                  <a:pt x="20459" y="21600"/>
                  <a:pt x="20700" y="21600"/>
                </a:cubicBezTo>
                <a:cubicBezTo>
                  <a:pt x="21197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197" y="0"/>
                  <a:pt x="207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1" name="Shape 2911"/>
          <p:cNvSpPr/>
          <p:nvPr userDrawn="1"/>
        </p:nvSpPr>
        <p:spPr>
          <a:xfrm>
            <a:off x="3758477" y="5306489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" y="19962"/>
                </a:moveTo>
                <a:lnTo>
                  <a:pt x="1800" y="1638"/>
                </a:lnTo>
                <a:lnTo>
                  <a:pt x="19397" y="10800"/>
                </a:lnTo>
                <a:cubicBezTo>
                  <a:pt x="19397" y="10800"/>
                  <a:pt x="1800" y="19962"/>
                  <a:pt x="1800" y="19962"/>
                </a:cubicBezTo>
                <a:close/>
                <a:moveTo>
                  <a:pt x="21600" y="10800"/>
                </a:moveTo>
                <a:cubicBezTo>
                  <a:pt x="21600" y="10660"/>
                  <a:pt x="21491" y="10536"/>
                  <a:pt x="21318" y="10446"/>
                </a:cubicBezTo>
                <a:lnTo>
                  <a:pt x="21321" y="10445"/>
                </a:lnTo>
                <a:lnTo>
                  <a:pt x="1521" y="136"/>
                </a:lnTo>
                <a:lnTo>
                  <a:pt x="1519" y="137"/>
                </a:lnTo>
                <a:cubicBezTo>
                  <a:pt x="1357" y="53"/>
                  <a:pt x="1141" y="0"/>
                  <a:pt x="900" y="0"/>
                </a:cubicBezTo>
                <a:cubicBezTo>
                  <a:pt x="403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403" y="21600"/>
                  <a:pt x="900" y="21600"/>
                </a:cubicBezTo>
                <a:cubicBezTo>
                  <a:pt x="1141" y="21600"/>
                  <a:pt x="1357" y="21547"/>
                  <a:pt x="1519" y="21463"/>
                </a:cubicBezTo>
                <a:lnTo>
                  <a:pt x="1521" y="21465"/>
                </a:lnTo>
                <a:lnTo>
                  <a:pt x="21321" y="11155"/>
                </a:lnTo>
                <a:lnTo>
                  <a:pt x="21318" y="11154"/>
                </a:lnTo>
                <a:cubicBezTo>
                  <a:pt x="21491" y="11065"/>
                  <a:pt x="21600" y="10940"/>
                  <a:pt x="21600" y="108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2" name="Shape 2912"/>
          <p:cNvSpPr/>
          <p:nvPr userDrawn="1"/>
        </p:nvSpPr>
        <p:spPr>
          <a:xfrm>
            <a:off x="2902052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453"/>
                </a:moveTo>
                <a:lnTo>
                  <a:pt x="18511" y="7507"/>
                </a:lnTo>
                <a:cubicBezTo>
                  <a:pt x="18422" y="7419"/>
                  <a:pt x="18299" y="7364"/>
                  <a:pt x="18164" y="7364"/>
                </a:cubicBezTo>
                <a:cubicBezTo>
                  <a:pt x="17892" y="7364"/>
                  <a:pt x="17673" y="7584"/>
                  <a:pt x="17673" y="7855"/>
                </a:cubicBezTo>
                <a:cubicBezTo>
                  <a:pt x="17673" y="7990"/>
                  <a:pt x="17728" y="8113"/>
                  <a:pt x="17817" y="8202"/>
                </a:cubicBezTo>
                <a:lnTo>
                  <a:pt x="19924" y="10309"/>
                </a:lnTo>
                <a:lnTo>
                  <a:pt x="11291" y="10309"/>
                </a:lnTo>
                <a:lnTo>
                  <a:pt x="11291" y="1676"/>
                </a:lnTo>
                <a:lnTo>
                  <a:pt x="13398" y="3783"/>
                </a:lnTo>
                <a:cubicBezTo>
                  <a:pt x="13487" y="3873"/>
                  <a:pt x="13610" y="3927"/>
                  <a:pt x="13745" y="3927"/>
                </a:cubicBezTo>
                <a:cubicBezTo>
                  <a:pt x="14017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6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8" y="3178"/>
                  <a:pt x="7364" y="3301"/>
                  <a:pt x="7364" y="3436"/>
                </a:cubicBezTo>
                <a:cubicBezTo>
                  <a:pt x="7364" y="3708"/>
                  <a:pt x="7583" y="3927"/>
                  <a:pt x="7855" y="3927"/>
                </a:cubicBezTo>
                <a:cubicBezTo>
                  <a:pt x="7990" y="3927"/>
                  <a:pt x="8113" y="3873"/>
                  <a:pt x="8202" y="3783"/>
                </a:cubicBezTo>
                <a:lnTo>
                  <a:pt x="10309" y="1676"/>
                </a:lnTo>
                <a:lnTo>
                  <a:pt x="10309" y="10309"/>
                </a:lnTo>
                <a:lnTo>
                  <a:pt x="1676" y="10309"/>
                </a:lnTo>
                <a:lnTo>
                  <a:pt x="3783" y="8202"/>
                </a:lnTo>
                <a:cubicBezTo>
                  <a:pt x="3873" y="8113"/>
                  <a:pt x="3927" y="7990"/>
                  <a:pt x="3927" y="7855"/>
                </a:cubicBezTo>
                <a:cubicBezTo>
                  <a:pt x="3927" y="7584"/>
                  <a:pt x="3708" y="7364"/>
                  <a:pt x="3436" y="7364"/>
                </a:cubicBezTo>
                <a:cubicBezTo>
                  <a:pt x="3301" y="7364"/>
                  <a:pt x="3178" y="7419"/>
                  <a:pt x="3089" y="7507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0936"/>
                  <a:pt x="55" y="11058"/>
                  <a:pt x="144" y="11148"/>
                </a:cubicBezTo>
                <a:lnTo>
                  <a:pt x="3089" y="14093"/>
                </a:lnTo>
                <a:cubicBezTo>
                  <a:pt x="3178" y="14182"/>
                  <a:pt x="3301" y="14236"/>
                  <a:pt x="3436" y="14236"/>
                </a:cubicBezTo>
                <a:cubicBezTo>
                  <a:pt x="3708" y="14236"/>
                  <a:pt x="3927" y="14017"/>
                  <a:pt x="3927" y="13745"/>
                </a:cubicBezTo>
                <a:cubicBezTo>
                  <a:pt x="3927" y="13610"/>
                  <a:pt x="3873" y="13488"/>
                  <a:pt x="3783" y="13398"/>
                </a:cubicBezTo>
                <a:lnTo>
                  <a:pt x="1676" y="11291"/>
                </a:lnTo>
                <a:lnTo>
                  <a:pt x="10309" y="11291"/>
                </a:ln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8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5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  <a:cubicBezTo>
                  <a:pt x="13610" y="17673"/>
                  <a:pt x="13487" y="17728"/>
                  <a:pt x="13398" y="17817"/>
                </a:cubicBezTo>
                <a:lnTo>
                  <a:pt x="11291" y="19924"/>
                </a:lnTo>
                <a:lnTo>
                  <a:pt x="11291" y="11291"/>
                </a:lnTo>
                <a:lnTo>
                  <a:pt x="19924" y="11291"/>
                </a:lnTo>
                <a:lnTo>
                  <a:pt x="17817" y="13398"/>
                </a:lnTo>
                <a:cubicBezTo>
                  <a:pt x="17728" y="13488"/>
                  <a:pt x="17673" y="13610"/>
                  <a:pt x="17673" y="13745"/>
                </a:cubicBezTo>
                <a:cubicBezTo>
                  <a:pt x="17673" y="14017"/>
                  <a:pt x="17892" y="14236"/>
                  <a:pt x="18164" y="14236"/>
                </a:cubicBezTo>
                <a:cubicBezTo>
                  <a:pt x="18299" y="14236"/>
                  <a:pt x="18422" y="14182"/>
                  <a:pt x="18511" y="14093"/>
                </a:cubicBezTo>
                <a:lnTo>
                  <a:pt x="21456" y="11148"/>
                </a:lnTo>
                <a:cubicBezTo>
                  <a:pt x="21545" y="11058"/>
                  <a:pt x="21600" y="10936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3" name="Shape 2913"/>
          <p:cNvSpPr/>
          <p:nvPr userDrawn="1"/>
        </p:nvSpPr>
        <p:spPr>
          <a:xfrm>
            <a:off x="87343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6200" y="7855"/>
                </a:moveTo>
                <a:cubicBezTo>
                  <a:pt x="16073" y="7855"/>
                  <a:pt x="15959" y="7905"/>
                  <a:pt x="15873" y="7985"/>
                </a:cubicBezTo>
                <a:lnTo>
                  <a:pt x="15870" y="7982"/>
                </a:lnTo>
                <a:lnTo>
                  <a:pt x="10800" y="12591"/>
                </a:lnTo>
                <a:lnTo>
                  <a:pt x="5730" y="7982"/>
                </a:lnTo>
                <a:lnTo>
                  <a:pt x="5727" y="7985"/>
                </a:lnTo>
                <a:cubicBezTo>
                  <a:pt x="5641" y="7905"/>
                  <a:pt x="5527" y="7855"/>
                  <a:pt x="5400" y="7855"/>
                </a:cubicBezTo>
                <a:cubicBezTo>
                  <a:pt x="5129" y="7855"/>
                  <a:pt x="4909" y="8074"/>
                  <a:pt x="4909" y="8345"/>
                </a:cubicBezTo>
                <a:cubicBezTo>
                  <a:pt x="4909" y="8489"/>
                  <a:pt x="4973" y="8616"/>
                  <a:pt x="5073" y="8706"/>
                </a:cubicBezTo>
                <a:lnTo>
                  <a:pt x="5070" y="8709"/>
                </a:lnTo>
                <a:lnTo>
                  <a:pt x="10470" y="13618"/>
                </a:lnTo>
                <a:lnTo>
                  <a:pt x="10473" y="13615"/>
                </a:lnTo>
                <a:cubicBezTo>
                  <a:pt x="10559" y="13695"/>
                  <a:pt x="10673" y="13745"/>
                  <a:pt x="10800" y="13745"/>
                </a:cubicBezTo>
                <a:cubicBezTo>
                  <a:pt x="10927" y="13745"/>
                  <a:pt x="11041" y="13695"/>
                  <a:pt x="11127" y="13615"/>
                </a:cubicBezTo>
                <a:lnTo>
                  <a:pt x="11130" y="13618"/>
                </a:lnTo>
                <a:lnTo>
                  <a:pt x="16530" y="8709"/>
                </a:lnTo>
                <a:lnTo>
                  <a:pt x="16527" y="8706"/>
                </a:lnTo>
                <a:cubicBezTo>
                  <a:pt x="16627" y="8616"/>
                  <a:pt x="16691" y="8489"/>
                  <a:pt x="16691" y="8345"/>
                </a:cubicBezTo>
                <a:cubicBezTo>
                  <a:pt x="16691" y="8074"/>
                  <a:pt x="16471" y="7855"/>
                  <a:pt x="16200" y="78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4" name="Shape 2914"/>
          <p:cNvSpPr/>
          <p:nvPr userDrawn="1"/>
        </p:nvSpPr>
        <p:spPr>
          <a:xfrm>
            <a:off x="127348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30" y="12891"/>
                </a:moveTo>
                <a:lnTo>
                  <a:pt x="11130" y="7982"/>
                </a:lnTo>
                <a:lnTo>
                  <a:pt x="11128" y="7985"/>
                </a:lnTo>
                <a:cubicBezTo>
                  <a:pt x="11040" y="7906"/>
                  <a:pt x="10927" y="7855"/>
                  <a:pt x="10800" y="7855"/>
                </a:cubicBezTo>
                <a:cubicBezTo>
                  <a:pt x="10673" y="7855"/>
                  <a:pt x="10559" y="7906"/>
                  <a:pt x="10473" y="7985"/>
                </a:cubicBezTo>
                <a:lnTo>
                  <a:pt x="10469" y="7982"/>
                </a:lnTo>
                <a:lnTo>
                  <a:pt x="5069" y="12891"/>
                </a:lnTo>
                <a:lnTo>
                  <a:pt x="5073" y="12895"/>
                </a:lnTo>
                <a:cubicBezTo>
                  <a:pt x="4973" y="12984"/>
                  <a:pt x="4909" y="13111"/>
                  <a:pt x="4909" y="13255"/>
                </a:cubicBezTo>
                <a:cubicBezTo>
                  <a:pt x="4909" y="13526"/>
                  <a:pt x="5129" y="13745"/>
                  <a:pt x="5400" y="13745"/>
                </a:cubicBezTo>
                <a:cubicBezTo>
                  <a:pt x="5527" y="13745"/>
                  <a:pt x="5640" y="13694"/>
                  <a:pt x="5728" y="13615"/>
                </a:cubicBezTo>
                <a:lnTo>
                  <a:pt x="5730" y="13618"/>
                </a:lnTo>
                <a:lnTo>
                  <a:pt x="10800" y="9009"/>
                </a:lnTo>
                <a:lnTo>
                  <a:pt x="15869" y="13618"/>
                </a:lnTo>
                <a:lnTo>
                  <a:pt x="15873" y="13615"/>
                </a:lnTo>
                <a:cubicBezTo>
                  <a:pt x="15959" y="13694"/>
                  <a:pt x="16073" y="13745"/>
                  <a:pt x="16200" y="13745"/>
                </a:cubicBezTo>
                <a:cubicBezTo>
                  <a:pt x="16471" y="13745"/>
                  <a:pt x="16691" y="13526"/>
                  <a:pt x="16691" y="13255"/>
                </a:cubicBezTo>
                <a:cubicBezTo>
                  <a:pt x="16691" y="13111"/>
                  <a:pt x="16627" y="12984"/>
                  <a:pt x="16527" y="12895"/>
                </a:cubicBezTo>
                <a:cubicBezTo>
                  <a:pt x="16527" y="12895"/>
                  <a:pt x="16530" y="12891"/>
                  <a:pt x="16530" y="12891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5" name="Shape 2915"/>
          <p:cNvSpPr/>
          <p:nvPr userDrawn="1"/>
        </p:nvSpPr>
        <p:spPr>
          <a:xfrm>
            <a:off x="167353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4909"/>
                </a:moveTo>
                <a:cubicBezTo>
                  <a:pt x="12128" y="4909"/>
                  <a:pt x="12002" y="4974"/>
                  <a:pt x="11912" y="5073"/>
                </a:cubicBezTo>
                <a:lnTo>
                  <a:pt x="11909" y="5070"/>
                </a:lnTo>
                <a:lnTo>
                  <a:pt x="7000" y="10470"/>
                </a:lnTo>
                <a:lnTo>
                  <a:pt x="7003" y="10473"/>
                </a:lnTo>
                <a:cubicBezTo>
                  <a:pt x="6924" y="10559"/>
                  <a:pt x="6873" y="10673"/>
                  <a:pt x="6873" y="10800"/>
                </a:cubicBezTo>
                <a:cubicBezTo>
                  <a:pt x="6873" y="10927"/>
                  <a:pt x="6924" y="11041"/>
                  <a:pt x="7003" y="11127"/>
                </a:cubicBezTo>
                <a:lnTo>
                  <a:pt x="7000" y="11130"/>
                </a:lnTo>
                <a:lnTo>
                  <a:pt x="11909" y="16530"/>
                </a:lnTo>
                <a:lnTo>
                  <a:pt x="11912" y="16527"/>
                </a:lnTo>
                <a:cubicBezTo>
                  <a:pt x="12002" y="16627"/>
                  <a:pt x="12128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73"/>
                  <a:pt x="12713" y="15960"/>
                  <a:pt x="12633" y="15873"/>
                </a:cubicBezTo>
                <a:lnTo>
                  <a:pt x="12636" y="15870"/>
                </a:lnTo>
                <a:lnTo>
                  <a:pt x="8027" y="10800"/>
                </a:lnTo>
                <a:lnTo>
                  <a:pt x="12636" y="5730"/>
                </a:lnTo>
                <a:lnTo>
                  <a:pt x="12633" y="5728"/>
                </a:lnTo>
                <a:cubicBezTo>
                  <a:pt x="12713" y="5641"/>
                  <a:pt x="12764" y="5527"/>
                  <a:pt x="12764" y="5400"/>
                </a:cubicBezTo>
                <a:cubicBezTo>
                  <a:pt x="12764" y="5129"/>
                  <a:pt x="12544" y="4909"/>
                  <a:pt x="12273" y="49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6" name="Shape 2916"/>
          <p:cNvSpPr/>
          <p:nvPr userDrawn="1"/>
        </p:nvSpPr>
        <p:spPr>
          <a:xfrm>
            <a:off x="207358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597" y="10473"/>
                </a:moveTo>
                <a:lnTo>
                  <a:pt x="14600" y="10470"/>
                </a:lnTo>
                <a:lnTo>
                  <a:pt x="9691" y="5070"/>
                </a:lnTo>
                <a:lnTo>
                  <a:pt x="9688" y="5073"/>
                </a:lnTo>
                <a:cubicBezTo>
                  <a:pt x="9598" y="4974"/>
                  <a:pt x="9471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27"/>
                  <a:pt x="8887" y="5641"/>
                  <a:pt x="8967" y="5728"/>
                </a:cubicBezTo>
                <a:lnTo>
                  <a:pt x="8964" y="5730"/>
                </a:lnTo>
                <a:lnTo>
                  <a:pt x="13573" y="10800"/>
                </a:lnTo>
                <a:lnTo>
                  <a:pt x="8964" y="15870"/>
                </a:lnTo>
                <a:lnTo>
                  <a:pt x="8967" y="15873"/>
                </a:lnTo>
                <a:cubicBezTo>
                  <a:pt x="8887" y="15960"/>
                  <a:pt x="8836" y="16073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71" y="16691"/>
                  <a:pt x="9598" y="16627"/>
                  <a:pt x="9688" y="16527"/>
                </a:cubicBezTo>
                <a:lnTo>
                  <a:pt x="9691" y="16530"/>
                </a:lnTo>
                <a:lnTo>
                  <a:pt x="14600" y="11130"/>
                </a:lnTo>
                <a:lnTo>
                  <a:pt x="14597" y="11127"/>
                </a:lnTo>
                <a:cubicBezTo>
                  <a:pt x="14676" y="11041"/>
                  <a:pt x="14727" y="10927"/>
                  <a:pt x="14727" y="10800"/>
                </a:cubicBezTo>
                <a:cubicBezTo>
                  <a:pt x="14727" y="10673"/>
                  <a:pt x="14676" y="10559"/>
                  <a:pt x="14597" y="104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7" name="Shape 2917"/>
          <p:cNvSpPr/>
          <p:nvPr userDrawn="1"/>
        </p:nvSpPr>
        <p:spPr>
          <a:xfrm>
            <a:off x="2506970" y="4832297"/>
            <a:ext cx="142875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415"/>
                </a:moveTo>
                <a:lnTo>
                  <a:pt x="2459" y="14727"/>
                </a:lnTo>
                <a:lnTo>
                  <a:pt x="8640" y="14727"/>
                </a:lnTo>
                <a:lnTo>
                  <a:pt x="8640" y="1964"/>
                </a:lnTo>
                <a:cubicBezTo>
                  <a:pt x="8640" y="1422"/>
                  <a:pt x="9285" y="982"/>
                  <a:pt x="10080" y="982"/>
                </a:cubicBezTo>
                <a:lnTo>
                  <a:pt x="11520" y="982"/>
                </a:lnTo>
                <a:cubicBezTo>
                  <a:pt x="12315" y="982"/>
                  <a:pt x="12960" y="1422"/>
                  <a:pt x="12960" y="1964"/>
                </a:cubicBezTo>
                <a:lnTo>
                  <a:pt x="12960" y="14727"/>
                </a:lnTo>
                <a:lnTo>
                  <a:pt x="19142" y="14727"/>
                </a:lnTo>
                <a:cubicBezTo>
                  <a:pt x="19142" y="14727"/>
                  <a:pt x="10800" y="20415"/>
                  <a:pt x="10800" y="20415"/>
                </a:cubicBezTo>
                <a:close/>
                <a:moveTo>
                  <a:pt x="20880" y="13745"/>
                </a:moveTo>
                <a:lnTo>
                  <a:pt x="14400" y="13745"/>
                </a:lnTo>
                <a:lnTo>
                  <a:pt x="14400" y="1964"/>
                </a:lnTo>
                <a:cubicBezTo>
                  <a:pt x="14400" y="879"/>
                  <a:pt x="13110" y="0"/>
                  <a:pt x="11520" y="0"/>
                </a:cubicBezTo>
                <a:lnTo>
                  <a:pt x="10080" y="0"/>
                </a:lnTo>
                <a:cubicBezTo>
                  <a:pt x="8490" y="0"/>
                  <a:pt x="7200" y="879"/>
                  <a:pt x="7200" y="1964"/>
                </a:cubicBezTo>
                <a:lnTo>
                  <a:pt x="7200" y="13745"/>
                </a:lnTo>
                <a:lnTo>
                  <a:pt x="720" y="13745"/>
                </a:lnTo>
                <a:cubicBezTo>
                  <a:pt x="323" y="13745"/>
                  <a:pt x="0" y="13966"/>
                  <a:pt x="0" y="14236"/>
                </a:cubicBezTo>
                <a:cubicBezTo>
                  <a:pt x="0" y="14373"/>
                  <a:pt x="81" y="14495"/>
                  <a:pt x="212" y="14584"/>
                </a:cubicBezTo>
                <a:lnTo>
                  <a:pt x="10290" y="21456"/>
                </a:lnTo>
                <a:cubicBezTo>
                  <a:pt x="10421" y="21545"/>
                  <a:pt x="10601" y="21600"/>
                  <a:pt x="10800" y="21600"/>
                </a:cubicBezTo>
                <a:cubicBezTo>
                  <a:pt x="10999" y="21600"/>
                  <a:pt x="11179" y="21545"/>
                  <a:pt x="11310" y="21456"/>
                </a:cubicBezTo>
                <a:lnTo>
                  <a:pt x="21388" y="14584"/>
                </a:lnTo>
                <a:cubicBezTo>
                  <a:pt x="21519" y="14495"/>
                  <a:pt x="21600" y="14373"/>
                  <a:pt x="21600" y="14236"/>
                </a:cubicBezTo>
                <a:cubicBezTo>
                  <a:pt x="21600" y="13966"/>
                  <a:pt x="21277" y="13745"/>
                  <a:pt x="20880" y="137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8" name="Shape 2918"/>
          <p:cNvSpPr/>
          <p:nvPr userDrawn="1"/>
        </p:nvSpPr>
        <p:spPr>
          <a:xfrm>
            <a:off x="2907020" y="4832297"/>
            <a:ext cx="142875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6873"/>
                </a:moveTo>
                <a:lnTo>
                  <a:pt x="12960" y="19636"/>
                </a:lnTo>
                <a:cubicBezTo>
                  <a:pt x="12960" y="20178"/>
                  <a:pt x="12315" y="20618"/>
                  <a:pt x="11520" y="20618"/>
                </a:cubicBezTo>
                <a:lnTo>
                  <a:pt x="10080" y="20618"/>
                </a:lnTo>
                <a:cubicBezTo>
                  <a:pt x="9285" y="20618"/>
                  <a:pt x="8640" y="20178"/>
                  <a:pt x="8640" y="19636"/>
                </a:cubicBezTo>
                <a:lnTo>
                  <a:pt x="8640" y="6873"/>
                </a:lnTo>
                <a:lnTo>
                  <a:pt x="2458" y="6873"/>
                </a:lnTo>
                <a:lnTo>
                  <a:pt x="10800" y="1185"/>
                </a:lnTo>
                <a:lnTo>
                  <a:pt x="19142" y="6873"/>
                </a:lnTo>
                <a:cubicBezTo>
                  <a:pt x="19142" y="6873"/>
                  <a:pt x="12960" y="6873"/>
                  <a:pt x="12960" y="6873"/>
                </a:cubicBezTo>
                <a:close/>
                <a:moveTo>
                  <a:pt x="21389" y="7017"/>
                </a:moveTo>
                <a:lnTo>
                  <a:pt x="11309" y="144"/>
                </a:lnTo>
                <a:cubicBezTo>
                  <a:pt x="11179" y="55"/>
                  <a:pt x="10999" y="0"/>
                  <a:pt x="10800" y="0"/>
                </a:cubicBezTo>
                <a:cubicBezTo>
                  <a:pt x="10601" y="0"/>
                  <a:pt x="10422" y="55"/>
                  <a:pt x="10291" y="144"/>
                </a:cubicBezTo>
                <a:lnTo>
                  <a:pt x="211" y="7017"/>
                </a:lnTo>
                <a:cubicBezTo>
                  <a:pt x="81" y="7106"/>
                  <a:pt x="0" y="7228"/>
                  <a:pt x="0" y="7364"/>
                </a:cubicBezTo>
                <a:cubicBezTo>
                  <a:pt x="0" y="7635"/>
                  <a:pt x="322" y="7855"/>
                  <a:pt x="720" y="7855"/>
                </a:cubicBezTo>
                <a:lnTo>
                  <a:pt x="7200" y="7855"/>
                </a:lnTo>
                <a:lnTo>
                  <a:pt x="7200" y="19636"/>
                </a:lnTo>
                <a:cubicBezTo>
                  <a:pt x="7200" y="20721"/>
                  <a:pt x="8490" y="21600"/>
                  <a:pt x="10080" y="21600"/>
                </a:cubicBezTo>
                <a:lnTo>
                  <a:pt x="11520" y="21600"/>
                </a:lnTo>
                <a:cubicBezTo>
                  <a:pt x="13110" y="21600"/>
                  <a:pt x="14400" y="20721"/>
                  <a:pt x="14400" y="19636"/>
                </a:cubicBezTo>
                <a:lnTo>
                  <a:pt x="14400" y="7855"/>
                </a:lnTo>
                <a:lnTo>
                  <a:pt x="20880" y="7855"/>
                </a:lnTo>
                <a:cubicBezTo>
                  <a:pt x="21278" y="7855"/>
                  <a:pt x="21600" y="7635"/>
                  <a:pt x="21600" y="7364"/>
                </a:cubicBezTo>
                <a:cubicBezTo>
                  <a:pt x="21600" y="7228"/>
                  <a:pt x="21519" y="7106"/>
                  <a:pt x="21389" y="701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9" name="Shape 2919"/>
          <p:cNvSpPr/>
          <p:nvPr userDrawn="1"/>
        </p:nvSpPr>
        <p:spPr>
          <a:xfrm>
            <a:off x="3273733" y="4864501"/>
            <a:ext cx="209550" cy="138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1520"/>
                </a:moveTo>
                <a:cubicBezTo>
                  <a:pt x="20618" y="12315"/>
                  <a:pt x="20178" y="12960"/>
                  <a:pt x="19636" y="12960"/>
                </a:cubicBezTo>
                <a:lnTo>
                  <a:pt x="6873" y="12960"/>
                </a:lnTo>
                <a:lnTo>
                  <a:pt x="6873" y="19142"/>
                </a:lnTo>
                <a:lnTo>
                  <a:pt x="1185" y="10800"/>
                </a:lnTo>
                <a:lnTo>
                  <a:pt x="6873" y="2458"/>
                </a:lnTo>
                <a:lnTo>
                  <a:pt x="6873" y="8640"/>
                </a:lnTo>
                <a:lnTo>
                  <a:pt x="19636" y="8640"/>
                </a:lnTo>
                <a:cubicBezTo>
                  <a:pt x="20178" y="8640"/>
                  <a:pt x="20618" y="9285"/>
                  <a:pt x="20618" y="10080"/>
                </a:cubicBezTo>
                <a:cubicBezTo>
                  <a:pt x="20618" y="10080"/>
                  <a:pt x="20618" y="11520"/>
                  <a:pt x="20618" y="11520"/>
                </a:cubicBezTo>
                <a:close/>
                <a:moveTo>
                  <a:pt x="19636" y="7200"/>
                </a:moveTo>
                <a:lnTo>
                  <a:pt x="7855" y="7200"/>
                </a:lnTo>
                <a:lnTo>
                  <a:pt x="7855" y="720"/>
                </a:lnTo>
                <a:cubicBezTo>
                  <a:pt x="7855" y="322"/>
                  <a:pt x="7635" y="0"/>
                  <a:pt x="7364" y="0"/>
                </a:cubicBezTo>
                <a:cubicBezTo>
                  <a:pt x="7228" y="0"/>
                  <a:pt x="7105" y="81"/>
                  <a:pt x="7017" y="212"/>
                </a:cubicBezTo>
                <a:lnTo>
                  <a:pt x="144" y="10291"/>
                </a:lnTo>
                <a:cubicBezTo>
                  <a:pt x="55" y="10422"/>
                  <a:pt x="0" y="10602"/>
                  <a:pt x="0" y="10800"/>
                </a:cubicBezTo>
                <a:cubicBezTo>
                  <a:pt x="0" y="11000"/>
                  <a:pt x="55" y="11180"/>
                  <a:pt x="144" y="11310"/>
                </a:cubicBezTo>
                <a:lnTo>
                  <a:pt x="7017" y="21389"/>
                </a:lnTo>
                <a:cubicBezTo>
                  <a:pt x="7105" y="21520"/>
                  <a:pt x="7228" y="21600"/>
                  <a:pt x="7364" y="21600"/>
                </a:cubicBezTo>
                <a:cubicBezTo>
                  <a:pt x="7635" y="21600"/>
                  <a:pt x="7855" y="21278"/>
                  <a:pt x="7855" y="20880"/>
                </a:cubicBezTo>
                <a:lnTo>
                  <a:pt x="7855" y="14400"/>
                </a:lnTo>
                <a:lnTo>
                  <a:pt x="19636" y="14400"/>
                </a:lnTo>
                <a:cubicBezTo>
                  <a:pt x="20721" y="14400"/>
                  <a:pt x="21600" y="13110"/>
                  <a:pt x="21600" y="11520"/>
                </a:cubicBezTo>
                <a:lnTo>
                  <a:pt x="21600" y="10080"/>
                </a:lnTo>
                <a:cubicBezTo>
                  <a:pt x="21600" y="8490"/>
                  <a:pt x="20721" y="7200"/>
                  <a:pt x="19636" y="7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0" name="Shape 2920"/>
          <p:cNvSpPr/>
          <p:nvPr userDrawn="1"/>
        </p:nvSpPr>
        <p:spPr>
          <a:xfrm>
            <a:off x="3710852" y="4864501"/>
            <a:ext cx="209550" cy="138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9142"/>
                </a:moveTo>
                <a:lnTo>
                  <a:pt x="14727" y="12960"/>
                </a:lnTo>
                <a:lnTo>
                  <a:pt x="1964" y="12960"/>
                </a:lnTo>
                <a:cubicBezTo>
                  <a:pt x="1421" y="12960"/>
                  <a:pt x="982" y="12316"/>
                  <a:pt x="982" y="11520"/>
                </a:cubicBezTo>
                <a:lnTo>
                  <a:pt x="982" y="10080"/>
                </a:lnTo>
                <a:cubicBezTo>
                  <a:pt x="982" y="9285"/>
                  <a:pt x="1421" y="8640"/>
                  <a:pt x="1964" y="8640"/>
                </a:cubicBezTo>
                <a:lnTo>
                  <a:pt x="14727" y="8640"/>
                </a:lnTo>
                <a:lnTo>
                  <a:pt x="14727" y="2458"/>
                </a:lnTo>
                <a:lnTo>
                  <a:pt x="20415" y="10800"/>
                </a:lnTo>
                <a:cubicBezTo>
                  <a:pt x="20415" y="10800"/>
                  <a:pt x="14727" y="19142"/>
                  <a:pt x="14727" y="19142"/>
                </a:cubicBezTo>
                <a:close/>
                <a:moveTo>
                  <a:pt x="21456" y="10291"/>
                </a:moveTo>
                <a:lnTo>
                  <a:pt x="14584" y="212"/>
                </a:lnTo>
                <a:cubicBezTo>
                  <a:pt x="14495" y="81"/>
                  <a:pt x="14372" y="0"/>
                  <a:pt x="14236" y="0"/>
                </a:cubicBezTo>
                <a:cubicBezTo>
                  <a:pt x="13965" y="0"/>
                  <a:pt x="13745" y="322"/>
                  <a:pt x="13745" y="720"/>
                </a:cubicBezTo>
                <a:lnTo>
                  <a:pt x="13745" y="7200"/>
                </a:lnTo>
                <a:lnTo>
                  <a:pt x="1964" y="7200"/>
                </a:lnTo>
                <a:cubicBezTo>
                  <a:pt x="879" y="7200"/>
                  <a:pt x="0" y="8490"/>
                  <a:pt x="0" y="10080"/>
                </a:cubicBezTo>
                <a:lnTo>
                  <a:pt x="0" y="11520"/>
                </a:lnTo>
                <a:cubicBezTo>
                  <a:pt x="0" y="13110"/>
                  <a:pt x="879" y="14400"/>
                  <a:pt x="1964" y="14400"/>
                </a:cubicBezTo>
                <a:lnTo>
                  <a:pt x="13745" y="14400"/>
                </a:lnTo>
                <a:lnTo>
                  <a:pt x="13745" y="20880"/>
                </a:lnTo>
                <a:cubicBezTo>
                  <a:pt x="13745" y="21278"/>
                  <a:pt x="13965" y="21600"/>
                  <a:pt x="14236" y="21600"/>
                </a:cubicBezTo>
                <a:cubicBezTo>
                  <a:pt x="14372" y="21600"/>
                  <a:pt x="14495" y="21520"/>
                  <a:pt x="14583" y="21389"/>
                </a:cubicBezTo>
                <a:lnTo>
                  <a:pt x="21456" y="11310"/>
                </a:lnTo>
                <a:cubicBezTo>
                  <a:pt x="21545" y="11180"/>
                  <a:pt x="21600" y="11000"/>
                  <a:pt x="21600" y="10800"/>
                </a:cubicBezTo>
                <a:cubicBezTo>
                  <a:pt x="21600" y="10601"/>
                  <a:pt x="21545" y="10421"/>
                  <a:pt x="21456" y="102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1" name="Shape 2921"/>
          <p:cNvSpPr/>
          <p:nvPr userDrawn="1"/>
        </p:nvSpPr>
        <p:spPr>
          <a:xfrm>
            <a:off x="1787833" y="5310050"/>
            <a:ext cx="15240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02" y="5052"/>
                </a:moveTo>
                <a:lnTo>
                  <a:pt x="14652" y="144"/>
                </a:lnTo>
                <a:cubicBezTo>
                  <a:pt x="14530" y="55"/>
                  <a:pt x="14362" y="0"/>
                  <a:pt x="14175" y="0"/>
                </a:cubicBezTo>
                <a:cubicBezTo>
                  <a:pt x="13802" y="0"/>
                  <a:pt x="13500" y="220"/>
                  <a:pt x="13500" y="491"/>
                </a:cubicBezTo>
                <a:cubicBezTo>
                  <a:pt x="13500" y="627"/>
                  <a:pt x="13576" y="749"/>
                  <a:pt x="13698" y="838"/>
                </a:cubicBezTo>
                <a:lnTo>
                  <a:pt x="19296" y="4909"/>
                </a:lnTo>
                <a:lnTo>
                  <a:pt x="675" y="4909"/>
                </a:lnTo>
                <a:cubicBezTo>
                  <a:pt x="302" y="4909"/>
                  <a:pt x="0" y="5129"/>
                  <a:pt x="0" y="5400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1048" y="21600"/>
                  <a:pt x="1350" y="21380"/>
                  <a:pt x="1350" y="21109"/>
                </a:cubicBezTo>
                <a:lnTo>
                  <a:pt x="1350" y="5891"/>
                </a:lnTo>
                <a:lnTo>
                  <a:pt x="19296" y="5891"/>
                </a:lnTo>
                <a:lnTo>
                  <a:pt x="13698" y="9962"/>
                </a:lnTo>
                <a:cubicBezTo>
                  <a:pt x="13575" y="10051"/>
                  <a:pt x="13500" y="10173"/>
                  <a:pt x="13500" y="10309"/>
                </a:cubicBezTo>
                <a:cubicBezTo>
                  <a:pt x="13500" y="10580"/>
                  <a:pt x="13802" y="10800"/>
                  <a:pt x="14175" y="10800"/>
                </a:cubicBezTo>
                <a:cubicBezTo>
                  <a:pt x="14362" y="10800"/>
                  <a:pt x="14531" y="10745"/>
                  <a:pt x="14653" y="10656"/>
                </a:cubicBezTo>
                <a:lnTo>
                  <a:pt x="21402" y="5747"/>
                </a:lnTo>
                <a:cubicBezTo>
                  <a:pt x="21525" y="5658"/>
                  <a:pt x="21600" y="5536"/>
                  <a:pt x="21600" y="5400"/>
                </a:cubicBezTo>
                <a:cubicBezTo>
                  <a:pt x="21600" y="5264"/>
                  <a:pt x="21524" y="5142"/>
                  <a:pt x="21402" y="505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2" name="Shape 2922"/>
          <p:cNvSpPr/>
          <p:nvPr userDrawn="1"/>
        </p:nvSpPr>
        <p:spPr>
          <a:xfrm>
            <a:off x="2159308" y="5337654"/>
            <a:ext cx="209550" cy="14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2546"/>
                </a:moveTo>
                <a:lnTo>
                  <a:pt x="16691" y="2304"/>
                </a:lnTo>
                <a:lnTo>
                  <a:pt x="20415" y="7425"/>
                </a:lnTo>
                <a:cubicBezTo>
                  <a:pt x="20415" y="7425"/>
                  <a:pt x="16691" y="12546"/>
                  <a:pt x="16691" y="12546"/>
                </a:cubicBezTo>
                <a:close/>
                <a:moveTo>
                  <a:pt x="21456" y="6948"/>
                </a:moveTo>
                <a:lnTo>
                  <a:pt x="16548" y="198"/>
                </a:lnTo>
                <a:cubicBezTo>
                  <a:pt x="16458" y="76"/>
                  <a:pt x="16336" y="0"/>
                  <a:pt x="16200" y="0"/>
                </a:cubicBezTo>
                <a:cubicBezTo>
                  <a:pt x="15929" y="0"/>
                  <a:pt x="15709" y="302"/>
                  <a:pt x="15709" y="675"/>
                </a:cubicBezTo>
                <a:lnTo>
                  <a:pt x="15709" y="6750"/>
                </a:lnTo>
                <a:lnTo>
                  <a:pt x="491" y="6750"/>
                </a:lnTo>
                <a:cubicBezTo>
                  <a:pt x="220" y="6750"/>
                  <a:pt x="0" y="7052"/>
                  <a:pt x="0" y="7425"/>
                </a:cubicBezTo>
                <a:lnTo>
                  <a:pt x="0" y="20925"/>
                </a:lnTo>
                <a:cubicBezTo>
                  <a:pt x="0" y="21298"/>
                  <a:pt x="220" y="21600"/>
                  <a:pt x="491" y="21600"/>
                </a:cubicBezTo>
                <a:cubicBezTo>
                  <a:pt x="762" y="21600"/>
                  <a:pt x="982" y="21298"/>
                  <a:pt x="982" y="20925"/>
                </a:cubicBezTo>
                <a:lnTo>
                  <a:pt x="982" y="8100"/>
                </a:lnTo>
                <a:lnTo>
                  <a:pt x="15709" y="8100"/>
                </a:lnTo>
                <a:lnTo>
                  <a:pt x="15709" y="14175"/>
                </a:lnTo>
                <a:cubicBezTo>
                  <a:pt x="15709" y="14548"/>
                  <a:pt x="15929" y="14850"/>
                  <a:pt x="16200" y="14850"/>
                </a:cubicBezTo>
                <a:cubicBezTo>
                  <a:pt x="16336" y="14850"/>
                  <a:pt x="16458" y="14775"/>
                  <a:pt x="16547" y="14652"/>
                </a:cubicBezTo>
                <a:lnTo>
                  <a:pt x="21456" y="7903"/>
                </a:lnTo>
                <a:cubicBezTo>
                  <a:pt x="21545" y="7781"/>
                  <a:pt x="21600" y="7612"/>
                  <a:pt x="21600" y="7425"/>
                </a:cubicBezTo>
                <a:cubicBezTo>
                  <a:pt x="21600" y="7238"/>
                  <a:pt x="21545" y="7070"/>
                  <a:pt x="21456" y="694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3" name="Shape 2923"/>
          <p:cNvSpPr/>
          <p:nvPr userDrawn="1"/>
        </p:nvSpPr>
        <p:spPr>
          <a:xfrm>
            <a:off x="8884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4236" y="0"/>
                </a:lnTo>
                <a:cubicBezTo>
                  <a:pt x="13966" y="0"/>
                  <a:pt x="13745" y="220"/>
                  <a:pt x="13745" y="491"/>
                </a:cubicBezTo>
                <a:cubicBezTo>
                  <a:pt x="13745" y="762"/>
                  <a:pt x="13966" y="982"/>
                  <a:pt x="14236" y="982"/>
                </a:cubicBezTo>
                <a:lnTo>
                  <a:pt x="19924" y="982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2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20618" y="1676"/>
                </a:lnTo>
                <a:lnTo>
                  <a:pt x="20618" y="7364"/>
                </a:lnTo>
                <a:cubicBezTo>
                  <a:pt x="20618" y="7635"/>
                  <a:pt x="20838" y="7855"/>
                  <a:pt x="21109" y="7855"/>
                </a:cubicBezTo>
                <a:cubicBezTo>
                  <a:pt x="21380" y="7855"/>
                  <a:pt x="21600" y="7635"/>
                  <a:pt x="21600" y="7364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9327" y="11782"/>
                </a:moveTo>
                <a:cubicBezTo>
                  <a:pt x="9192" y="11782"/>
                  <a:pt x="9069" y="11837"/>
                  <a:pt x="8980" y="11926"/>
                </a:cubicBezTo>
                <a:lnTo>
                  <a:pt x="982" y="19924"/>
                </a:lnTo>
                <a:lnTo>
                  <a:pt x="982" y="14236"/>
                </a:lnTo>
                <a:cubicBezTo>
                  <a:pt x="982" y="13966"/>
                  <a:pt x="762" y="13745"/>
                  <a:pt x="491" y="13745"/>
                </a:cubicBezTo>
                <a:cubicBezTo>
                  <a:pt x="220" y="13745"/>
                  <a:pt x="0" y="13966"/>
                  <a:pt x="0" y="14236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7364" y="21600"/>
                </a:lnTo>
                <a:cubicBezTo>
                  <a:pt x="7634" y="21600"/>
                  <a:pt x="7855" y="21380"/>
                  <a:pt x="7855" y="21109"/>
                </a:cubicBezTo>
                <a:cubicBezTo>
                  <a:pt x="7855" y="20838"/>
                  <a:pt x="7634" y="20618"/>
                  <a:pt x="7364" y="20618"/>
                </a:cubicBezTo>
                <a:lnTo>
                  <a:pt x="1676" y="20618"/>
                </a:lnTo>
                <a:lnTo>
                  <a:pt x="9674" y="12620"/>
                </a:lnTo>
                <a:cubicBezTo>
                  <a:pt x="9763" y="12531"/>
                  <a:pt x="9818" y="12408"/>
                  <a:pt x="9818" y="12273"/>
                </a:cubicBez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4" name="Shape 2924"/>
          <p:cNvSpPr/>
          <p:nvPr userDrawn="1"/>
        </p:nvSpPr>
        <p:spPr>
          <a:xfrm>
            <a:off x="12885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2764" y="8142"/>
                </a:lnTo>
                <a:lnTo>
                  <a:pt x="12764" y="2455"/>
                </a:lnTo>
                <a:cubicBezTo>
                  <a:pt x="12764" y="2184"/>
                  <a:pt x="12544" y="1964"/>
                  <a:pt x="12273" y="1964"/>
                </a:cubicBezTo>
                <a:cubicBezTo>
                  <a:pt x="12002" y="1964"/>
                  <a:pt x="11782" y="2184"/>
                  <a:pt x="11782" y="2455"/>
                </a:cubicBezTo>
                <a:lnTo>
                  <a:pt x="11782" y="9327"/>
                </a:lnTo>
                <a:cubicBezTo>
                  <a:pt x="11782" y="9599"/>
                  <a:pt x="12002" y="9818"/>
                  <a:pt x="12273" y="9818"/>
                </a:cubicBezTo>
                <a:lnTo>
                  <a:pt x="19145" y="9818"/>
                </a:lnTo>
                <a:cubicBezTo>
                  <a:pt x="19416" y="9818"/>
                  <a:pt x="19636" y="9599"/>
                  <a:pt x="19636" y="9327"/>
                </a:cubicBezTo>
                <a:cubicBezTo>
                  <a:pt x="19636" y="9056"/>
                  <a:pt x="19416" y="8836"/>
                  <a:pt x="19145" y="8836"/>
                </a:cubicBezTo>
                <a:lnTo>
                  <a:pt x="13458" y="8836"/>
                </a:lnTo>
                <a:lnTo>
                  <a:pt x="21456" y="838"/>
                </a:lnTo>
                <a:cubicBezTo>
                  <a:pt x="21545" y="750"/>
                  <a:pt x="21600" y="627"/>
                  <a:pt x="21600" y="491"/>
                </a:cubicBezTo>
                <a:moveTo>
                  <a:pt x="9327" y="11782"/>
                </a:moveTo>
                <a:lnTo>
                  <a:pt x="2455" y="11782"/>
                </a:lnTo>
                <a:cubicBezTo>
                  <a:pt x="2184" y="11782"/>
                  <a:pt x="1964" y="12002"/>
                  <a:pt x="1964" y="12273"/>
                </a:cubicBezTo>
                <a:cubicBezTo>
                  <a:pt x="1964" y="12544"/>
                  <a:pt x="2184" y="12764"/>
                  <a:pt x="2455" y="12764"/>
                </a:cubicBezTo>
                <a:lnTo>
                  <a:pt x="8142" y="12764"/>
                </a:lnTo>
                <a:lnTo>
                  <a:pt x="144" y="20762"/>
                </a:lnTo>
                <a:cubicBezTo>
                  <a:pt x="55" y="20851"/>
                  <a:pt x="0" y="20973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8836" y="13458"/>
                </a:lnTo>
                <a:lnTo>
                  <a:pt x="8836" y="19145"/>
                </a:lnTo>
                <a:cubicBezTo>
                  <a:pt x="8836" y="19417"/>
                  <a:pt x="9056" y="19636"/>
                  <a:pt x="9327" y="19636"/>
                </a:cubicBezTo>
                <a:cubicBezTo>
                  <a:pt x="9598" y="19636"/>
                  <a:pt x="9818" y="19417"/>
                  <a:pt x="9818" y="19145"/>
                </a:cubicBezTo>
                <a:lnTo>
                  <a:pt x="9818" y="12273"/>
                </a:ln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5" name="Shape 2925"/>
          <p:cNvSpPr/>
          <p:nvPr userDrawn="1"/>
        </p:nvSpPr>
        <p:spPr>
          <a:xfrm>
            <a:off x="16885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6200" y="0"/>
                </a:lnTo>
                <a:cubicBezTo>
                  <a:pt x="15929" y="0"/>
                  <a:pt x="15709" y="220"/>
                  <a:pt x="15709" y="491"/>
                </a:cubicBezTo>
                <a:cubicBezTo>
                  <a:pt x="15709" y="762"/>
                  <a:pt x="15929" y="982"/>
                  <a:pt x="16200" y="982"/>
                </a:cubicBezTo>
                <a:lnTo>
                  <a:pt x="19924" y="982"/>
                </a:lnTo>
                <a:lnTo>
                  <a:pt x="6035" y="14871"/>
                </a:lnTo>
                <a:cubicBezTo>
                  <a:pt x="5946" y="14960"/>
                  <a:pt x="5891" y="15083"/>
                  <a:pt x="5891" y="15218"/>
                </a:cubicBezTo>
                <a:cubicBezTo>
                  <a:pt x="5891" y="15489"/>
                  <a:pt x="6111" y="15709"/>
                  <a:pt x="6382" y="15709"/>
                </a:cubicBezTo>
                <a:cubicBezTo>
                  <a:pt x="6517" y="15709"/>
                  <a:pt x="6640" y="15654"/>
                  <a:pt x="6729" y="15565"/>
                </a:cubicBezTo>
                <a:lnTo>
                  <a:pt x="20618" y="1676"/>
                </a:lnTo>
                <a:lnTo>
                  <a:pt x="20618" y="5400"/>
                </a:lnTo>
                <a:cubicBezTo>
                  <a:pt x="20618" y="5671"/>
                  <a:pt x="20838" y="5890"/>
                  <a:pt x="21109" y="5890"/>
                </a:cubicBezTo>
                <a:cubicBezTo>
                  <a:pt x="21380" y="5890"/>
                  <a:pt x="21600" y="5671"/>
                  <a:pt x="21600" y="5400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17182" y="6873"/>
                </a:moveTo>
                <a:cubicBezTo>
                  <a:pt x="16911" y="6873"/>
                  <a:pt x="16691" y="7092"/>
                  <a:pt x="16691" y="7364"/>
                </a:cubicBezTo>
                <a:lnTo>
                  <a:pt x="16691" y="20618"/>
                </a:lnTo>
                <a:lnTo>
                  <a:pt x="982" y="20618"/>
                </a:lnTo>
                <a:lnTo>
                  <a:pt x="982" y="4909"/>
                </a:lnTo>
                <a:lnTo>
                  <a:pt x="14236" y="4909"/>
                </a:lnTo>
                <a:cubicBezTo>
                  <a:pt x="14507" y="4909"/>
                  <a:pt x="14727" y="4689"/>
                  <a:pt x="14727" y="4418"/>
                </a:cubicBezTo>
                <a:cubicBezTo>
                  <a:pt x="14727" y="4147"/>
                  <a:pt x="14507" y="3927"/>
                  <a:pt x="14236" y="3927"/>
                </a:cubicBezTo>
                <a:lnTo>
                  <a:pt x="491" y="3927"/>
                </a:lnTo>
                <a:cubicBezTo>
                  <a:pt x="220" y="3927"/>
                  <a:pt x="0" y="4147"/>
                  <a:pt x="0" y="44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0"/>
                  <a:pt x="17673" y="21109"/>
                </a:cubicBezTo>
                <a:lnTo>
                  <a:pt x="17673" y="7364"/>
                </a:lnTo>
                <a:cubicBezTo>
                  <a:pt x="17673" y="7092"/>
                  <a:pt x="17453" y="6873"/>
                  <a:pt x="17182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6" name="Shape 2926"/>
          <p:cNvSpPr/>
          <p:nvPr userDrawn="1"/>
        </p:nvSpPr>
        <p:spPr>
          <a:xfrm>
            <a:off x="20886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20383"/>
                </a:moveTo>
                <a:lnTo>
                  <a:pt x="11424" y="15709"/>
                </a:lnTo>
                <a:lnTo>
                  <a:pt x="13255" y="15709"/>
                </a:lnTo>
                <a:cubicBezTo>
                  <a:pt x="13525" y="15709"/>
                  <a:pt x="13745" y="15490"/>
                  <a:pt x="13745" y="15218"/>
                </a:cubicBezTo>
                <a:lnTo>
                  <a:pt x="13745" y="14727"/>
                </a:lnTo>
                <a:cubicBezTo>
                  <a:pt x="13635" y="12724"/>
                  <a:pt x="12844" y="5590"/>
                  <a:pt x="7448" y="1949"/>
                </a:cubicBezTo>
                <a:cubicBezTo>
                  <a:pt x="16407" y="4809"/>
                  <a:pt x="17536" y="12588"/>
                  <a:pt x="17673" y="14727"/>
                </a:cubicBezTo>
                <a:lnTo>
                  <a:pt x="17673" y="15218"/>
                </a:lnTo>
                <a:cubicBezTo>
                  <a:pt x="17673" y="15490"/>
                  <a:pt x="17893" y="15709"/>
                  <a:pt x="18164" y="15709"/>
                </a:cubicBezTo>
                <a:lnTo>
                  <a:pt x="19994" y="15709"/>
                </a:lnTo>
                <a:cubicBezTo>
                  <a:pt x="19994" y="15709"/>
                  <a:pt x="15709" y="20383"/>
                  <a:pt x="15709" y="20383"/>
                </a:cubicBezTo>
                <a:close/>
                <a:moveTo>
                  <a:pt x="21109" y="14727"/>
                </a:moveTo>
                <a:lnTo>
                  <a:pt x="18658" y="14727"/>
                </a:lnTo>
                <a:cubicBezTo>
                  <a:pt x="18450" y="12130"/>
                  <a:pt x="16610" y="0"/>
                  <a:pt x="491" y="0"/>
                </a:cubicBezTo>
                <a:cubicBezTo>
                  <a:pt x="219" y="0"/>
                  <a:pt x="0" y="220"/>
                  <a:pt x="0" y="491"/>
                </a:cubicBezTo>
                <a:cubicBezTo>
                  <a:pt x="0" y="762"/>
                  <a:pt x="219" y="982"/>
                  <a:pt x="491" y="982"/>
                </a:cubicBezTo>
                <a:cubicBezTo>
                  <a:pt x="5558" y="982"/>
                  <a:pt x="9160" y="3417"/>
                  <a:pt x="11196" y="8250"/>
                </a:cubicBezTo>
                <a:cubicBezTo>
                  <a:pt x="12394" y="11093"/>
                  <a:pt x="12657" y="13684"/>
                  <a:pt x="12715" y="14727"/>
                </a:cubicBezTo>
                <a:lnTo>
                  <a:pt x="10309" y="14727"/>
                </a:lnTo>
                <a:cubicBezTo>
                  <a:pt x="10038" y="14727"/>
                  <a:pt x="9818" y="14947"/>
                  <a:pt x="9818" y="15218"/>
                </a:cubicBezTo>
                <a:cubicBezTo>
                  <a:pt x="9818" y="15354"/>
                  <a:pt x="9873" y="15477"/>
                  <a:pt x="9962" y="15566"/>
                </a:cubicBezTo>
                <a:lnTo>
                  <a:pt x="15362" y="21456"/>
                </a:lnTo>
                <a:cubicBezTo>
                  <a:pt x="15450" y="21545"/>
                  <a:pt x="15574" y="21600"/>
                  <a:pt x="15709" y="21600"/>
                </a:cubicBezTo>
                <a:cubicBezTo>
                  <a:pt x="15845" y="21600"/>
                  <a:pt x="15967" y="21545"/>
                  <a:pt x="16056" y="21456"/>
                </a:cubicBezTo>
                <a:lnTo>
                  <a:pt x="21456" y="15566"/>
                </a:lnTo>
                <a:cubicBezTo>
                  <a:pt x="21545" y="15477"/>
                  <a:pt x="21600" y="15354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7" name="Shape 2927"/>
          <p:cNvSpPr/>
          <p:nvPr userDrawn="1"/>
        </p:nvSpPr>
        <p:spPr>
          <a:xfrm>
            <a:off x="24886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5891"/>
                </a:moveTo>
                <a:cubicBezTo>
                  <a:pt x="17893" y="5891"/>
                  <a:pt x="17673" y="6111"/>
                  <a:pt x="17673" y="6382"/>
                </a:cubicBezTo>
                <a:lnTo>
                  <a:pt x="17673" y="6873"/>
                </a:lnTo>
                <a:cubicBezTo>
                  <a:pt x="17536" y="9012"/>
                  <a:pt x="16407" y="16791"/>
                  <a:pt x="7448" y="19651"/>
                </a:cubicBezTo>
                <a:cubicBezTo>
                  <a:pt x="12844" y="16010"/>
                  <a:pt x="13635" y="8876"/>
                  <a:pt x="13745" y="6873"/>
                </a:cubicBezTo>
                <a:lnTo>
                  <a:pt x="13745" y="6382"/>
                </a:lnTo>
                <a:cubicBezTo>
                  <a:pt x="13745" y="6111"/>
                  <a:pt x="13525" y="5891"/>
                  <a:pt x="13255" y="5891"/>
                </a:cubicBezTo>
                <a:lnTo>
                  <a:pt x="11424" y="5891"/>
                </a:lnTo>
                <a:lnTo>
                  <a:pt x="15709" y="1217"/>
                </a:lnTo>
                <a:lnTo>
                  <a:pt x="19994" y="5891"/>
                </a:lnTo>
                <a:cubicBezTo>
                  <a:pt x="19994" y="5891"/>
                  <a:pt x="18164" y="5891"/>
                  <a:pt x="18164" y="5891"/>
                </a:cubicBezTo>
                <a:close/>
                <a:moveTo>
                  <a:pt x="21456" y="6035"/>
                </a:moveTo>
                <a:lnTo>
                  <a:pt x="16056" y="144"/>
                </a:lnTo>
                <a:cubicBezTo>
                  <a:pt x="15967" y="55"/>
                  <a:pt x="15845" y="0"/>
                  <a:pt x="15709" y="0"/>
                </a:cubicBezTo>
                <a:cubicBezTo>
                  <a:pt x="15573" y="0"/>
                  <a:pt x="15450" y="55"/>
                  <a:pt x="15362" y="144"/>
                </a:cubicBezTo>
                <a:lnTo>
                  <a:pt x="9962" y="6035"/>
                </a:lnTo>
                <a:cubicBezTo>
                  <a:pt x="9873" y="6124"/>
                  <a:pt x="9818" y="6247"/>
                  <a:pt x="9818" y="6382"/>
                </a:cubicBezTo>
                <a:cubicBezTo>
                  <a:pt x="9818" y="6653"/>
                  <a:pt x="10038" y="6873"/>
                  <a:pt x="10309" y="6873"/>
                </a:cubicBezTo>
                <a:lnTo>
                  <a:pt x="12715" y="6873"/>
                </a:lnTo>
                <a:cubicBezTo>
                  <a:pt x="12657" y="7916"/>
                  <a:pt x="12394" y="10507"/>
                  <a:pt x="11196" y="13351"/>
                </a:cubicBezTo>
                <a:cubicBezTo>
                  <a:pt x="9160" y="18184"/>
                  <a:pt x="5558" y="20618"/>
                  <a:pt x="491" y="20618"/>
                </a:cubicBezTo>
                <a:cubicBezTo>
                  <a:pt x="219" y="20618"/>
                  <a:pt x="0" y="20838"/>
                  <a:pt x="0" y="21109"/>
                </a:cubicBezTo>
                <a:cubicBezTo>
                  <a:pt x="0" y="21380"/>
                  <a:pt x="219" y="21600"/>
                  <a:pt x="491" y="21600"/>
                </a:cubicBezTo>
                <a:cubicBezTo>
                  <a:pt x="16610" y="21600"/>
                  <a:pt x="18450" y="9470"/>
                  <a:pt x="18658" y="6873"/>
                </a:cubicBezTo>
                <a:lnTo>
                  <a:pt x="21109" y="6873"/>
                </a:lnTo>
                <a:cubicBezTo>
                  <a:pt x="21380" y="6873"/>
                  <a:pt x="21600" y="6653"/>
                  <a:pt x="21600" y="6382"/>
                </a:cubicBezTo>
                <a:cubicBezTo>
                  <a:pt x="21600" y="6247"/>
                  <a:pt x="21545" y="6124"/>
                  <a:pt x="21456" y="603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8" name="Shape 2928"/>
          <p:cNvSpPr/>
          <p:nvPr userDrawn="1"/>
        </p:nvSpPr>
        <p:spPr>
          <a:xfrm>
            <a:off x="28887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7855"/>
                </a:moveTo>
                <a:lnTo>
                  <a:pt x="6382" y="7855"/>
                </a:lnTo>
                <a:cubicBezTo>
                  <a:pt x="6110" y="7855"/>
                  <a:pt x="5891" y="8075"/>
                  <a:pt x="5891" y="8345"/>
                </a:cubicBezTo>
                <a:lnTo>
                  <a:pt x="5891" y="10176"/>
                </a:lnTo>
                <a:lnTo>
                  <a:pt x="1216" y="5891"/>
                </a:lnTo>
                <a:lnTo>
                  <a:pt x="5891" y="1606"/>
                </a:lnTo>
                <a:lnTo>
                  <a:pt x="5891" y="3436"/>
                </a:lnTo>
                <a:cubicBezTo>
                  <a:pt x="5891" y="3708"/>
                  <a:pt x="6110" y="3927"/>
                  <a:pt x="6382" y="3927"/>
                </a:cubicBezTo>
                <a:lnTo>
                  <a:pt x="6873" y="3927"/>
                </a:lnTo>
                <a:cubicBezTo>
                  <a:pt x="9012" y="4064"/>
                  <a:pt x="16791" y="5193"/>
                  <a:pt x="19651" y="14152"/>
                </a:cubicBezTo>
                <a:cubicBezTo>
                  <a:pt x="16010" y="8756"/>
                  <a:pt x="8876" y="7965"/>
                  <a:pt x="6873" y="7855"/>
                </a:cubicBezTo>
                <a:moveTo>
                  <a:pt x="6873" y="2942"/>
                </a:moveTo>
                <a:lnTo>
                  <a:pt x="6873" y="491"/>
                </a:lnTo>
                <a:cubicBezTo>
                  <a:pt x="6873" y="220"/>
                  <a:pt x="6653" y="0"/>
                  <a:pt x="6382" y="0"/>
                </a:cubicBezTo>
                <a:cubicBezTo>
                  <a:pt x="6246" y="0"/>
                  <a:pt x="6123" y="55"/>
                  <a:pt x="6035" y="144"/>
                </a:cubicBezTo>
                <a:lnTo>
                  <a:pt x="144" y="5544"/>
                </a:lnTo>
                <a:cubicBezTo>
                  <a:pt x="55" y="5633"/>
                  <a:pt x="0" y="5756"/>
                  <a:pt x="0" y="5891"/>
                </a:cubicBezTo>
                <a:cubicBezTo>
                  <a:pt x="0" y="6027"/>
                  <a:pt x="55" y="6150"/>
                  <a:pt x="144" y="6238"/>
                </a:cubicBezTo>
                <a:lnTo>
                  <a:pt x="6035" y="11638"/>
                </a:lnTo>
                <a:cubicBezTo>
                  <a:pt x="6123" y="11727"/>
                  <a:pt x="6246" y="11782"/>
                  <a:pt x="6382" y="11782"/>
                </a:cubicBezTo>
                <a:cubicBezTo>
                  <a:pt x="6653" y="11782"/>
                  <a:pt x="6873" y="11562"/>
                  <a:pt x="6873" y="11291"/>
                </a:cubicBezTo>
                <a:lnTo>
                  <a:pt x="6873" y="8884"/>
                </a:lnTo>
                <a:cubicBezTo>
                  <a:pt x="7916" y="8943"/>
                  <a:pt x="10507" y="9206"/>
                  <a:pt x="13350" y="10404"/>
                </a:cubicBezTo>
                <a:cubicBezTo>
                  <a:pt x="18183" y="12440"/>
                  <a:pt x="20618" y="16042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4990"/>
                  <a:pt x="9470" y="3150"/>
                  <a:pt x="6873" y="294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9" name="Shape 2929"/>
          <p:cNvSpPr/>
          <p:nvPr userDrawn="1"/>
        </p:nvSpPr>
        <p:spPr>
          <a:xfrm>
            <a:off x="32887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176"/>
                </a:moveTo>
                <a:lnTo>
                  <a:pt x="15709" y="8345"/>
                </a:lnTo>
                <a:cubicBezTo>
                  <a:pt x="15709" y="8075"/>
                  <a:pt x="15490" y="7855"/>
                  <a:pt x="15218" y="7855"/>
                </a:cubicBezTo>
                <a:lnTo>
                  <a:pt x="14727" y="7855"/>
                </a:lnTo>
                <a:cubicBezTo>
                  <a:pt x="12724" y="7965"/>
                  <a:pt x="5590" y="8756"/>
                  <a:pt x="1949" y="14152"/>
                </a:cubicBezTo>
                <a:cubicBezTo>
                  <a:pt x="4809" y="5193"/>
                  <a:pt x="12588" y="4064"/>
                  <a:pt x="14727" y="3927"/>
                </a:cubicBezTo>
                <a:lnTo>
                  <a:pt x="15218" y="3927"/>
                </a:lnTo>
                <a:cubicBezTo>
                  <a:pt x="15490" y="3927"/>
                  <a:pt x="15709" y="3708"/>
                  <a:pt x="15709" y="3436"/>
                </a:cubicBezTo>
                <a:lnTo>
                  <a:pt x="15709" y="1606"/>
                </a:lnTo>
                <a:lnTo>
                  <a:pt x="20383" y="5891"/>
                </a:lnTo>
                <a:cubicBezTo>
                  <a:pt x="20383" y="5891"/>
                  <a:pt x="15709" y="10176"/>
                  <a:pt x="15709" y="10176"/>
                </a:cubicBezTo>
                <a:close/>
                <a:moveTo>
                  <a:pt x="21456" y="5544"/>
                </a:moveTo>
                <a:lnTo>
                  <a:pt x="15565" y="144"/>
                </a:lnTo>
                <a:cubicBezTo>
                  <a:pt x="15477" y="55"/>
                  <a:pt x="15354" y="0"/>
                  <a:pt x="15218" y="0"/>
                </a:cubicBezTo>
                <a:cubicBezTo>
                  <a:pt x="14947" y="0"/>
                  <a:pt x="14727" y="220"/>
                  <a:pt x="14727" y="491"/>
                </a:cubicBezTo>
                <a:lnTo>
                  <a:pt x="14727" y="2942"/>
                </a:lnTo>
                <a:cubicBezTo>
                  <a:pt x="12130" y="3150"/>
                  <a:pt x="0" y="4991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762" y="21600"/>
                  <a:pt x="982" y="21380"/>
                  <a:pt x="982" y="21109"/>
                </a:cubicBezTo>
                <a:cubicBezTo>
                  <a:pt x="982" y="16042"/>
                  <a:pt x="3417" y="12440"/>
                  <a:pt x="8250" y="10404"/>
                </a:cubicBezTo>
                <a:cubicBezTo>
                  <a:pt x="11093" y="9206"/>
                  <a:pt x="13684" y="8943"/>
                  <a:pt x="14727" y="8884"/>
                </a:cubicBezTo>
                <a:lnTo>
                  <a:pt x="14727" y="11291"/>
                </a:lnTo>
                <a:cubicBezTo>
                  <a:pt x="14727" y="11562"/>
                  <a:pt x="14947" y="11782"/>
                  <a:pt x="15218" y="11782"/>
                </a:cubicBezTo>
                <a:cubicBezTo>
                  <a:pt x="15354" y="11782"/>
                  <a:pt x="15477" y="11727"/>
                  <a:pt x="15565" y="11638"/>
                </a:cubicBezTo>
                <a:lnTo>
                  <a:pt x="21456" y="6238"/>
                </a:lnTo>
                <a:cubicBezTo>
                  <a:pt x="21545" y="6150"/>
                  <a:pt x="21600" y="6027"/>
                  <a:pt x="21600" y="5891"/>
                </a:cubicBezTo>
                <a:cubicBezTo>
                  <a:pt x="21600" y="5756"/>
                  <a:pt x="21545" y="5633"/>
                  <a:pt x="21456" y="554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0" name="Shape 2930"/>
          <p:cNvSpPr/>
          <p:nvPr userDrawn="1"/>
        </p:nvSpPr>
        <p:spPr>
          <a:xfrm>
            <a:off x="3710852" y="6209651"/>
            <a:ext cx="2095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55" y="1543"/>
                </a:moveTo>
                <a:cubicBezTo>
                  <a:pt x="12837" y="1543"/>
                  <a:pt x="10309" y="5515"/>
                  <a:pt x="10309" y="10414"/>
                </a:cubicBezTo>
                <a:lnTo>
                  <a:pt x="10309" y="11186"/>
                </a:lnTo>
                <a:cubicBezTo>
                  <a:pt x="10309" y="15233"/>
                  <a:pt x="8221" y="18514"/>
                  <a:pt x="5645" y="18514"/>
                </a:cubicBezTo>
                <a:cubicBezTo>
                  <a:pt x="3070" y="18514"/>
                  <a:pt x="982" y="15233"/>
                  <a:pt x="982" y="11186"/>
                </a:cubicBezTo>
                <a:lnTo>
                  <a:pt x="982" y="10414"/>
                </a:lnTo>
                <a:cubicBezTo>
                  <a:pt x="982" y="6367"/>
                  <a:pt x="3070" y="3086"/>
                  <a:pt x="5645" y="3086"/>
                </a:cubicBezTo>
                <a:cubicBezTo>
                  <a:pt x="6670" y="3086"/>
                  <a:pt x="7575" y="3630"/>
                  <a:pt x="8321" y="4629"/>
                </a:cubicBezTo>
                <a:lnTo>
                  <a:pt x="6382" y="4629"/>
                </a:lnTo>
                <a:cubicBezTo>
                  <a:pt x="6110" y="4629"/>
                  <a:pt x="5891" y="4974"/>
                  <a:pt x="5891" y="5400"/>
                </a:cubicBezTo>
                <a:cubicBezTo>
                  <a:pt x="5891" y="5826"/>
                  <a:pt x="6110" y="6171"/>
                  <a:pt x="6382" y="6171"/>
                </a:cubicBezTo>
                <a:lnTo>
                  <a:pt x="9327" y="6171"/>
                </a:lnTo>
                <a:cubicBezTo>
                  <a:pt x="9599" y="6171"/>
                  <a:pt x="9818" y="5826"/>
                  <a:pt x="9818" y="5400"/>
                </a:cubicBezTo>
                <a:lnTo>
                  <a:pt x="9818" y="771"/>
                </a:lnTo>
                <a:cubicBezTo>
                  <a:pt x="9818" y="346"/>
                  <a:pt x="9599" y="0"/>
                  <a:pt x="9327" y="0"/>
                </a:cubicBezTo>
                <a:cubicBezTo>
                  <a:pt x="9056" y="0"/>
                  <a:pt x="8836" y="346"/>
                  <a:pt x="8836" y="771"/>
                </a:cubicBezTo>
                <a:lnTo>
                  <a:pt x="8836" y="3321"/>
                </a:lnTo>
                <a:cubicBezTo>
                  <a:pt x="7879" y="2160"/>
                  <a:pt x="6706" y="1543"/>
                  <a:pt x="5645" y="1543"/>
                </a:cubicBezTo>
                <a:cubicBezTo>
                  <a:pt x="2527" y="1543"/>
                  <a:pt x="0" y="5515"/>
                  <a:pt x="0" y="10414"/>
                </a:cubicBezTo>
                <a:lnTo>
                  <a:pt x="0" y="11186"/>
                </a:lnTo>
                <a:cubicBezTo>
                  <a:pt x="0" y="16085"/>
                  <a:pt x="2527" y="20057"/>
                  <a:pt x="5645" y="20057"/>
                </a:cubicBezTo>
                <a:cubicBezTo>
                  <a:pt x="8763" y="20057"/>
                  <a:pt x="11291" y="16085"/>
                  <a:pt x="11291" y="11186"/>
                </a:cubicBezTo>
                <a:lnTo>
                  <a:pt x="11291" y="10414"/>
                </a:lnTo>
                <a:cubicBezTo>
                  <a:pt x="11291" y="6367"/>
                  <a:pt x="13379" y="3086"/>
                  <a:pt x="15955" y="3086"/>
                </a:cubicBezTo>
                <a:cubicBezTo>
                  <a:pt x="18530" y="3086"/>
                  <a:pt x="20618" y="6367"/>
                  <a:pt x="20618" y="10414"/>
                </a:cubicBezTo>
                <a:lnTo>
                  <a:pt x="20618" y="11186"/>
                </a:lnTo>
                <a:cubicBezTo>
                  <a:pt x="20618" y="15233"/>
                  <a:pt x="18530" y="18514"/>
                  <a:pt x="15955" y="18514"/>
                </a:cubicBezTo>
                <a:cubicBezTo>
                  <a:pt x="14930" y="18514"/>
                  <a:pt x="14025" y="17970"/>
                  <a:pt x="13279" y="16971"/>
                </a:cubicBezTo>
                <a:lnTo>
                  <a:pt x="15218" y="16971"/>
                </a:lnTo>
                <a:cubicBezTo>
                  <a:pt x="15490" y="16971"/>
                  <a:pt x="15709" y="16626"/>
                  <a:pt x="15709" y="16200"/>
                </a:cubicBezTo>
                <a:cubicBezTo>
                  <a:pt x="15709" y="15774"/>
                  <a:pt x="15490" y="15429"/>
                  <a:pt x="15218" y="15429"/>
                </a:cubicBezTo>
                <a:lnTo>
                  <a:pt x="12273" y="15429"/>
                </a:lnTo>
                <a:cubicBezTo>
                  <a:pt x="12001" y="15429"/>
                  <a:pt x="11782" y="15774"/>
                  <a:pt x="11782" y="16200"/>
                </a:cubicBezTo>
                <a:lnTo>
                  <a:pt x="11782" y="20829"/>
                </a:lnTo>
                <a:cubicBezTo>
                  <a:pt x="11782" y="21255"/>
                  <a:pt x="12001" y="21600"/>
                  <a:pt x="12273" y="21600"/>
                </a:cubicBezTo>
                <a:cubicBezTo>
                  <a:pt x="12544" y="21600"/>
                  <a:pt x="12764" y="21255"/>
                  <a:pt x="12764" y="20829"/>
                </a:cubicBezTo>
                <a:lnTo>
                  <a:pt x="12764" y="18279"/>
                </a:lnTo>
                <a:cubicBezTo>
                  <a:pt x="13721" y="19441"/>
                  <a:pt x="14894" y="20057"/>
                  <a:pt x="15955" y="20057"/>
                </a:cubicBezTo>
                <a:cubicBezTo>
                  <a:pt x="19073" y="20057"/>
                  <a:pt x="21600" y="16085"/>
                  <a:pt x="21600" y="11186"/>
                </a:cubicBezTo>
                <a:lnTo>
                  <a:pt x="21600" y="10414"/>
                </a:lnTo>
                <a:cubicBezTo>
                  <a:pt x="21600" y="5515"/>
                  <a:pt x="19073" y="1543"/>
                  <a:pt x="15955" y="154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1" name="Shape 2931"/>
          <p:cNvSpPr/>
          <p:nvPr userDrawn="1"/>
        </p:nvSpPr>
        <p:spPr>
          <a:xfrm>
            <a:off x="3347871" y="5794345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924" y="4050"/>
                </a:moveTo>
                <a:lnTo>
                  <a:pt x="18798" y="5598"/>
                </a:lnTo>
                <a:cubicBezTo>
                  <a:pt x="18709" y="5720"/>
                  <a:pt x="18655" y="5889"/>
                  <a:pt x="18655" y="6075"/>
                </a:cubicBezTo>
                <a:cubicBezTo>
                  <a:pt x="18655" y="6448"/>
                  <a:pt x="18874" y="6750"/>
                  <a:pt x="19145" y="6750"/>
                </a:cubicBezTo>
                <a:cubicBezTo>
                  <a:pt x="19281" y="6750"/>
                  <a:pt x="19404" y="6674"/>
                  <a:pt x="19493" y="6552"/>
                </a:cubicBezTo>
                <a:lnTo>
                  <a:pt x="21456" y="3853"/>
                </a:lnTo>
                <a:cubicBezTo>
                  <a:pt x="21545" y="3731"/>
                  <a:pt x="21600" y="3562"/>
                  <a:pt x="21600" y="3375"/>
                </a:cubicBezTo>
                <a:cubicBezTo>
                  <a:pt x="21600" y="3189"/>
                  <a:pt x="21545" y="3020"/>
                  <a:pt x="21456" y="2898"/>
                </a:cubicBezTo>
                <a:lnTo>
                  <a:pt x="19493" y="198"/>
                </a:lnTo>
                <a:cubicBezTo>
                  <a:pt x="19403" y="76"/>
                  <a:pt x="19281" y="0"/>
                  <a:pt x="19145" y="0"/>
                </a:cubicBezTo>
                <a:cubicBezTo>
                  <a:pt x="18874" y="0"/>
                  <a:pt x="18655" y="303"/>
                  <a:pt x="18655" y="675"/>
                </a:cubicBezTo>
                <a:cubicBezTo>
                  <a:pt x="18655" y="862"/>
                  <a:pt x="18709" y="1031"/>
                  <a:pt x="18799" y="1153"/>
                </a:cubicBezTo>
                <a:lnTo>
                  <a:pt x="19924" y="2700"/>
                </a:lnTo>
                <a:lnTo>
                  <a:pt x="15218" y="2700"/>
                </a:lnTo>
                <a:cubicBezTo>
                  <a:pt x="15065" y="2700"/>
                  <a:pt x="14933" y="2803"/>
                  <a:pt x="14843" y="2954"/>
                </a:cubicBezTo>
                <a:lnTo>
                  <a:pt x="14838" y="2948"/>
                </a:lnTo>
                <a:lnTo>
                  <a:pt x="6149" y="17550"/>
                </a:lnTo>
                <a:lnTo>
                  <a:pt x="491" y="17550"/>
                </a:lnTo>
                <a:cubicBezTo>
                  <a:pt x="220" y="17550"/>
                  <a:pt x="0" y="17853"/>
                  <a:pt x="0" y="18225"/>
                </a:cubicBezTo>
                <a:cubicBezTo>
                  <a:pt x="0" y="18598"/>
                  <a:pt x="220" y="18900"/>
                  <a:pt x="491" y="18900"/>
                </a:cubicBezTo>
                <a:lnTo>
                  <a:pt x="6382" y="18900"/>
                </a:lnTo>
                <a:cubicBezTo>
                  <a:pt x="6535" y="18900"/>
                  <a:pt x="6667" y="18798"/>
                  <a:pt x="6757" y="18647"/>
                </a:cubicBezTo>
                <a:lnTo>
                  <a:pt x="6762" y="18652"/>
                </a:lnTo>
                <a:lnTo>
                  <a:pt x="15451" y="4050"/>
                </a:lnTo>
                <a:cubicBezTo>
                  <a:pt x="15451" y="4050"/>
                  <a:pt x="19924" y="4050"/>
                  <a:pt x="19924" y="4050"/>
                </a:cubicBezTo>
                <a:close/>
                <a:moveTo>
                  <a:pt x="19493" y="15048"/>
                </a:moveTo>
                <a:cubicBezTo>
                  <a:pt x="19403" y="14926"/>
                  <a:pt x="19281" y="14850"/>
                  <a:pt x="19145" y="14850"/>
                </a:cubicBezTo>
                <a:cubicBezTo>
                  <a:pt x="18874" y="14850"/>
                  <a:pt x="18655" y="15153"/>
                  <a:pt x="18655" y="15525"/>
                </a:cubicBezTo>
                <a:cubicBezTo>
                  <a:pt x="18655" y="15712"/>
                  <a:pt x="18709" y="15880"/>
                  <a:pt x="18798" y="16002"/>
                </a:cubicBezTo>
                <a:lnTo>
                  <a:pt x="19924" y="17550"/>
                </a:lnTo>
                <a:lnTo>
                  <a:pt x="15451" y="17550"/>
                </a:lnTo>
                <a:lnTo>
                  <a:pt x="12386" y="12399"/>
                </a:lnTo>
                <a:lnTo>
                  <a:pt x="11751" y="13465"/>
                </a:lnTo>
                <a:lnTo>
                  <a:pt x="14838" y="18652"/>
                </a:lnTo>
                <a:lnTo>
                  <a:pt x="14843" y="18647"/>
                </a:lnTo>
                <a:cubicBezTo>
                  <a:pt x="14933" y="18798"/>
                  <a:pt x="15065" y="18900"/>
                  <a:pt x="15218" y="18900"/>
                </a:cubicBezTo>
                <a:lnTo>
                  <a:pt x="19924" y="18900"/>
                </a:lnTo>
                <a:lnTo>
                  <a:pt x="18798" y="20448"/>
                </a:lnTo>
                <a:cubicBezTo>
                  <a:pt x="18709" y="20570"/>
                  <a:pt x="18655" y="20739"/>
                  <a:pt x="18655" y="20925"/>
                </a:cubicBezTo>
                <a:cubicBezTo>
                  <a:pt x="18655" y="21298"/>
                  <a:pt x="18874" y="21600"/>
                  <a:pt x="19145" y="21600"/>
                </a:cubicBezTo>
                <a:cubicBezTo>
                  <a:pt x="19281" y="21600"/>
                  <a:pt x="19403" y="21525"/>
                  <a:pt x="19493" y="21402"/>
                </a:cubicBezTo>
                <a:lnTo>
                  <a:pt x="21456" y="18702"/>
                </a:lnTo>
                <a:cubicBezTo>
                  <a:pt x="21545" y="18580"/>
                  <a:pt x="21600" y="18412"/>
                  <a:pt x="21600" y="18225"/>
                </a:cubicBezTo>
                <a:cubicBezTo>
                  <a:pt x="21600" y="18039"/>
                  <a:pt x="21545" y="17870"/>
                  <a:pt x="21456" y="17748"/>
                </a:cubicBezTo>
                <a:cubicBezTo>
                  <a:pt x="21456" y="17748"/>
                  <a:pt x="19493" y="15048"/>
                  <a:pt x="19493" y="15048"/>
                </a:cubicBezTo>
                <a:close/>
                <a:moveTo>
                  <a:pt x="491" y="4050"/>
                </a:moveTo>
                <a:lnTo>
                  <a:pt x="6148" y="4050"/>
                </a:lnTo>
                <a:lnTo>
                  <a:pt x="9214" y="9201"/>
                </a:lnTo>
                <a:lnTo>
                  <a:pt x="9849" y="8136"/>
                </a:lnTo>
                <a:lnTo>
                  <a:pt x="6762" y="2948"/>
                </a:lnTo>
                <a:lnTo>
                  <a:pt x="6756" y="2954"/>
                </a:lnTo>
                <a:cubicBezTo>
                  <a:pt x="6667" y="2803"/>
                  <a:pt x="6535" y="2700"/>
                  <a:pt x="6382" y="2700"/>
                </a:cubicBezTo>
                <a:lnTo>
                  <a:pt x="491" y="2700"/>
                </a:lnTo>
                <a:cubicBezTo>
                  <a:pt x="220" y="2700"/>
                  <a:pt x="0" y="3003"/>
                  <a:pt x="0" y="3375"/>
                </a:cubicBezTo>
                <a:cubicBezTo>
                  <a:pt x="0" y="3748"/>
                  <a:pt x="220" y="4050"/>
                  <a:pt x="491" y="405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2" name="Shape 2932"/>
          <p:cNvSpPr/>
          <p:nvPr userDrawn="1"/>
        </p:nvSpPr>
        <p:spPr>
          <a:xfrm>
            <a:off x="3710852" y="5784820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12000"/>
                </a:moveTo>
                <a:cubicBezTo>
                  <a:pt x="1421" y="12000"/>
                  <a:pt x="982" y="11462"/>
                  <a:pt x="982" y="10800"/>
                </a:cubicBezTo>
                <a:cubicBezTo>
                  <a:pt x="982" y="10138"/>
                  <a:pt x="1421" y="9600"/>
                  <a:pt x="1964" y="9600"/>
                </a:cubicBezTo>
                <a:cubicBezTo>
                  <a:pt x="2505" y="9600"/>
                  <a:pt x="2945" y="10138"/>
                  <a:pt x="2945" y="10800"/>
                </a:cubicBezTo>
                <a:cubicBezTo>
                  <a:pt x="2945" y="11462"/>
                  <a:pt x="2505" y="12000"/>
                  <a:pt x="1964" y="12000"/>
                </a:cubicBezTo>
                <a:moveTo>
                  <a:pt x="21456" y="10376"/>
                </a:moveTo>
                <a:lnTo>
                  <a:pt x="18511" y="6776"/>
                </a:lnTo>
                <a:cubicBezTo>
                  <a:pt x="18422" y="6667"/>
                  <a:pt x="18299" y="6600"/>
                  <a:pt x="18164" y="6600"/>
                </a:cubicBezTo>
                <a:cubicBezTo>
                  <a:pt x="17892" y="6600"/>
                  <a:pt x="17673" y="6869"/>
                  <a:pt x="17673" y="7200"/>
                </a:cubicBezTo>
                <a:cubicBezTo>
                  <a:pt x="17673" y="7366"/>
                  <a:pt x="17728" y="7516"/>
                  <a:pt x="17817" y="7624"/>
                </a:cubicBezTo>
                <a:lnTo>
                  <a:pt x="19924" y="10200"/>
                </a:lnTo>
                <a:lnTo>
                  <a:pt x="8058" y="10200"/>
                </a:lnTo>
                <a:lnTo>
                  <a:pt x="14727" y="2048"/>
                </a:lnTo>
                <a:lnTo>
                  <a:pt x="14727" y="5400"/>
                </a:lnTo>
                <a:cubicBezTo>
                  <a:pt x="14727" y="5732"/>
                  <a:pt x="14947" y="6000"/>
                  <a:pt x="15218" y="6000"/>
                </a:cubicBezTo>
                <a:cubicBezTo>
                  <a:pt x="15489" y="6000"/>
                  <a:pt x="15709" y="5732"/>
                  <a:pt x="15709" y="5400"/>
                </a:cubicBezTo>
                <a:lnTo>
                  <a:pt x="15709" y="600"/>
                </a:lnTo>
                <a:cubicBezTo>
                  <a:pt x="15709" y="269"/>
                  <a:pt x="15489" y="0"/>
                  <a:pt x="15218" y="0"/>
                </a:cubicBezTo>
                <a:lnTo>
                  <a:pt x="11291" y="0"/>
                </a:lnTo>
                <a:cubicBezTo>
                  <a:pt x="11020" y="0"/>
                  <a:pt x="10800" y="269"/>
                  <a:pt x="10800" y="600"/>
                </a:cubicBezTo>
                <a:cubicBezTo>
                  <a:pt x="10800" y="932"/>
                  <a:pt x="11020" y="1200"/>
                  <a:pt x="11291" y="1200"/>
                </a:cubicBezTo>
                <a:lnTo>
                  <a:pt x="14033" y="1200"/>
                </a:lnTo>
                <a:lnTo>
                  <a:pt x="6669" y="10200"/>
                </a:lnTo>
                <a:lnTo>
                  <a:pt x="3858" y="10200"/>
                </a:lnTo>
                <a:cubicBezTo>
                  <a:pt x="3639" y="9167"/>
                  <a:pt x="2877" y="8400"/>
                  <a:pt x="1964" y="8400"/>
                </a:cubicBezTo>
                <a:cubicBezTo>
                  <a:pt x="879" y="8400"/>
                  <a:pt x="0" y="9475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cubicBezTo>
                  <a:pt x="2877" y="13200"/>
                  <a:pt x="3639" y="12434"/>
                  <a:pt x="3858" y="11400"/>
                </a:cubicBezTo>
                <a:lnTo>
                  <a:pt x="6669" y="11400"/>
                </a:lnTo>
                <a:lnTo>
                  <a:pt x="14033" y="20400"/>
                </a:lnTo>
                <a:lnTo>
                  <a:pt x="11291" y="20400"/>
                </a:lnTo>
                <a:cubicBezTo>
                  <a:pt x="11020" y="20400"/>
                  <a:pt x="10800" y="20669"/>
                  <a:pt x="10800" y="21000"/>
                </a:cubicBezTo>
                <a:cubicBezTo>
                  <a:pt x="10800" y="21332"/>
                  <a:pt x="11020" y="21600"/>
                  <a:pt x="11291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6200"/>
                </a:lnTo>
                <a:cubicBezTo>
                  <a:pt x="15709" y="15869"/>
                  <a:pt x="15489" y="15600"/>
                  <a:pt x="15218" y="15600"/>
                </a:cubicBezTo>
                <a:cubicBezTo>
                  <a:pt x="14947" y="15600"/>
                  <a:pt x="14727" y="15869"/>
                  <a:pt x="14727" y="16200"/>
                </a:cubicBezTo>
                <a:lnTo>
                  <a:pt x="14727" y="19552"/>
                </a:lnTo>
                <a:lnTo>
                  <a:pt x="8058" y="11400"/>
                </a:lnTo>
                <a:lnTo>
                  <a:pt x="19924" y="11400"/>
                </a:lnTo>
                <a:lnTo>
                  <a:pt x="17817" y="13976"/>
                </a:lnTo>
                <a:cubicBezTo>
                  <a:pt x="17728" y="14085"/>
                  <a:pt x="17673" y="14235"/>
                  <a:pt x="17673" y="14400"/>
                </a:cubicBezTo>
                <a:cubicBezTo>
                  <a:pt x="17673" y="14732"/>
                  <a:pt x="17892" y="15000"/>
                  <a:pt x="18164" y="15000"/>
                </a:cubicBezTo>
                <a:cubicBezTo>
                  <a:pt x="18299" y="15000"/>
                  <a:pt x="18422" y="14933"/>
                  <a:pt x="18511" y="14824"/>
                </a:cubicBezTo>
                <a:lnTo>
                  <a:pt x="21456" y="11224"/>
                </a:lnTo>
                <a:cubicBezTo>
                  <a:pt x="21545" y="11116"/>
                  <a:pt x="21600" y="10966"/>
                  <a:pt x="21600" y="10800"/>
                </a:cubicBezTo>
                <a:cubicBezTo>
                  <a:pt x="21600" y="10635"/>
                  <a:pt x="21545" y="10485"/>
                  <a:pt x="21456" y="1037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3" name="Shape 2933"/>
          <p:cNvSpPr>
            <a:spLocks noChangeArrowheads="1"/>
          </p:cNvSpPr>
          <p:nvPr userDrawn="1"/>
        </p:nvSpPr>
        <p:spPr bwMode="auto">
          <a:xfrm>
            <a:off x="909371" y="3925844"/>
            <a:ext cx="363554" cy="201971"/>
          </a:xfrm>
          <a:prstGeom prst="rect">
            <a:avLst/>
          </a:prstGeom>
          <a:noFill/>
          <a:ln>
            <a:noFill/>
          </a:ln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Arrows</a:t>
            </a:r>
          </a:p>
        </p:txBody>
      </p:sp>
      <p:grpSp>
        <p:nvGrpSpPr>
          <p:cNvPr id="104" name="Group 286"/>
          <p:cNvGrpSpPr/>
          <p:nvPr userDrawn="1"/>
        </p:nvGrpSpPr>
        <p:grpSpPr>
          <a:xfrm>
            <a:off x="7909573" y="5311155"/>
            <a:ext cx="241300" cy="241300"/>
            <a:chOff x="7989888" y="2541588"/>
            <a:chExt cx="296863" cy="296863"/>
          </a:xfrm>
          <a:solidFill>
            <a:schemeClr val="tx1"/>
          </a:solidFill>
        </p:grpSpPr>
        <p:sp>
          <p:nvSpPr>
            <p:cNvPr id="105" name="Freeform 83"/>
            <p:cNvSpPr>
              <a:spLocks noEditPoints="1"/>
            </p:cNvSpPr>
            <p:nvPr/>
          </p:nvSpPr>
          <p:spPr bwMode="auto">
            <a:xfrm>
              <a:off x="7989888" y="2541588"/>
              <a:ext cx="296863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6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7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6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6" name="Oval 84"/>
            <p:cNvSpPr>
              <a:spLocks noChangeArrowheads="1"/>
            </p:cNvSpPr>
            <p:nvPr/>
          </p:nvSpPr>
          <p:spPr bwMode="auto">
            <a:xfrm>
              <a:off x="8081963" y="2616200"/>
              <a:ext cx="38100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7" name="Oval 85"/>
            <p:cNvSpPr>
              <a:spLocks noChangeArrowheads="1"/>
            </p:cNvSpPr>
            <p:nvPr/>
          </p:nvSpPr>
          <p:spPr bwMode="auto">
            <a:xfrm>
              <a:off x="8156575" y="2616200"/>
              <a:ext cx="38100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8" name="Freeform 86"/>
            <p:cNvSpPr>
              <a:spLocks/>
            </p:cNvSpPr>
            <p:nvPr/>
          </p:nvSpPr>
          <p:spPr bwMode="auto">
            <a:xfrm>
              <a:off x="8048625" y="2708275"/>
              <a:ext cx="179388" cy="74613"/>
            </a:xfrm>
            <a:custGeom>
              <a:avLst/>
              <a:gdLst/>
              <a:ahLst/>
              <a:cxnLst>
                <a:cxn ang="0">
                  <a:pos x="4" y="12"/>
                </a:cxn>
                <a:cxn ang="0">
                  <a:pos x="35" y="29"/>
                </a:cxn>
                <a:cxn ang="0">
                  <a:pos x="66" y="12"/>
                </a:cxn>
                <a:cxn ang="0">
                  <a:pos x="70" y="0"/>
                </a:cxn>
                <a:cxn ang="0">
                  <a:pos x="0" y="0"/>
                </a:cxn>
                <a:cxn ang="0">
                  <a:pos x="4" y="12"/>
                </a:cxn>
              </a:cxnLst>
              <a:rect l="0" t="0" r="r" b="b"/>
              <a:pathLst>
                <a:path w="70" h="29">
                  <a:moveTo>
                    <a:pt x="4" y="12"/>
                  </a:moveTo>
                  <a:cubicBezTo>
                    <a:pt x="10" y="22"/>
                    <a:pt x="22" y="29"/>
                    <a:pt x="35" y="29"/>
                  </a:cubicBezTo>
                  <a:cubicBezTo>
                    <a:pt x="48" y="29"/>
                    <a:pt x="59" y="22"/>
                    <a:pt x="66" y="12"/>
                  </a:cubicBezTo>
                  <a:cubicBezTo>
                    <a:pt x="68" y="8"/>
                    <a:pt x="69" y="4"/>
                    <a:pt x="7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" y="8"/>
                    <a:pt x="4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109" name="Group 285"/>
          <p:cNvGrpSpPr/>
          <p:nvPr userDrawn="1"/>
        </p:nvGrpSpPr>
        <p:grpSpPr>
          <a:xfrm>
            <a:off x="8336032" y="5311155"/>
            <a:ext cx="241300" cy="241300"/>
            <a:chOff x="8564563" y="2541588"/>
            <a:chExt cx="296863" cy="296863"/>
          </a:xfrm>
          <a:solidFill>
            <a:schemeClr val="tx1"/>
          </a:solidFill>
        </p:grpSpPr>
        <p:sp>
          <p:nvSpPr>
            <p:cNvPr id="110" name="Freeform 87"/>
            <p:cNvSpPr>
              <a:spLocks noEditPoints="1"/>
            </p:cNvSpPr>
            <p:nvPr/>
          </p:nvSpPr>
          <p:spPr bwMode="auto">
            <a:xfrm>
              <a:off x="8564563" y="2541588"/>
              <a:ext cx="296863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6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7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6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1" name="Oval 88"/>
            <p:cNvSpPr>
              <a:spLocks noChangeArrowheads="1"/>
            </p:cNvSpPr>
            <p:nvPr/>
          </p:nvSpPr>
          <p:spPr bwMode="auto">
            <a:xfrm>
              <a:off x="8656638" y="2616200"/>
              <a:ext cx="39688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2" name="Freeform 89"/>
            <p:cNvSpPr>
              <a:spLocks/>
            </p:cNvSpPr>
            <p:nvPr/>
          </p:nvSpPr>
          <p:spPr bwMode="auto">
            <a:xfrm>
              <a:off x="8639175" y="2708275"/>
              <a:ext cx="149225" cy="74613"/>
            </a:xfrm>
            <a:custGeom>
              <a:avLst/>
              <a:gdLst/>
              <a:ahLst/>
              <a:cxnLst>
                <a:cxn ang="0">
                  <a:pos x="29" y="1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9" y="29"/>
                </a:cxn>
                <a:cxn ang="0">
                  <a:pos x="58" y="0"/>
                </a:cxn>
                <a:cxn ang="0">
                  <a:pos x="58" y="0"/>
                </a:cxn>
                <a:cxn ang="0">
                  <a:pos x="29" y="15"/>
                </a:cxn>
              </a:cxnLst>
              <a:rect l="0" t="0" r="r" b="b"/>
              <a:pathLst>
                <a:path w="58" h="29">
                  <a:moveTo>
                    <a:pt x="29" y="15"/>
                  </a:moveTo>
                  <a:cubicBezTo>
                    <a:pt x="17" y="15"/>
                    <a:pt x="6" y="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13" y="29"/>
                    <a:pt x="29" y="29"/>
                  </a:cubicBezTo>
                  <a:cubicBezTo>
                    <a:pt x="45" y="29"/>
                    <a:pt x="58" y="16"/>
                    <a:pt x="58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1" y="9"/>
                    <a:pt x="41" y="15"/>
                    <a:pt x="29" y="1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3" name="Rectangle 90"/>
            <p:cNvSpPr>
              <a:spLocks noChangeArrowheads="1"/>
            </p:cNvSpPr>
            <p:nvPr/>
          </p:nvSpPr>
          <p:spPr bwMode="auto">
            <a:xfrm>
              <a:off x="8731250" y="2633663"/>
              <a:ext cx="57150" cy="1746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114" name="Group 287"/>
          <p:cNvGrpSpPr/>
          <p:nvPr userDrawn="1"/>
        </p:nvGrpSpPr>
        <p:grpSpPr>
          <a:xfrm>
            <a:off x="7480534" y="5311155"/>
            <a:ext cx="243881" cy="241300"/>
            <a:chOff x="7392988" y="2541588"/>
            <a:chExt cx="300038" cy="296863"/>
          </a:xfrm>
          <a:solidFill>
            <a:schemeClr val="tx1"/>
          </a:solidFill>
        </p:grpSpPr>
        <p:sp>
          <p:nvSpPr>
            <p:cNvPr id="115" name="Freeform 103"/>
            <p:cNvSpPr>
              <a:spLocks noEditPoints="1"/>
            </p:cNvSpPr>
            <p:nvPr/>
          </p:nvSpPr>
          <p:spPr bwMode="auto">
            <a:xfrm>
              <a:off x="7392988" y="2541588"/>
              <a:ext cx="300038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7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8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7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1" y="116"/>
                    <a:pt x="117" y="90"/>
                    <a:pt x="117" y="58"/>
                  </a:cubicBezTo>
                  <a:cubicBezTo>
                    <a:pt x="117" y="26"/>
                    <a:pt x="91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8" y="86"/>
                    <a:pt x="8" y="58"/>
                  </a:cubicBezTo>
                  <a:cubicBezTo>
                    <a:pt x="8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6" name="Oval 104"/>
            <p:cNvSpPr>
              <a:spLocks noChangeArrowheads="1"/>
            </p:cNvSpPr>
            <p:nvPr/>
          </p:nvSpPr>
          <p:spPr bwMode="auto">
            <a:xfrm>
              <a:off x="7488238" y="2616200"/>
              <a:ext cx="36513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7" name="Oval 105"/>
            <p:cNvSpPr>
              <a:spLocks noChangeArrowheads="1"/>
            </p:cNvSpPr>
            <p:nvPr/>
          </p:nvSpPr>
          <p:spPr bwMode="auto">
            <a:xfrm>
              <a:off x="7562850" y="2616200"/>
              <a:ext cx="34925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8" name="Rectangle 106"/>
            <p:cNvSpPr>
              <a:spLocks noChangeArrowheads="1"/>
            </p:cNvSpPr>
            <p:nvPr/>
          </p:nvSpPr>
          <p:spPr bwMode="auto">
            <a:xfrm>
              <a:off x="7467600" y="2725738"/>
              <a:ext cx="150813" cy="206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19" name="Freeform 32"/>
          <p:cNvSpPr>
            <a:spLocks noEditPoints="1"/>
          </p:cNvSpPr>
          <p:nvPr userDrawn="1"/>
        </p:nvSpPr>
        <p:spPr bwMode="auto">
          <a:xfrm>
            <a:off x="7628743" y="2660797"/>
            <a:ext cx="203200" cy="247650"/>
          </a:xfrm>
          <a:custGeom>
            <a:avLst/>
            <a:gdLst>
              <a:gd name="T0" fmla="*/ 2147483646 w 59"/>
              <a:gd name="T1" fmla="*/ 2147483646 h 72"/>
              <a:gd name="T2" fmla="*/ 2147483646 w 59"/>
              <a:gd name="T3" fmla="*/ 2147483646 h 72"/>
              <a:gd name="T4" fmla="*/ 0 w 59"/>
              <a:gd name="T5" fmla="*/ 2147483646 h 72"/>
              <a:gd name="T6" fmla="*/ 2147483646 w 59"/>
              <a:gd name="T7" fmla="*/ 2147483646 h 72"/>
              <a:gd name="T8" fmla="*/ 2147483646 w 59"/>
              <a:gd name="T9" fmla="*/ 2147483646 h 72"/>
              <a:gd name="T10" fmla="*/ 2147483646 w 59"/>
              <a:gd name="T11" fmla="*/ 2147483646 h 72"/>
              <a:gd name="T12" fmla="*/ 2147483646 w 59"/>
              <a:gd name="T13" fmla="*/ 2147483646 h 72"/>
              <a:gd name="T14" fmla="*/ 2147483646 w 59"/>
              <a:gd name="T15" fmla="*/ 2147483646 h 72"/>
              <a:gd name="T16" fmla="*/ 2147483646 w 59"/>
              <a:gd name="T17" fmla="*/ 2147483646 h 72"/>
              <a:gd name="T18" fmla="*/ 2147483646 w 59"/>
              <a:gd name="T19" fmla="*/ 2147483646 h 72"/>
              <a:gd name="T20" fmla="*/ 2147483646 w 59"/>
              <a:gd name="T21" fmla="*/ 2147483646 h 72"/>
              <a:gd name="T22" fmla="*/ 2147483646 w 59"/>
              <a:gd name="T23" fmla="*/ 2147483646 h 72"/>
              <a:gd name="T24" fmla="*/ 2147483646 w 59"/>
              <a:gd name="T25" fmla="*/ 2147483646 h 72"/>
              <a:gd name="T26" fmla="*/ 2147483646 w 59"/>
              <a:gd name="T27" fmla="*/ 2147483646 h 72"/>
              <a:gd name="T28" fmla="*/ 2147483646 w 59"/>
              <a:gd name="T29" fmla="*/ 0 h 72"/>
              <a:gd name="T30" fmla="*/ 2147483646 w 59"/>
              <a:gd name="T31" fmla="*/ 0 h 72"/>
              <a:gd name="T32" fmla="*/ 2147483646 w 59"/>
              <a:gd name="T33" fmla="*/ 2147483646 h 72"/>
              <a:gd name="T34" fmla="*/ 2147483646 w 59"/>
              <a:gd name="T35" fmla="*/ 2147483646 h 72"/>
              <a:gd name="T36" fmla="*/ 2147483646 w 59"/>
              <a:gd name="T37" fmla="*/ 2147483646 h 72"/>
              <a:gd name="T38" fmla="*/ 2147483646 w 59"/>
              <a:gd name="T39" fmla="*/ 2147483646 h 72"/>
              <a:gd name="T40" fmla="*/ 2147483646 w 59"/>
              <a:gd name="T41" fmla="*/ 2147483646 h 72"/>
              <a:gd name="T42" fmla="*/ 2147483646 w 59"/>
              <a:gd name="T43" fmla="*/ 2147483646 h 72"/>
              <a:gd name="T44" fmla="*/ 2147483646 w 59"/>
              <a:gd name="T45" fmla="*/ 2147483646 h 72"/>
              <a:gd name="T46" fmla="*/ 2147483646 w 59"/>
              <a:gd name="T47" fmla="*/ 2147483646 h 72"/>
              <a:gd name="T48" fmla="*/ 2147483646 w 59"/>
              <a:gd name="T49" fmla="*/ 2147483646 h 72"/>
              <a:gd name="T50" fmla="*/ 2147483646 w 59"/>
              <a:gd name="T51" fmla="*/ 2147483646 h 72"/>
              <a:gd name="T52" fmla="*/ 2147483646 w 59"/>
              <a:gd name="T53" fmla="*/ 2147483646 h 72"/>
              <a:gd name="T54" fmla="*/ 2147483646 w 59"/>
              <a:gd name="T55" fmla="*/ 2147483646 h 72"/>
              <a:gd name="T56" fmla="*/ 2147483646 w 59"/>
              <a:gd name="T57" fmla="*/ 2147483646 h 72"/>
              <a:gd name="T58" fmla="*/ 2147483646 w 59"/>
              <a:gd name="T59" fmla="*/ 2147483646 h 72"/>
              <a:gd name="T60" fmla="*/ 2147483646 w 59"/>
              <a:gd name="T61" fmla="*/ 2147483646 h 72"/>
              <a:gd name="T62" fmla="*/ 2147483646 w 59"/>
              <a:gd name="T63" fmla="*/ 2147483646 h 72"/>
              <a:gd name="T64" fmla="*/ 2147483646 w 59"/>
              <a:gd name="T65" fmla="*/ 2147483646 h 72"/>
              <a:gd name="T66" fmla="*/ 2147483646 w 59"/>
              <a:gd name="T67" fmla="*/ 2147483646 h 72"/>
              <a:gd name="T68" fmla="*/ 2147483646 w 59"/>
              <a:gd name="T69" fmla="*/ 2147483646 h 72"/>
              <a:gd name="T70" fmla="*/ 2147483646 w 59"/>
              <a:gd name="T71" fmla="*/ 2147483646 h 72"/>
              <a:gd name="T72" fmla="*/ 2147483646 w 59"/>
              <a:gd name="T73" fmla="*/ 2147483646 h 72"/>
              <a:gd name="T74" fmla="*/ 2147483646 w 59"/>
              <a:gd name="T75" fmla="*/ 2147483646 h 72"/>
              <a:gd name="T76" fmla="*/ 2147483646 w 59"/>
              <a:gd name="T77" fmla="*/ 2147483646 h 72"/>
              <a:gd name="T78" fmla="*/ 2147483646 w 59"/>
              <a:gd name="T79" fmla="*/ 2147483646 h 72"/>
              <a:gd name="T80" fmla="*/ 2147483646 w 59"/>
              <a:gd name="T81" fmla="*/ 2147483646 h 72"/>
              <a:gd name="T82" fmla="*/ 2147483646 w 59"/>
              <a:gd name="T83" fmla="*/ 2147483646 h 72"/>
              <a:gd name="T84" fmla="*/ 2147483646 w 59"/>
              <a:gd name="T85" fmla="*/ 2147483646 h 72"/>
              <a:gd name="T86" fmla="*/ 2147483646 w 59"/>
              <a:gd name="T87" fmla="*/ 2147483646 h 72"/>
              <a:gd name="T88" fmla="*/ 2147483646 w 59"/>
              <a:gd name="T89" fmla="*/ 2147483646 h 72"/>
              <a:gd name="T90" fmla="*/ 2147483646 w 59"/>
              <a:gd name="T91" fmla="*/ 2147483646 h 72"/>
              <a:gd name="T92" fmla="*/ 2147483646 w 59"/>
              <a:gd name="T93" fmla="*/ 2147483646 h 72"/>
              <a:gd name="T94" fmla="*/ 2147483646 w 59"/>
              <a:gd name="T95" fmla="*/ 2147483646 h 72"/>
              <a:gd name="T96" fmla="*/ 2147483646 w 59"/>
              <a:gd name="T97" fmla="*/ 2147483646 h 72"/>
              <a:gd name="T98" fmla="*/ 2147483646 w 59"/>
              <a:gd name="T99" fmla="*/ 2147483646 h 72"/>
              <a:gd name="T100" fmla="*/ 2147483646 w 59"/>
              <a:gd name="T101" fmla="*/ 2147483646 h 72"/>
              <a:gd name="T102" fmla="*/ 2147483646 w 59"/>
              <a:gd name="T103" fmla="*/ 2147483646 h 72"/>
              <a:gd name="T104" fmla="*/ 2147483646 w 59"/>
              <a:gd name="T105" fmla="*/ 2147483646 h 72"/>
              <a:gd name="T106" fmla="*/ 2147483646 w 59"/>
              <a:gd name="T107" fmla="*/ 2147483646 h 72"/>
              <a:gd name="T108" fmla="*/ 2147483646 w 59"/>
              <a:gd name="T109" fmla="*/ 2147483646 h 72"/>
              <a:gd name="T110" fmla="*/ 2147483646 w 59"/>
              <a:gd name="T111" fmla="*/ 2147483646 h 72"/>
              <a:gd name="T112" fmla="*/ 2147483646 w 59"/>
              <a:gd name="T113" fmla="*/ 2147483646 h 72"/>
              <a:gd name="T114" fmla="*/ 2147483646 w 59"/>
              <a:gd name="T115" fmla="*/ 2147483646 h 72"/>
              <a:gd name="T116" fmla="*/ 2147483646 w 59"/>
              <a:gd name="T117" fmla="*/ 2147483646 h 72"/>
              <a:gd name="T118" fmla="*/ 2147483646 w 59"/>
              <a:gd name="T119" fmla="*/ 2147483646 h 72"/>
              <a:gd name="T120" fmla="*/ 2147483646 w 59"/>
              <a:gd name="T121" fmla="*/ 2147483646 h 72"/>
              <a:gd name="T122" fmla="*/ 2147483646 w 59"/>
              <a:gd name="T123" fmla="*/ 2147483646 h 7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59" h="72">
                <a:moveTo>
                  <a:pt x="58" y="66"/>
                </a:moveTo>
                <a:cubicBezTo>
                  <a:pt x="58" y="69"/>
                  <a:pt x="55" y="71"/>
                  <a:pt x="52" y="71"/>
                </a:cubicBezTo>
                <a:cubicBezTo>
                  <a:pt x="45" y="72"/>
                  <a:pt x="37" y="72"/>
                  <a:pt x="30" y="72"/>
                </a:cubicBezTo>
                <a:cubicBezTo>
                  <a:pt x="22" y="72"/>
                  <a:pt x="15" y="72"/>
                  <a:pt x="7" y="71"/>
                </a:cubicBezTo>
                <a:cubicBezTo>
                  <a:pt x="4" y="71"/>
                  <a:pt x="2" y="69"/>
                  <a:pt x="1" y="66"/>
                </a:cubicBezTo>
                <a:cubicBezTo>
                  <a:pt x="0" y="61"/>
                  <a:pt x="0" y="56"/>
                  <a:pt x="0" y="52"/>
                </a:cubicBezTo>
                <a:cubicBezTo>
                  <a:pt x="0" y="47"/>
                  <a:pt x="0" y="42"/>
                  <a:pt x="1" y="38"/>
                </a:cubicBezTo>
                <a:cubicBezTo>
                  <a:pt x="2" y="34"/>
                  <a:pt x="4" y="32"/>
                  <a:pt x="7" y="32"/>
                </a:cubicBezTo>
                <a:cubicBezTo>
                  <a:pt x="15" y="31"/>
                  <a:pt x="22" y="31"/>
                  <a:pt x="30" y="31"/>
                </a:cubicBezTo>
                <a:cubicBezTo>
                  <a:pt x="37" y="31"/>
                  <a:pt x="45" y="31"/>
                  <a:pt x="52" y="32"/>
                </a:cubicBezTo>
                <a:cubicBezTo>
                  <a:pt x="55" y="32"/>
                  <a:pt x="58" y="34"/>
                  <a:pt x="58" y="38"/>
                </a:cubicBezTo>
                <a:cubicBezTo>
                  <a:pt x="59" y="42"/>
                  <a:pt x="59" y="47"/>
                  <a:pt x="59" y="52"/>
                </a:cubicBezTo>
                <a:cubicBezTo>
                  <a:pt x="59" y="56"/>
                  <a:pt x="59" y="61"/>
                  <a:pt x="58" y="66"/>
                </a:cubicBezTo>
                <a:close/>
                <a:moveTo>
                  <a:pt x="17" y="42"/>
                </a:moveTo>
                <a:cubicBezTo>
                  <a:pt x="17" y="38"/>
                  <a:pt x="17" y="38"/>
                  <a:pt x="17" y="38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42"/>
                  <a:pt x="4" y="42"/>
                  <a:pt x="4" y="42"/>
                </a:cubicBezTo>
                <a:cubicBezTo>
                  <a:pt x="9" y="42"/>
                  <a:pt x="9" y="42"/>
                  <a:pt x="9" y="42"/>
                </a:cubicBezTo>
                <a:cubicBezTo>
                  <a:pt x="9" y="64"/>
                  <a:pt x="9" y="64"/>
                  <a:pt x="9" y="64"/>
                </a:cubicBezTo>
                <a:cubicBezTo>
                  <a:pt x="13" y="64"/>
                  <a:pt x="13" y="64"/>
                  <a:pt x="13" y="64"/>
                </a:cubicBezTo>
                <a:cubicBezTo>
                  <a:pt x="13" y="42"/>
                  <a:pt x="13" y="42"/>
                  <a:pt x="13" y="42"/>
                </a:cubicBezTo>
                <a:lnTo>
                  <a:pt x="17" y="42"/>
                </a:lnTo>
                <a:close/>
                <a:moveTo>
                  <a:pt x="23" y="0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27"/>
                  <a:pt x="19" y="27"/>
                  <a:pt x="19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16"/>
                  <a:pt x="15" y="16"/>
                  <a:pt x="15" y="16"/>
                </a:cubicBezTo>
                <a:cubicBezTo>
                  <a:pt x="14" y="14"/>
                  <a:pt x="13" y="12"/>
                  <a:pt x="12" y="8"/>
                </a:cubicBezTo>
                <a:cubicBezTo>
                  <a:pt x="11" y="5"/>
                  <a:pt x="10" y="3"/>
                  <a:pt x="9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7" y="11"/>
                  <a:pt x="17" y="11"/>
                  <a:pt x="17" y="11"/>
                </a:cubicBezTo>
                <a:cubicBezTo>
                  <a:pt x="19" y="0"/>
                  <a:pt x="19" y="0"/>
                  <a:pt x="19" y="0"/>
                </a:cubicBezTo>
                <a:lnTo>
                  <a:pt x="23" y="0"/>
                </a:lnTo>
                <a:close/>
                <a:moveTo>
                  <a:pt x="28" y="64"/>
                </a:moveTo>
                <a:cubicBezTo>
                  <a:pt x="28" y="45"/>
                  <a:pt x="28" y="45"/>
                  <a:pt x="28" y="45"/>
                </a:cubicBezTo>
                <a:cubicBezTo>
                  <a:pt x="24" y="45"/>
                  <a:pt x="24" y="45"/>
                  <a:pt x="24" y="45"/>
                </a:cubicBezTo>
                <a:cubicBezTo>
                  <a:pt x="24" y="60"/>
                  <a:pt x="24" y="60"/>
                  <a:pt x="24" y="60"/>
                </a:cubicBezTo>
                <a:cubicBezTo>
                  <a:pt x="23" y="61"/>
                  <a:pt x="23" y="61"/>
                  <a:pt x="22" y="61"/>
                </a:cubicBezTo>
                <a:cubicBezTo>
                  <a:pt x="21" y="61"/>
                  <a:pt x="21" y="61"/>
                  <a:pt x="21" y="61"/>
                </a:cubicBezTo>
                <a:cubicBezTo>
                  <a:pt x="21" y="60"/>
                  <a:pt x="21" y="60"/>
                  <a:pt x="21" y="59"/>
                </a:cubicBezTo>
                <a:cubicBezTo>
                  <a:pt x="21" y="45"/>
                  <a:pt x="21" y="45"/>
                  <a:pt x="21" y="45"/>
                </a:cubicBezTo>
                <a:cubicBezTo>
                  <a:pt x="17" y="45"/>
                  <a:pt x="17" y="45"/>
                  <a:pt x="17" y="45"/>
                </a:cubicBezTo>
                <a:cubicBezTo>
                  <a:pt x="17" y="60"/>
                  <a:pt x="17" y="60"/>
                  <a:pt x="17" y="60"/>
                </a:cubicBezTo>
                <a:cubicBezTo>
                  <a:pt x="17" y="62"/>
                  <a:pt x="17" y="63"/>
                  <a:pt x="18" y="63"/>
                </a:cubicBezTo>
                <a:cubicBezTo>
                  <a:pt x="18" y="64"/>
                  <a:pt x="19" y="65"/>
                  <a:pt x="20" y="65"/>
                </a:cubicBezTo>
                <a:cubicBezTo>
                  <a:pt x="21" y="65"/>
                  <a:pt x="23" y="64"/>
                  <a:pt x="24" y="62"/>
                </a:cubicBezTo>
                <a:cubicBezTo>
                  <a:pt x="24" y="64"/>
                  <a:pt x="24" y="64"/>
                  <a:pt x="24" y="64"/>
                </a:cubicBezTo>
                <a:lnTo>
                  <a:pt x="28" y="64"/>
                </a:lnTo>
                <a:close/>
                <a:moveTo>
                  <a:pt x="34" y="21"/>
                </a:moveTo>
                <a:cubicBezTo>
                  <a:pt x="34" y="23"/>
                  <a:pt x="34" y="24"/>
                  <a:pt x="33" y="25"/>
                </a:cubicBezTo>
                <a:cubicBezTo>
                  <a:pt x="32" y="27"/>
                  <a:pt x="31" y="28"/>
                  <a:pt x="29" y="28"/>
                </a:cubicBezTo>
                <a:cubicBezTo>
                  <a:pt x="27" y="28"/>
                  <a:pt x="26" y="27"/>
                  <a:pt x="25" y="25"/>
                </a:cubicBezTo>
                <a:cubicBezTo>
                  <a:pt x="24" y="24"/>
                  <a:pt x="23" y="23"/>
                  <a:pt x="23" y="21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2"/>
                  <a:pt x="24" y="10"/>
                  <a:pt x="25" y="9"/>
                </a:cubicBezTo>
                <a:cubicBezTo>
                  <a:pt x="26" y="8"/>
                  <a:pt x="27" y="7"/>
                  <a:pt x="29" y="7"/>
                </a:cubicBezTo>
                <a:cubicBezTo>
                  <a:pt x="31" y="7"/>
                  <a:pt x="32" y="8"/>
                  <a:pt x="33" y="9"/>
                </a:cubicBezTo>
                <a:cubicBezTo>
                  <a:pt x="34" y="10"/>
                  <a:pt x="34" y="12"/>
                  <a:pt x="34" y="14"/>
                </a:cubicBezTo>
                <a:lnTo>
                  <a:pt x="34" y="21"/>
                </a:lnTo>
                <a:close/>
                <a:moveTo>
                  <a:pt x="30" y="13"/>
                </a:moveTo>
                <a:cubicBezTo>
                  <a:pt x="30" y="11"/>
                  <a:pt x="30" y="10"/>
                  <a:pt x="29" y="10"/>
                </a:cubicBezTo>
                <a:cubicBezTo>
                  <a:pt x="28" y="10"/>
                  <a:pt x="27" y="11"/>
                  <a:pt x="27" y="13"/>
                </a:cubicBezTo>
                <a:cubicBezTo>
                  <a:pt x="27" y="21"/>
                  <a:pt x="27" y="21"/>
                  <a:pt x="27" y="21"/>
                </a:cubicBezTo>
                <a:cubicBezTo>
                  <a:pt x="27" y="23"/>
                  <a:pt x="28" y="24"/>
                  <a:pt x="29" y="24"/>
                </a:cubicBezTo>
                <a:cubicBezTo>
                  <a:pt x="30" y="24"/>
                  <a:pt x="30" y="23"/>
                  <a:pt x="30" y="21"/>
                </a:cubicBezTo>
                <a:lnTo>
                  <a:pt x="30" y="13"/>
                </a:lnTo>
                <a:close/>
                <a:moveTo>
                  <a:pt x="41" y="51"/>
                </a:moveTo>
                <a:cubicBezTo>
                  <a:pt x="41" y="49"/>
                  <a:pt x="41" y="47"/>
                  <a:pt x="41" y="47"/>
                </a:cubicBezTo>
                <a:cubicBezTo>
                  <a:pt x="41" y="45"/>
                  <a:pt x="40" y="44"/>
                  <a:pt x="38" y="44"/>
                </a:cubicBezTo>
                <a:cubicBezTo>
                  <a:pt x="37" y="44"/>
                  <a:pt x="36" y="45"/>
                  <a:pt x="34" y="46"/>
                </a:cubicBezTo>
                <a:cubicBezTo>
                  <a:pt x="34" y="38"/>
                  <a:pt x="34" y="38"/>
                  <a:pt x="34" y="38"/>
                </a:cubicBezTo>
                <a:cubicBezTo>
                  <a:pt x="31" y="38"/>
                  <a:pt x="31" y="38"/>
                  <a:pt x="31" y="38"/>
                </a:cubicBezTo>
                <a:cubicBezTo>
                  <a:pt x="31" y="64"/>
                  <a:pt x="31" y="64"/>
                  <a:pt x="31" y="6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2"/>
                  <a:pt x="34" y="62"/>
                  <a:pt x="34" y="62"/>
                </a:cubicBezTo>
                <a:cubicBezTo>
                  <a:pt x="36" y="64"/>
                  <a:pt x="37" y="65"/>
                  <a:pt x="38" y="65"/>
                </a:cubicBezTo>
                <a:cubicBezTo>
                  <a:pt x="40" y="65"/>
                  <a:pt x="41" y="64"/>
                  <a:pt x="41" y="62"/>
                </a:cubicBezTo>
                <a:cubicBezTo>
                  <a:pt x="41" y="62"/>
                  <a:pt x="41" y="60"/>
                  <a:pt x="41" y="58"/>
                </a:cubicBezTo>
                <a:lnTo>
                  <a:pt x="41" y="51"/>
                </a:lnTo>
                <a:close/>
                <a:moveTo>
                  <a:pt x="38" y="59"/>
                </a:moveTo>
                <a:cubicBezTo>
                  <a:pt x="38" y="61"/>
                  <a:pt x="37" y="61"/>
                  <a:pt x="36" y="61"/>
                </a:cubicBezTo>
                <a:cubicBezTo>
                  <a:pt x="36" y="61"/>
                  <a:pt x="35" y="61"/>
                  <a:pt x="34" y="61"/>
                </a:cubicBezTo>
                <a:cubicBezTo>
                  <a:pt x="34" y="48"/>
                  <a:pt x="34" y="48"/>
                  <a:pt x="34" y="48"/>
                </a:cubicBezTo>
                <a:cubicBezTo>
                  <a:pt x="35" y="48"/>
                  <a:pt x="36" y="48"/>
                  <a:pt x="36" y="48"/>
                </a:cubicBezTo>
                <a:cubicBezTo>
                  <a:pt x="37" y="48"/>
                  <a:pt x="38" y="49"/>
                  <a:pt x="38" y="50"/>
                </a:cubicBezTo>
                <a:lnTo>
                  <a:pt x="38" y="59"/>
                </a:lnTo>
                <a:close/>
                <a:moveTo>
                  <a:pt x="48" y="27"/>
                </a:moveTo>
                <a:cubicBezTo>
                  <a:pt x="44" y="27"/>
                  <a:pt x="44" y="27"/>
                  <a:pt x="44" y="27"/>
                </a:cubicBezTo>
                <a:cubicBezTo>
                  <a:pt x="44" y="25"/>
                  <a:pt x="44" y="25"/>
                  <a:pt x="44" y="25"/>
                </a:cubicBezTo>
                <a:cubicBezTo>
                  <a:pt x="42" y="27"/>
                  <a:pt x="41" y="28"/>
                  <a:pt x="40" y="28"/>
                </a:cubicBezTo>
                <a:cubicBezTo>
                  <a:pt x="39" y="28"/>
                  <a:pt x="38" y="27"/>
                  <a:pt x="37" y="26"/>
                </a:cubicBezTo>
                <a:cubicBezTo>
                  <a:pt x="37" y="25"/>
                  <a:pt x="37" y="24"/>
                  <a:pt x="37" y="23"/>
                </a:cubicBezTo>
                <a:cubicBezTo>
                  <a:pt x="37" y="7"/>
                  <a:pt x="37" y="7"/>
                  <a:pt x="37" y="7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22"/>
                  <a:pt x="41" y="22"/>
                  <a:pt x="41" y="22"/>
                </a:cubicBezTo>
                <a:cubicBezTo>
                  <a:pt x="41" y="23"/>
                  <a:pt x="41" y="23"/>
                  <a:pt x="41" y="23"/>
                </a:cubicBezTo>
                <a:cubicBezTo>
                  <a:pt x="41" y="24"/>
                  <a:pt x="41" y="24"/>
                  <a:pt x="42" y="24"/>
                </a:cubicBezTo>
                <a:cubicBezTo>
                  <a:pt x="42" y="24"/>
                  <a:pt x="43" y="24"/>
                  <a:pt x="44" y="22"/>
                </a:cubicBezTo>
                <a:cubicBezTo>
                  <a:pt x="44" y="7"/>
                  <a:pt x="44" y="7"/>
                  <a:pt x="44" y="7"/>
                </a:cubicBezTo>
                <a:cubicBezTo>
                  <a:pt x="48" y="7"/>
                  <a:pt x="48" y="7"/>
                  <a:pt x="48" y="7"/>
                </a:cubicBezTo>
                <a:lnTo>
                  <a:pt x="48" y="27"/>
                </a:lnTo>
                <a:close/>
                <a:moveTo>
                  <a:pt x="55" y="58"/>
                </a:moveTo>
                <a:cubicBezTo>
                  <a:pt x="51" y="58"/>
                  <a:pt x="51" y="58"/>
                  <a:pt x="51" y="58"/>
                </a:cubicBezTo>
                <a:cubicBezTo>
                  <a:pt x="51" y="59"/>
                  <a:pt x="51" y="60"/>
                  <a:pt x="51" y="60"/>
                </a:cubicBezTo>
                <a:cubicBezTo>
                  <a:pt x="51" y="61"/>
                  <a:pt x="50" y="61"/>
                  <a:pt x="50" y="61"/>
                </a:cubicBezTo>
                <a:cubicBezTo>
                  <a:pt x="48" y="61"/>
                  <a:pt x="48" y="61"/>
                  <a:pt x="48" y="59"/>
                </a:cubicBezTo>
                <a:cubicBezTo>
                  <a:pt x="48" y="55"/>
                  <a:pt x="48" y="55"/>
                  <a:pt x="48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1"/>
                  <a:pt x="55" y="51"/>
                  <a:pt x="55" y="51"/>
                </a:cubicBezTo>
                <a:cubicBezTo>
                  <a:pt x="55" y="49"/>
                  <a:pt x="55" y="47"/>
                  <a:pt x="54" y="46"/>
                </a:cubicBezTo>
                <a:cubicBezTo>
                  <a:pt x="53" y="45"/>
                  <a:pt x="51" y="44"/>
                  <a:pt x="50" y="44"/>
                </a:cubicBezTo>
                <a:cubicBezTo>
                  <a:pt x="48" y="44"/>
                  <a:pt x="46" y="45"/>
                  <a:pt x="45" y="46"/>
                </a:cubicBezTo>
                <a:cubicBezTo>
                  <a:pt x="45" y="47"/>
                  <a:pt x="44" y="49"/>
                  <a:pt x="44" y="51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60"/>
                  <a:pt x="45" y="62"/>
                  <a:pt x="45" y="63"/>
                </a:cubicBezTo>
                <a:cubicBezTo>
                  <a:pt x="46" y="64"/>
                  <a:pt x="48" y="65"/>
                  <a:pt x="50" y="65"/>
                </a:cubicBezTo>
                <a:cubicBezTo>
                  <a:pt x="52" y="65"/>
                  <a:pt x="53" y="64"/>
                  <a:pt x="54" y="63"/>
                </a:cubicBezTo>
                <a:cubicBezTo>
                  <a:pt x="54" y="62"/>
                  <a:pt x="55" y="61"/>
                  <a:pt x="55" y="60"/>
                </a:cubicBezTo>
                <a:cubicBezTo>
                  <a:pt x="55" y="60"/>
                  <a:pt x="55" y="59"/>
                  <a:pt x="55" y="58"/>
                </a:cubicBezTo>
                <a:close/>
                <a:moveTo>
                  <a:pt x="51" y="52"/>
                </a:moveTo>
                <a:cubicBezTo>
                  <a:pt x="48" y="52"/>
                  <a:pt x="48" y="52"/>
                  <a:pt x="48" y="52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49"/>
                  <a:pt x="48" y="48"/>
                  <a:pt x="50" y="48"/>
                </a:cubicBezTo>
                <a:cubicBezTo>
                  <a:pt x="51" y="48"/>
                  <a:pt x="51" y="49"/>
                  <a:pt x="51" y="50"/>
                </a:cubicBezTo>
                <a:lnTo>
                  <a:pt x="51" y="5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Freeform 51"/>
          <p:cNvSpPr>
            <a:spLocks noEditPoints="1"/>
          </p:cNvSpPr>
          <p:nvPr userDrawn="1"/>
        </p:nvSpPr>
        <p:spPr bwMode="auto">
          <a:xfrm>
            <a:off x="3778977" y="2681937"/>
            <a:ext cx="201266" cy="284937"/>
          </a:xfrm>
          <a:custGeom>
            <a:avLst/>
            <a:gdLst>
              <a:gd name="T0" fmla="*/ 2147483646 w 41"/>
              <a:gd name="T1" fmla="*/ 2147483646 h 58"/>
              <a:gd name="T2" fmla="*/ 2147483646 w 41"/>
              <a:gd name="T3" fmla="*/ 2147483646 h 58"/>
              <a:gd name="T4" fmla="*/ 2147483646 w 41"/>
              <a:gd name="T5" fmla="*/ 2147483646 h 58"/>
              <a:gd name="T6" fmla="*/ 2147483646 w 41"/>
              <a:gd name="T7" fmla="*/ 2147483646 h 58"/>
              <a:gd name="T8" fmla="*/ 2147483646 w 41"/>
              <a:gd name="T9" fmla="*/ 2147483646 h 58"/>
              <a:gd name="T10" fmla="*/ 2147483646 w 41"/>
              <a:gd name="T11" fmla="*/ 2147483646 h 58"/>
              <a:gd name="T12" fmla="*/ 2147483646 w 41"/>
              <a:gd name="T13" fmla="*/ 2147483646 h 58"/>
              <a:gd name="T14" fmla="*/ 2147483646 w 41"/>
              <a:gd name="T15" fmla="*/ 2147483646 h 58"/>
              <a:gd name="T16" fmla="*/ 2147483646 w 41"/>
              <a:gd name="T17" fmla="*/ 2147483646 h 58"/>
              <a:gd name="T18" fmla="*/ 2147483646 w 41"/>
              <a:gd name="T19" fmla="*/ 2147483646 h 58"/>
              <a:gd name="T20" fmla="*/ 2147483646 w 41"/>
              <a:gd name="T21" fmla="*/ 2147483646 h 58"/>
              <a:gd name="T22" fmla="*/ 2147483646 w 41"/>
              <a:gd name="T23" fmla="*/ 2147483646 h 58"/>
              <a:gd name="T24" fmla="*/ 2147483646 w 41"/>
              <a:gd name="T25" fmla="*/ 2147483646 h 58"/>
              <a:gd name="T26" fmla="*/ 2147483646 w 41"/>
              <a:gd name="T27" fmla="*/ 2147483646 h 58"/>
              <a:gd name="T28" fmla="*/ 2147483646 w 41"/>
              <a:gd name="T29" fmla="*/ 2147483646 h 58"/>
              <a:gd name="T30" fmla="*/ 2147483646 w 41"/>
              <a:gd name="T31" fmla="*/ 2147483646 h 58"/>
              <a:gd name="T32" fmla="*/ 2147483646 w 41"/>
              <a:gd name="T33" fmla="*/ 2147483646 h 58"/>
              <a:gd name="T34" fmla="*/ 2147483646 w 41"/>
              <a:gd name="T35" fmla="*/ 2147483646 h 58"/>
              <a:gd name="T36" fmla="*/ 2147483646 w 41"/>
              <a:gd name="T37" fmla="*/ 2147483646 h 58"/>
              <a:gd name="T38" fmla="*/ 2147483646 w 41"/>
              <a:gd name="T39" fmla="*/ 2147483646 h 58"/>
              <a:gd name="T40" fmla="*/ 2147483646 w 41"/>
              <a:gd name="T41" fmla="*/ 2147483646 h 58"/>
              <a:gd name="T42" fmla="*/ 2147483646 w 41"/>
              <a:gd name="T43" fmla="*/ 0 h 58"/>
              <a:gd name="T44" fmla="*/ 2147483646 w 41"/>
              <a:gd name="T45" fmla="*/ 2147483646 h 58"/>
              <a:gd name="T46" fmla="*/ 2147483646 w 41"/>
              <a:gd name="T47" fmla="*/ 2147483646 h 58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41" h="58">
                <a:moveTo>
                  <a:pt x="30" y="24"/>
                </a:moveTo>
                <a:cubicBezTo>
                  <a:pt x="30" y="54"/>
                  <a:pt x="30" y="54"/>
                  <a:pt x="30" y="54"/>
                </a:cubicBezTo>
                <a:cubicBezTo>
                  <a:pt x="30" y="56"/>
                  <a:pt x="28" y="58"/>
                  <a:pt x="26" y="58"/>
                </a:cubicBezTo>
                <a:cubicBezTo>
                  <a:pt x="24" y="58"/>
                  <a:pt x="22" y="56"/>
                  <a:pt x="22" y="54"/>
                </a:cubicBezTo>
                <a:cubicBezTo>
                  <a:pt x="22" y="40"/>
                  <a:pt x="22" y="40"/>
                  <a:pt x="2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6"/>
                  <a:pt x="18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11" y="24"/>
                  <a:pt x="11" y="24"/>
                  <a:pt x="11" y="24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3"/>
                  <a:pt x="0" y="10"/>
                  <a:pt x="1" y="9"/>
                </a:cubicBezTo>
                <a:cubicBezTo>
                  <a:pt x="2" y="8"/>
                  <a:pt x="5" y="8"/>
                  <a:pt x="6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35" y="9"/>
                  <a:pt x="35" y="9"/>
                  <a:pt x="35" y="9"/>
                </a:cubicBezTo>
                <a:cubicBezTo>
                  <a:pt x="37" y="8"/>
                  <a:pt x="39" y="8"/>
                  <a:pt x="40" y="9"/>
                </a:cubicBezTo>
                <a:cubicBezTo>
                  <a:pt x="41" y="10"/>
                  <a:pt x="41" y="13"/>
                  <a:pt x="40" y="14"/>
                </a:cubicBezTo>
                <a:lnTo>
                  <a:pt x="30" y="24"/>
                </a:lnTo>
                <a:close/>
                <a:moveTo>
                  <a:pt x="21" y="16"/>
                </a:moveTo>
                <a:cubicBezTo>
                  <a:pt x="16" y="16"/>
                  <a:pt x="13" y="12"/>
                  <a:pt x="13" y="8"/>
                </a:cubicBezTo>
                <a:cubicBezTo>
                  <a:pt x="13" y="4"/>
                  <a:pt x="16" y="0"/>
                  <a:pt x="21" y="0"/>
                </a:cubicBezTo>
                <a:cubicBezTo>
                  <a:pt x="25" y="0"/>
                  <a:pt x="29" y="4"/>
                  <a:pt x="29" y="8"/>
                </a:cubicBezTo>
                <a:cubicBezTo>
                  <a:pt x="29" y="12"/>
                  <a:pt x="25" y="16"/>
                  <a:pt x="21" y="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Freeform 83"/>
          <p:cNvSpPr>
            <a:spLocks/>
          </p:cNvSpPr>
          <p:nvPr userDrawn="1"/>
        </p:nvSpPr>
        <p:spPr bwMode="auto">
          <a:xfrm>
            <a:off x="8050348" y="2696890"/>
            <a:ext cx="188912" cy="188912"/>
          </a:xfrm>
          <a:custGeom>
            <a:avLst/>
            <a:gdLst>
              <a:gd name="T0" fmla="*/ 2147483646 w 55"/>
              <a:gd name="T1" fmla="*/ 2147483646 h 55"/>
              <a:gd name="T2" fmla="*/ 2147483646 w 55"/>
              <a:gd name="T3" fmla="*/ 2147483646 h 55"/>
              <a:gd name="T4" fmla="*/ 2147483646 w 55"/>
              <a:gd name="T5" fmla="*/ 2147483646 h 55"/>
              <a:gd name="T6" fmla="*/ 2147483646 w 55"/>
              <a:gd name="T7" fmla="*/ 2147483646 h 55"/>
              <a:gd name="T8" fmla="*/ 2147483646 w 55"/>
              <a:gd name="T9" fmla="*/ 2147483646 h 55"/>
              <a:gd name="T10" fmla="*/ 2147483646 w 55"/>
              <a:gd name="T11" fmla="*/ 2147483646 h 55"/>
              <a:gd name="T12" fmla="*/ 2147483646 w 55"/>
              <a:gd name="T13" fmla="*/ 2147483646 h 55"/>
              <a:gd name="T14" fmla="*/ 2147483646 w 55"/>
              <a:gd name="T15" fmla="*/ 2147483646 h 55"/>
              <a:gd name="T16" fmla="*/ 2147483646 w 55"/>
              <a:gd name="T17" fmla="*/ 2147483646 h 55"/>
              <a:gd name="T18" fmla="*/ 2147483646 w 55"/>
              <a:gd name="T19" fmla="*/ 2147483646 h 55"/>
              <a:gd name="T20" fmla="*/ 2147483646 w 55"/>
              <a:gd name="T21" fmla="*/ 2147483646 h 55"/>
              <a:gd name="T22" fmla="*/ 2147483646 w 55"/>
              <a:gd name="T23" fmla="*/ 2147483646 h 55"/>
              <a:gd name="T24" fmla="*/ 2147483646 w 55"/>
              <a:gd name="T25" fmla="*/ 2147483646 h 55"/>
              <a:gd name="T26" fmla="*/ 2147483646 w 55"/>
              <a:gd name="T27" fmla="*/ 2147483646 h 55"/>
              <a:gd name="T28" fmla="*/ 2147483646 w 55"/>
              <a:gd name="T29" fmla="*/ 2147483646 h 55"/>
              <a:gd name="T30" fmla="*/ 2147483646 w 55"/>
              <a:gd name="T31" fmla="*/ 2147483646 h 55"/>
              <a:gd name="T32" fmla="*/ 2147483646 w 55"/>
              <a:gd name="T33" fmla="*/ 2147483646 h 55"/>
              <a:gd name="T34" fmla="*/ 2147483646 w 55"/>
              <a:gd name="T35" fmla="*/ 2147483646 h 55"/>
              <a:gd name="T36" fmla="*/ 0 w 55"/>
              <a:gd name="T37" fmla="*/ 2147483646 h 55"/>
              <a:gd name="T38" fmla="*/ 0 w 55"/>
              <a:gd name="T39" fmla="*/ 2147483646 h 55"/>
              <a:gd name="T40" fmla="*/ 2147483646 w 55"/>
              <a:gd name="T41" fmla="*/ 0 h 55"/>
              <a:gd name="T42" fmla="*/ 2147483646 w 55"/>
              <a:gd name="T43" fmla="*/ 0 h 55"/>
              <a:gd name="T44" fmla="*/ 2147483646 w 55"/>
              <a:gd name="T45" fmla="*/ 2147483646 h 55"/>
              <a:gd name="T46" fmla="*/ 2147483646 w 55"/>
              <a:gd name="T47" fmla="*/ 2147483646 h 55"/>
              <a:gd name="T48" fmla="*/ 2147483646 w 55"/>
              <a:gd name="T49" fmla="*/ 2147483646 h 55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55" h="55">
                <a:moveTo>
                  <a:pt x="44" y="55"/>
                </a:moveTo>
                <a:cubicBezTo>
                  <a:pt x="37" y="55"/>
                  <a:pt x="37" y="55"/>
                  <a:pt x="37" y="55"/>
                </a:cubicBezTo>
                <a:cubicBezTo>
                  <a:pt x="37" y="33"/>
                  <a:pt x="37" y="33"/>
                  <a:pt x="37" y="33"/>
                </a:cubicBezTo>
                <a:cubicBezTo>
                  <a:pt x="45" y="33"/>
                  <a:pt x="45" y="33"/>
                  <a:pt x="45" y="33"/>
                </a:cubicBezTo>
                <a:cubicBezTo>
                  <a:pt x="46" y="25"/>
                  <a:pt x="46" y="25"/>
                  <a:pt x="46" y="25"/>
                </a:cubicBezTo>
                <a:cubicBezTo>
                  <a:pt x="37" y="25"/>
                  <a:pt x="37" y="25"/>
                  <a:pt x="37" y="25"/>
                </a:cubicBezTo>
                <a:cubicBezTo>
                  <a:pt x="37" y="20"/>
                  <a:pt x="37" y="20"/>
                  <a:pt x="37" y="20"/>
                </a:cubicBezTo>
                <a:cubicBezTo>
                  <a:pt x="37" y="18"/>
                  <a:pt x="38" y="16"/>
                  <a:pt x="42" y="16"/>
                </a:cubicBezTo>
                <a:cubicBezTo>
                  <a:pt x="47" y="16"/>
                  <a:pt x="47" y="16"/>
                  <a:pt x="47" y="16"/>
                </a:cubicBezTo>
                <a:cubicBezTo>
                  <a:pt x="47" y="9"/>
                  <a:pt x="47" y="9"/>
                  <a:pt x="47" y="9"/>
                </a:cubicBezTo>
                <a:cubicBezTo>
                  <a:pt x="45" y="9"/>
                  <a:pt x="43" y="8"/>
                  <a:pt x="40" y="8"/>
                </a:cubicBezTo>
                <a:cubicBezTo>
                  <a:pt x="34" y="8"/>
                  <a:pt x="29" y="12"/>
                  <a:pt x="29" y="19"/>
                </a:cubicBezTo>
                <a:cubicBezTo>
                  <a:pt x="29" y="25"/>
                  <a:pt x="29" y="25"/>
                  <a:pt x="29" y="25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33"/>
                  <a:pt x="21" y="33"/>
                  <a:pt x="21" y="33"/>
                </a:cubicBezTo>
                <a:cubicBezTo>
                  <a:pt x="29" y="33"/>
                  <a:pt x="29" y="33"/>
                  <a:pt x="29" y="33"/>
                </a:cubicBezTo>
                <a:cubicBezTo>
                  <a:pt x="29" y="55"/>
                  <a:pt x="29" y="55"/>
                  <a:pt x="29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5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cubicBezTo>
                  <a:pt x="55" y="45"/>
                  <a:pt x="55" y="45"/>
                  <a:pt x="55" y="45"/>
                </a:cubicBezTo>
                <a:cubicBezTo>
                  <a:pt x="55" y="50"/>
                  <a:pt x="50" y="55"/>
                  <a:pt x="44" y="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2786"/>
          <p:cNvSpPr/>
          <p:nvPr userDrawn="1"/>
        </p:nvSpPr>
        <p:spPr>
          <a:xfrm>
            <a:off x="1737995" y="2247498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79" h="20458" extrusionOk="0">
                <a:moveTo>
                  <a:pt x="8629" y="9718"/>
                </a:moveTo>
                <a:cubicBezTo>
                  <a:pt x="8364" y="9718"/>
                  <a:pt x="8150" y="9946"/>
                  <a:pt x="8150" y="10229"/>
                </a:cubicBezTo>
                <a:cubicBezTo>
                  <a:pt x="8150" y="10512"/>
                  <a:pt x="8364" y="10740"/>
                  <a:pt x="8629" y="10740"/>
                </a:cubicBezTo>
                <a:cubicBezTo>
                  <a:pt x="8894" y="10740"/>
                  <a:pt x="9109" y="10512"/>
                  <a:pt x="9109" y="10229"/>
                </a:cubicBezTo>
                <a:cubicBezTo>
                  <a:pt x="9109" y="9946"/>
                  <a:pt x="8894" y="9718"/>
                  <a:pt x="8629" y="9718"/>
                </a:cubicBezTo>
                <a:moveTo>
                  <a:pt x="19841" y="17227"/>
                </a:moveTo>
                <a:cubicBezTo>
                  <a:pt x="18962" y="17974"/>
                  <a:pt x="18122" y="17900"/>
                  <a:pt x="18122" y="17900"/>
                </a:cubicBezTo>
                <a:cubicBezTo>
                  <a:pt x="17681" y="17900"/>
                  <a:pt x="16277" y="16919"/>
                  <a:pt x="9448" y="11852"/>
                </a:cubicBezTo>
                <a:lnTo>
                  <a:pt x="10866" y="10844"/>
                </a:lnTo>
                <a:cubicBezTo>
                  <a:pt x="10866" y="10844"/>
                  <a:pt x="19841" y="17227"/>
                  <a:pt x="19841" y="17227"/>
                </a:cubicBezTo>
                <a:close/>
                <a:moveTo>
                  <a:pt x="6661" y="12605"/>
                </a:moveTo>
                <a:cubicBezTo>
                  <a:pt x="6010" y="12349"/>
                  <a:pt x="5264" y="12239"/>
                  <a:pt x="4521" y="12267"/>
                </a:cubicBezTo>
                <a:cubicBezTo>
                  <a:pt x="15686" y="3965"/>
                  <a:pt x="17591" y="2558"/>
                  <a:pt x="18122" y="2558"/>
                </a:cubicBezTo>
                <a:cubicBezTo>
                  <a:pt x="18122" y="2558"/>
                  <a:pt x="18962" y="2484"/>
                  <a:pt x="19841" y="3231"/>
                </a:cubicBezTo>
                <a:cubicBezTo>
                  <a:pt x="19841" y="3231"/>
                  <a:pt x="6661" y="12605"/>
                  <a:pt x="6661" y="12605"/>
                </a:cubicBezTo>
                <a:close/>
                <a:moveTo>
                  <a:pt x="5586" y="19031"/>
                </a:moveTo>
                <a:cubicBezTo>
                  <a:pt x="4111" y="19863"/>
                  <a:pt x="2224" y="19369"/>
                  <a:pt x="1372" y="17927"/>
                </a:cubicBezTo>
                <a:cubicBezTo>
                  <a:pt x="520" y="16485"/>
                  <a:pt x="1026" y="14640"/>
                  <a:pt x="2501" y="13808"/>
                </a:cubicBezTo>
                <a:cubicBezTo>
                  <a:pt x="3977" y="12975"/>
                  <a:pt x="6532" y="13092"/>
                  <a:pt x="7383" y="14534"/>
                </a:cubicBezTo>
                <a:cubicBezTo>
                  <a:pt x="8235" y="15977"/>
                  <a:pt x="7062" y="18198"/>
                  <a:pt x="5586" y="19031"/>
                </a:cubicBezTo>
                <a:moveTo>
                  <a:pt x="4521" y="8191"/>
                </a:moveTo>
                <a:cubicBezTo>
                  <a:pt x="5264" y="8219"/>
                  <a:pt x="6010" y="8109"/>
                  <a:pt x="6661" y="7853"/>
                </a:cubicBezTo>
                <a:lnTo>
                  <a:pt x="7765" y="8638"/>
                </a:lnTo>
                <a:cubicBezTo>
                  <a:pt x="7345" y="8950"/>
                  <a:pt x="6901" y="9281"/>
                  <a:pt x="6443" y="9621"/>
                </a:cubicBezTo>
                <a:cubicBezTo>
                  <a:pt x="5833" y="9167"/>
                  <a:pt x="5200" y="8696"/>
                  <a:pt x="4521" y="8191"/>
                </a:cubicBezTo>
                <a:moveTo>
                  <a:pt x="2501" y="6650"/>
                </a:moveTo>
                <a:cubicBezTo>
                  <a:pt x="1026" y="5818"/>
                  <a:pt x="520" y="3973"/>
                  <a:pt x="1372" y="2531"/>
                </a:cubicBezTo>
                <a:cubicBezTo>
                  <a:pt x="2224" y="1089"/>
                  <a:pt x="4111" y="595"/>
                  <a:pt x="5586" y="1427"/>
                </a:cubicBezTo>
                <a:cubicBezTo>
                  <a:pt x="7062" y="2260"/>
                  <a:pt x="8235" y="4481"/>
                  <a:pt x="7383" y="5924"/>
                </a:cubicBezTo>
                <a:cubicBezTo>
                  <a:pt x="6532" y="7366"/>
                  <a:pt x="3977" y="7483"/>
                  <a:pt x="2501" y="6650"/>
                </a:cubicBezTo>
                <a:moveTo>
                  <a:pt x="21079" y="3580"/>
                </a:moveTo>
                <a:cubicBezTo>
                  <a:pt x="21079" y="2451"/>
                  <a:pt x="19262" y="1535"/>
                  <a:pt x="18203" y="1535"/>
                </a:cubicBezTo>
                <a:lnTo>
                  <a:pt x="18122" y="1535"/>
                </a:lnTo>
                <a:cubicBezTo>
                  <a:pt x="17404" y="1535"/>
                  <a:pt x="17139" y="1673"/>
                  <a:pt x="8610" y="8009"/>
                </a:cubicBezTo>
                <a:lnTo>
                  <a:pt x="7613" y="7300"/>
                </a:lnTo>
                <a:cubicBezTo>
                  <a:pt x="7876" y="7084"/>
                  <a:pt x="8104" y="6833"/>
                  <a:pt x="8275" y="6534"/>
                </a:cubicBezTo>
                <a:cubicBezTo>
                  <a:pt x="9372" y="4611"/>
                  <a:pt x="7861" y="1650"/>
                  <a:pt x="5960" y="539"/>
                </a:cubicBezTo>
                <a:cubicBezTo>
                  <a:pt x="4060" y="-571"/>
                  <a:pt x="1629" y="88"/>
                  <a:pt x="532" y="2011"/>
                </a:cubicBezTo>
                <a:cubicBezTo>
                  <a:pt x="-521" y="3857"/>
                  <a:pt x="41" y="6194"/>
                  <a:pt x="1769" y="7361"/>
                </a:cubicBezTo>
                <a:cubicBezTo>
                  <a:pt x="3185" y="8414"/>
                  <a:pt x="4458" y="9360"/>
                  <a:pt x="5626" y="10229"/>
                </a:cubicBezTo>
                <a:cubicBezTo>
                  <a:pt x="4461" y="11096"/>
                  <a:pt x="3178" y="12049"/>
                  <a:pt x="1769" y="13097"/>
                </a:cubicBezTo>
                <a:cubicBezTo>
                  <a:pt x="40" y="14264"/>
                  <a:pt x="-521" y="16601"/>
                  <a:pt x="532" y="18447"/>
                </a:cubicBezTo>
                <a:cubicBezTo>
                  <a:pt x="1629" y="20371"/>
                  <a:pt x="4060" y="21029"/>
                  <a:pt x="5960" y="19919"/>
                </a:cubicBezTo>
                <a:cubicBezTo>
                  <a:pt x="7861" y="18808"/>
                  <a:pt x="9372" y="15847"/>
                  <a:pt x="8275" y="13924"/>
                </a:cubicBezTo>
                <a:cubicBezTo>
                  <a:pt x="8104" y="13625"/>
                  <a:pt x="7876" y="13374"/>
                  <a:pt x="7613" y="13158"/>
                </a:cubicBezTo>
                <a:lnTo>
                  <a:pt x="8610" y="12449"/>
                </a:lnTo>
                <a:cubicBezTo>
                  <a:pt x="17134" y="18781"/>
                  <a:pt x="17404" y="18923"/>
                  <a:pt x="18122" y="18923"/>
                </a:cubicBezTo>
                <a:lnTo>
                  <a:pt x="18203" y="18923"/>
                </a:lnTo>
                <a:cubicBezTo>
                  <a:pt x="19262" y="18923"/>
                  <a:pt x="21079" y="18007"/>
                  <a:pt x="21079" y="16878"/>
                </a:cubicBezTo>
                <a:lnTo>
                  <a:pt x="11731" y="10229"/>
                </a:lnTo>
                <a:cubicBezTo>
                  <a:pt x="11731" y="10229"/>
                  <a:pt x="21079" y="3580"/>
                  <a:pt x="21079" y="3580"/>
                </a:cubicBezTo>
                <a:close/>
                <a:moveTo>
                  <a:pt x="4639" y="16789"/>
                </a:moveTo>
                <a:cubicBezTo>
                  <a:pt x="4496" y="16859"/>
                  <a:pt x="4332" y="16897"/>
                  <a:pt x="4162" y="16897"/>
                </a:cubicBezTo>
                <a:cubicBezTo>
                  <a:pt x="3846" y="16897"/>
                  <a:pt x="3544" y="16764"/>
                  <a:pt x="3411" y="16567"/>
                </a:cubicBezTo>
                <a:cubicBezTo>
                  <a:pt x="3347" y="16471"/>
                  <a:pt x="3351" y="16406"/>
                  <a:pt x="3362" y="16361"/>
                </a:cubicBezTo>
                <a:cubicBezTo>
                  <a:pt x="3392" y="16240"/>
                  <a:pt x="3511" y="16117"/>
                  <a:pt x="3682" y="16034"/>
                </a:cubicBezTo>
                <a:cubicBezTo>
                  <a:pt x="3891" y="15930"/>
                  <a:pt x="4198" y="15869"/>
                  <a:pt x="4503" y="15869"/>
                </a:cubicBezTo>
                <a:cubicBezTo>
                  <a:pt x="4935" y="15869"/>
                  <a:pt x="5194" y="15988"/>
                  <a:pt x="5273" y="16050"/>
                </a:cubicBezTo>
                <a:cubicBezTo>
                  <a:pt x="5252" y="16207"/>
                  <a:pt x="5019" y="16601"/>
                  <a:pt x="4639" y="16789"/>
                </a:cubicBezTo>
                <a:moveTo>
                  <a:pt x="4503" y="14845"/>
                </a:moveTo>
                <a:cubicBezTo>
                  <a:pt x="4065" y="14845"/>
                  <a:pt x="3621" y="14936"/>
                  <a:pt x="3279" y="15105"/>
                </a:cubicBezTo>
                <a:cubicBezTo>
                  <a:pt x="2435" y="15522"/>
                  <a:pt x="2147" y="16443"/>
                  <a:pt x="2633" y="17165"/>
                </a:cubicBezTo>
                <a:cubicBezTo>
                  <a:pt x="2960" y="17649"/>
                  <a:pt x="3553" y="17919"/>
                  <a:pt x="4162" y="17919"/>
                </a:cubicBezTo>
                <a:cubicBezTo>
                  <a:pt x="4461" y="17919"/>
                  <a:pt x="4764" y="17854"/>
                  <a:pt x="5041" y="17717"/>
                </a:cubicBezTo>
                <a:cubicBezTo>
                  <a:pt x="5885" y="17300"/>
                  <a:pt x="6555" y="16190"/>
                  <a:pt x="6069" y="15469"/>
                </a:cubicBezTo>
                <a:cubicBezTo>
                  <a:pt x="5779" y="15040"/>
                  <a:pt x="5146" y="14845"/>
                  <a:pt x="4503" y="14845"/>
                </a:cubicBezTo>
                <a:moveTo>
                  <a:pt x="4503" y="4590"/>
                </a:moveTo>
                <a:cubicBezTo>
                  <a:pt x="4198" y="4590"/>
                  <a:pt x="3891" y="4528"/>
                  <a:pt x="3682" y="4425"/>
                </a:cubicBezTo>
                <a:cubicBezTo>
                  <a:pt x="3511" y="4341"/>
                  <a:pt x="3392" y="4219"/>
                  <a:pt x="3362" y="4098"/>
                </a:cubicBezTo>
                <a:cubicBezTo>
                  <a:pt x="3351" y="4052"/>
                  <a:pt x="3347" y="3987"/>
                  <a:pt x="3411" y="3891"/>
                </a:cubicBezTo>
                <a:cubicBezTo>
                  <a:pt x="3544" y="3694"/>
                  <a:pt x="3846" y="3561"/>
                  <a:pt x="4162" y="3561"/>
                </a:cubicBezTo>
                <a:cubicBezTo>
                  <a:pt x="4332" y="3561"/>
                  <a:pt x="4496" y="3599"/>
                  <a:pt x="4639" y="3669"/>
                </a:cubicBezTo>
                <a:cubicBezTo>
                  <a:pt x="5019" y="3857"/>
                  <a:pt x="5252" y="4252"/>
                  <a:pt x="5273" y="4408"/>
                </a:cubicBezTo>
                <a:cubicBezTo>
                  <a:pt x="5194" y="4470"/>
                  <a:pt x="4935" y="4590"/>
                  <a:pt x="4503" y="4590"/>
                </a:cubicBezTo>
                <a:moveTo>
                  <a:pt x="5041" y="2741"/>
                </a:moveTo>
                <a:cubicBezTo>
                  <a:pt x="4764" y="2604"/>
                  <a:pt x="4461" y="2539"/>
                  <a:pt x="4162" y="2539"/>
                </a:cubicBezTo>
                <a:cubicBezTo>
                  <a:pt x="3553" y="2539"/>
                  <a:pt x="2960" y="2809"/>
                  <a:pt x="2633" y="3294"/>
                </a:cubicBezTo>
                <a:cubicBezTo>
                  <a:pt x="2147" y="4015"/>
                  <a:pt x="2435" y="4937"/>
                  <a:pt x="3279" y="5353"/>
                </a:cubicBezTo>
                <a:cubicBezTo>
                  <a:pt x="3621" y="5522"/>
                  <a:pt x="4065" y="5613"/>
                  <a:pt x="4503" y="5613"/>
                </a:cubicBezTo>
                <a:cubicBezTo>
                  <a:pt x="5146" y="5613"/>
                  <a:pt x="5779" y="5418"/>
                  <a:pt x="6069" y="4990"/>
                </a:cubicBezTo>
                <a:cubicBezTo>
                  <a:pt x="6555" y="4268"/>
                  <a:pt x="5885" y="3158"/>
                  <a:pt x="5041" y="274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3" name="Shape 2831"/>
          <p:cNvSpPr/>
          <p:nvPr userDrawn="1"/>
        </p:nvSpPr>
        <p:spPr>
          <a:xfrm>
            <a:off x="7639798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  <a:moveTo>
                  <a:pt x="5400" y="12764"/>
                </a:moveTo>
                <a:cubicBezTo>
                  <a:pt x="5028" y="12764"/>
                  <a:pt x="4725" y="12983"/>
                  <a:pt x="4725" y="13255"/>
                </a:cubicBezTo>
                <a:cubicBezTo>
                  <a:pt x="4725" y="13390"/>
                  <a:pt x="4800" y="13513"/>
                  <a:pt x="4923" y="13602"/>
                </a:cubicBezTo>
                <a:lnTo>
                  <a:pt x="10323" y="17529"/>
                </a:lnTo>
                <a:cubicBezTo>
                  <a:pt x="10445" y="17618"/>
                  <a:pt x="10614" y="17673"/>
                  <a:pt x="10800" y="17673"/>
                </a:cubicBezTo>
                <a:cubicBezTo>
                  <a:pt x="10986" y="17673"/>
                  <a:pt x="11155" y="17618"/>
                  <a:pt x="11277" y="17529"/>
                </a:cubicBezTo>
                <a:lnTo>
                  <a:pt x="16677" y="13602"/>
                </a:lnTo>
                <a:cubicBezTo>
                  <a:pt x="16800" y="13513"/>
                  <a:pt x="16875" y="13390"/>
                  <a:pt x="16875" y="13255"/>
                </a:cubicBezTo>
                <a:cubicBezTo>
                  <a:pt x="16875" y="12983"/>
                  <a:pt x="16572" y="12764"/>
                  <a:pt x="16200" y="12764"/>
                </a:cubicBezTo>
                <a:cubicBezTo>
                  <a:pt x="16014" y="12764"/>
                  <a:pt x="15845" y="12819"/>
                  <a:pt x="15723" y="12907"/>
                </a:cubicBezTo>
                <a:lnTo>
                  <a:pt x="11475" y="15997"/>
                </a:lnTo>
                <a:lnTo>
                  <a:pt x="11475" y="491"/>
                </a:lnTo>
                <a:cubicBezTo>
                  <a:pt x="11475" y="220"/>
                  <a:pt x="11172" y="0"/>
                  <a:pt x="10800" y="0"/>
                </a:cubicBezTo>
                <a:cubicBezTo>
                  <a:pt x="10428" y="0"/>
                  <a:pt x="10125" y="220"/>
                  <a:pt x="10125" y="491"/>
                </a:cubicBezTo>
                <a:lnTo>
                  <a:pt x="10125" y="15997"/>
                </a:lnTo>
                <a:lnTo>
                  <a:pt x="5877" y="12907"/>
                </a:lnTo>
                <a:cubicBezTo>
                  <a:pt x="5755" y="12819"/>
                  <a:pt x="5586" y="12764"/>
                  <a:pt x="5400" y="1276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4" name="Shape 2832"/>
          <p:cNvSpPr/>
          <p:nvPr userDrawn="1"/>
        </p:nvSpPr>
        <p:spPr>
          <a:xfrm>
            <a:off x="8032696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4909"/>
                </a:moveTo>
                <a:cubicBezTo>
                  <a:pt x="5586" y="4909"/>
                  <a:pt x="5755" y="4855"/>
                  <a:pt x="5877" y="4765"/>
                </a:cubicBezTo>
                <a:lnTo>
                  <a:pt x="10125" y="1676"/>
                </a:lnTo>
                <a:lnTo>
                  <a:pt x="10125" y="17182"/>
                </a:lnTo>
                <a:cubicBezTo>
                  <a:pt x="10125" y="17453"/>
                  <a:pt x="10428" y="17673"/>
                  <a:pt x="10800" y="17673"/>
                </a:cubicBezTo>
                <a:cubicBezTo>
                  <a:pt x="11172" y="17673"/>
                  <a:pt x="11475" y="17453"/>
                  <a:pt x="11475" y="17182"/>
                </a:cubicBezTo>
                <a:lnTo>
                  <a:pt x="11475" y="1676"/>
                </a:lnTo>
                <a:lnTo>
                  <a:pt x="15723" y="4765"/>
                </a:lnTo>
                <a:cubicBezTo>
                  <a:pt x="15845" y="4855"/>
                  <a:pt x="16014" y="4909"/>
                  <a:pt x="16200" y="4909"/>
                </a:cubicBezTo>
                <a:cubicBezTo>
                  <a:pt x="16572" y="4909"/>
                  <a:pt x="16875" y="4690"/>
                  <a:pt x="16875" y="4418"/>
                </a:cubicBezTo>
                <a:cubicBezTo>
                  <a:pt x="16875" y="4283"/>
                  <a:pt x="16800" y="4161"/>
                  <a:pt x="16677" y="4071"/>
                </a:cubicBezTo>
                <a:lnTo>
                  <a:pt x="11277" y="144"/>
                </a:lnTo>
                <a:cubicBezTo>
                  <a:pt x="11155" y="55"/>
                  <a:pt x="10986" y="0"/>
                  <a:pt x="10800" y="0"/>
                </a:cubicBezTo>
                <a:cubicBezTo>
                  <a:pt x="10614" y="0"/>
                  <a:pt x="10445" y="55"/>
                  <a:pt x="10323" y="144"/>
                </a:cubicBezTo>
                <a:lnTo>
                  <a:pt x="4923" y="4071"/>
                </a:lnTo>
                <a:cubicBezTo>
                  <a:pt x="4800" y="4161"/>
                  <a:pt x="4725" y="4283"/>
                  <a:pt x="4725" y="4418"/>
                </a:cubicBezTo>
                <a:cubicBezTo>
                  <a:pt x="4725" y="4690"/>
                  <a:pt x="5028" y="4909"/>
                  <a:pt x="5400" y="4909"/>
                </a:cubicBezTo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5" name="Shape 2836"/>
          <p:cNvSpPr/>
          <p:nvPr userDrawn="1"/>
        </p:nvSpPr>
        <p:spPr>
          <a:xfrm>
            <a:off x="8018066" y="1338258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6" name="Shape 2843"/>
          <p:cNvSpPr/>
          <p:nvPr userDrawn="1"/>
        </p:nvSpPr>
        <p:spPr>
          <a:xfrm>
            <a:off x="7618844" y="17315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7" name="Shape 2844"/>
          <p:cNvSpPr/>
          <p:nvPr userDrawn="1"/>
        </p:nvSpPr>
        <p:spPr>
          <a:xfrm>
            <a:off x="8002280" y="17315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982"/>
                </a:move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cubicBezTo>
                  <a:pt x="762" y="11291"/>
                  <a:pt x="982" y="11071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7588" y="20618"/>
                  <a:pt x="4740" y="19075"/>
                  <a:pt x="2948" y="16691"/>
                </a:cubicBezTo>
                <a:lnTo>
                  <a:pt x="6873" y="16691"/>
                </a:lnTo>
                <a:cubicBezTo>
                  <a:pt x="7144" y="16691"/>
                  <a:pt x="7364" y="16471"/>
                  <a:pt x="7364" y="16200"/>
                </a:cubicBezTo>
                <a:cubicBezTo>
                  <a:pt x="7364" y="15929"/>
                  <a:pt x="7144" y="15709"/>
                  <a:pt x="6873" y="15709"/>
                </a:cubicBezTo>
                <a:lnTo>
                  <a:pt x="1964" y="15709"/>
                </a:lnTo>
                <a:cubicBezTo>
                  <a:pt x="1693" y="15709"/>
                  <a:pt x="1473" y="15929"/>
                  <a:pt x="1473" y="16200"/>
                </a:cubicBezTo>
                <a:lnTo>
                  <a:pt x="1473" y="21109"/>
                </a:lnTo>
                <a:cubicBezTo>
                  <a:pt x="1473" y="21380"/>
                  <a:pt x="1693" y="21600"/>
                  <a:pt x="1964" y="21600"/>
                </a:cubicBezTo>
                <a:cubicBezTo>
                  <a:pt x="2234" y="21600"/>
                  <a:pt x="2455" y="21380"/>
                  <a:pt x="2455" y="21109"/>
                </a:cubicBezTo>
                <a:lnTo>
                  <a:pt x="2455" y="17639"/>
                </a:lnTo>
                <a:cubicBezTo>
                  <a:pt x="4434" y="20054"/>
                  <a:pt x="7433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8" name="Shape 2845"/>
          <p:cNvSpPr/>
          <p:nvPr userDrawn="1"/>
        </p:nvSpPr>
        <p:spPr>
          <a:xfrm>
            <a:off x="8421380" y="173150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00" y="1408"/>
                </a:moveTo>
                <a:lnTo>
                  <a:pt x="17518" y="4418"/>
                </a:lnTo>
                <a:lnTo>
                  <a:pt x="12000" y="7429"/>
                </a:lnTo>
                <a:cubicBezTo>
                  <a:pt x="12000" y="7429"/>
                  <a:pt x="12000" y="1408"/>
                  <a:pt x="12000" y="1408"/>
                </a:cubicBezTo>
                <a:close/>
                <a:moveTo>
                  <a:pt x="21000" y="12273"/>
                </a:moveTo>
                <a:cubicBezTo>
                  <a:pt x="20669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0800" y="8345"/>
                </a:lnTo>
                <a:cubicBezTo>
                  <a:pt x="10800" y="8617"/>
                  <a:pt x="11069" y="8836"/>
                  <a:pt x="11400" y="8836"/>
                </a:cubicBezTo>
                <a:cubicBezTo>
                  <a:pt x="11524" y="8836"/>
                  <a:pt x="11631" y="8799"/>
                  <a:pt x="11726" y="8747"/>
                </a:cubicBezTo>
                <a:lnTo>
                  <a:pt x="11733" y="8754"/>
                </a:lnTo>
                <a:lnTo>
                  <a:pt x="18933" y="4827"/>
                </a:lnTo>
                <a:lnTo>
                  <a:pt x="18926" y="4819"/>
                </a:lnTo>
                <a:cubicBezTo>
                  <a:pt x="19087" y="4731"/>
                  <a:pt x="19200" y="4589"/>
                  <a:pt x="19200" y="4418"/>
                </a:cubicBezTo>
                <a:cubicBezTo>
                  <a:pt x="19200" y="4248"/>
                  <a:pt x="19087" y="4106"/>
                  <a:pt x="18926" y="4017"/>
                </a:cubicBezTo>
                <a:lnTo>
                  <a:pt x="18933" y="4010"/>
                </a:lnTo>
                <a:lnTo>
                  <a:pt x="11733" y="82"/>
                </a:lnTo>
                <a:lnTo>
                  <a:pt x="11726" y="90"/>
                </a:lnTo>
                <a:cubicBezTo>
                  <a:pt x="11631" y="38"/>
                  <a:pt x="11524" y="0"/>
                  <a:pt x="11400" y="0"/>
                </a:cubicBezTo>
                <a:cubicBezTo>
                  <a:pt x="11069" y="0"/>
                  <a:pt x="10800" y="220"/>
                  <a:pt x="10800" y="491"/>
                </a:cubicBezTo>
                <a:lnTo>
                  <a:pt x="10800" y="3927"/>
                </a:lnTo>
                <a:cubicBezTo>
                  <a:pt x="4835" y="3927"/>
                  <a:pt x="0" y="7883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1" y="12273"/>
                  <a:pt x="210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9" name="Shape 2846"/>
          <p:cNvSpPr/>
          <p:nvPr userDrawn="1"/>
        </p:nvSpPr>
        <p:spPr>
          <a:xfrm>
            <a:off x="8821430" y="173150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00" y="12273"/>
                </a:moveTo>
                <a:cubicBezTo>
                  <a:pt x="20668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4768" y="4909"/>
                </a:lnTo>
                <a:lnTo>
                  <a:pt x="11067" y="7937"/>
                </a:lnTo>
                <a:lnTo>
                  <a:pt x="11073" y="7945"/>
                </a:lnTo>
                <a:cubicBezTo>
                  <a:pt x="10912" y="8033"/>
                  <a:pt x="10800" y="8175"/>
                  <a:pt x="10800" y="8345"/>
                </a:cubicBezTo>
                <a:cubicBezTo>
                  <a:pt x="10800" y="8617"/>
                  <a:pt x="11068" y="8836"/>
                  <a:pt x="11400" y="8836"/>
                </a:cubicBezTo>
                <a:cubicBezTo>
                  <a:pt x="11523" y="8836"/>
                  <a:pt x="11631" y="8798"/>
                  <a:pt x="11727" y="8747"/>
                </a:cubicBezTo>
                <a:lnTo>
                  <a:pt x="11733" y="8754"/>
                </a:lnTo>
                <a:lnTo>
                  <a:pt x="11774" y="8721"/>
                </a:lnTo>
                <a:cubicBezTo>
                  <a:pt x="11805" y="8700"/>
                  <a:pt x="11832" y="8677"/>
                  <a:pt x="11858" y="8651"/>
                </a:cubicBezTo>
                <a:lnTo>
                  <a:pt x="16533" y="4827"/>
                </a:lnTo>
                <a:lnTo>
                  <a:pt x="16527" y="4819"/>
                </a:lnTo>
                <a:cubicBezTo>
                  <a:pt x="16688" y="4731"/>
                  <a:pt x="16800" y="4589"/>
                  <a:pt x="16800" y="4418"/>
                </a:cubicBezTo>
                <a:cubicBezTo>
                  <a:pt x="16800" y="4248"/>
                  <a:pt x="16688" y="4106"/>
                  <a:pt x="16527" y="4018"/>
                </a:cubicBezTo>
                <a:lnTo>
                  <a:pt x="16533" y="4010"/>
                </a:lnTo>
                <a:lnTo>
                  <a:pt x="11858" y="185"/>
                </a:lnTo>
                <a:cubicBezTo>
                  <a:pt x="11832" y="159"/>
                  <a:pt x="11805" y="137"/>
                  <a:pt x="11774" y="116"/>
                </a:cubicBezTo>
                <a:lnTo>
                  <a:pt x="11733" y="82"/>
                </a:lnTo>
                <a:lnTo>
                  <a:pt x="11727" y="90"/>
                </a:lnTo>
                <a:cubicBezTo>
                  <a:pt x="11631" y="38"/>
                  <a:pt x="11523" y="0"/>
                  <a:pt x="11400" y="0"/>
                </a:cubicBezTo>
                <a:cubicBezTo>
                  <a:pt x="11068" y="0"/>
                  <a:pt x="10800" y="220"/>
                  <a:pt x="10800" y="491"/>
                </a:cubicBezTo>
                <a:cubicBezTo>
                  <a:pt x="10800" y="662"/>
                  <a:pt x="10912" y="804"/>
                  <a:pt x="11073" y="892"/>
                </a:cubicBezTo>
                <a:lnTo>
                  <a:pt x="11067" y="899"/>
                </a:lnTo>
                <a:lnTo>
                  <a:pt x="14768" y="3927"/>
                </a:lnTo>
                <a:lnTo>
                  <a:pt x="10800" y="3927"/>
                </a:lnTo>
                <a:cubicBezTo>
                  <a:pt x="4835" y="3927"/>
                  <a:pt x="0" y="7884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2" y="12273"/>
                  <a:pt x="210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0" name="Shape 2847"/>
          <p:cNvSpPr/>
          <p:nvPr userDrawn="1"/>
        </p:nvSpPr>
        <p:spPr>
          <a:xfrm>
            <a:off x="8445827" y="132159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6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7673"/>
                </a:moveTo>
                <a:cubicBezTo>
                  <a:pt x="13610" y="17673"/>
                  <a:pt x="13488" y="17728"/>
                  <a:pt x="13398" y="17817"/>
                </a:cubicBezTo>
                <a:lnTo>
                  <a:pt x="11291" y="19924"/>
                </a:lnTo>
                <a:lnTo>
                  <a:pt x="11291" y="8346"/>
                </a:lnTo>
                <a:cubicBezTo>
                  <a:pt x="11291" y="8074"/>
                  <a:pt x="11071" y="7855"/>
                  <a:pt x="10800" y="7855"/>
                </a:cubicBezTo>
                <a:cubicBezTo>
                  <a:pt x="10529" y="7855"/>
                  <a:pt x="10309" y="8074"/>
                  <a:pt x="10309" y="8346"/>
                </a:cubicBez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9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4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1" name="Shape 2848"/>
          <p:cNvSpPr/>
          <p:nvPr userDrawn="1"/>
        </p:nvSpPr>
        <p:spPr>
          <a:xfrm>
            <a:off x="8822381" y="133504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7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1782"/>
                </a:moveTo>
                <a:cubicBezTo>
                  <a:pt x="14017" y="11782"/>
                  <a:pt x="14236" y="11562"/>
                  <a:pt x="14236" y="11291"/>
                </a:cubicBezTo>
                <a:cubicBezTo>
                  <a:pt x="14236" y="11156"/>
                  <a:pt x="14182" y="11033"/>
                  <a:pt x="14093" y="10944"/>
                </a:cubicBezTo>
                <a:lnTo>
                  <a:pt x="11147" y="7998"/>
                </a:lnTo>
                <a:cubicBezTo>
                  <a:pt x="11058" y="7910"/>
                  <a:pt x="10936" y="7855"/>
                  <a:pt x="10800" y="7855"/>
                </a:cubicBezTo>
                <a:cubicBezTo>
                  <a:pt x="10665" y="7855"/>
                  <a:pt x="10542" y="7910"/>
                  <a:pt x="10453" y="7998"/>
                </a:cubicBezTo>
                <a:lnTo>
                  <a:pt x="7507" y="10944"/>
                </a:lnTo>
                <a:cubicBezTo>
                  <a:pt x="7419" y="11033"/>
                  <a:pt x="7364" y="11156"/>
                  <a:pt x="7364" y="11291"/>
                </a:cubicBezTo>
                <a:cubicBezTo>
                  <a:pt x="7364" y="11562"/>
                  <a:pt x="7583" y="11782"/>
                  <a:pt x="7855" y="11782"/>
                </a:cubicBezTo>
                <a:cubicBezTo>
                  <a:pt x="7990" y="11782"/>
                  <a:pt x="8113" y="11727"/>
                  <a:pt x="8202" y="11638"/>
                </a:cubicBezTo>
                <a:lnTo>
                  <a:pt x="10309" y="9531"/>
                </a:ln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9531"/>
                </a:lnTo>
                <a:lnTo>
                  <a:pt x="13398" y="11638"/>
                </a:lnTo>
                <a:cubicBezTo>
                  <a:pt x="13488" y="11727"/>
                  <a:pt x="13610" y="11782"/>
                  <a:pt x="13745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2" name="Shape 2851"/>
          <p:cNvSpPr/>
          <p:nvPr userDrawn="1"/>
        </p:nvSpPr>
        <p:spPr>
          <a:xfrm>
            <a:off x="7614433" y="130860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91" y="10309"/>
                </a:moveTo>
                <a:lnTo>
                  <a:pt x="4909" y="10309"/>
                </a:lnTo>
                <a:cubicBezTo>
                  <a:pt x="4638" y="10309"/>
                  <a:pt x="4418" y="10529"/>
                  <a:pt x="4418" y="10800"/>
                </a:cubicBezTo>
                <a:cubicBezTo>
                  <a:pt x="4418" y="11071"/>
                  <a:pt x="4638" y="11291"/>
                  <a:pt x="4909" y="11291"/>
                </a:cubicBezTo>
                <a:lnTo>
                  <a:pt x="5891" y="11291"/>
                </a:lnTo>
                <a:cubicBezTo>
                  <a:pt x="8331" y="11291"/>
                  <a:pt x="10309" y="13269"/>
                  <a:pt x="10309" y="15709"/>
                </a:cubicBezTo>
                <a:lnTo>
                  <a:pt x="10309" y="16691"/>
                </a:lnTo>
                <a:cubicBezTo>
                  <a:pt x="10309" y="16962"/>
                  <a:pt x="10529" y="17182"/>
                  <a:pt x="10800" y="17182"/>
                </a:cubicBezTo>
                <a:cubicBezTo>
                  <a:pt x="11071" y="17182"/>
                  <a:pt x="11291" y="16962"/>
                  <a:pt x="11291" y="16691"/>
                </a:cubicBezTo>
                <a:lnTo>
                  <a:pt x="11291" y="15709"/>
                </a:lnTo>
                <a:cubicBezTo>
                  <a:pt x="11291" y="12727"/>
                  <a:pt x="8873" y="10309"/>
                  <a:pt x="5891" y="10309"/>
                </a:cubicBezTo>
                <a:moveTo>
                  <a:pt x="5891" y="7364"/>
                </a:moveTo>
                <a:lnTo>
                  <a:pt x="4909" y="7364"/>
                </a:lnTo>
                <a:cubicBezTo>
                  <a:pt x="4638" y="7364"/>
                  <a:pt x="4418" y="7583"/>
                  <a:pt x="4418" y="7855"/>
                </a:cubicBezTo>
                <a:cubicBezTo>
                  <a:pt x="4418" y="8126"/>
                  <a:pt x="4638" y="8345"/>
                  <a:pt x="4909" y="8345"/>
                </a:cubicBezTo>
                <a:lnTo>
                  <a:pt x="5891" y="8345"/>
                </a:lnTo>
                <a:cubicBezTo>
                  <a:pt x="9958" y="8345"/>
                  <a:pt x="13255" y="11642"/>
                  <a:pt x="13255" y="15709"/>
                </a:cubicBezTo>
                <a:lnTo>
                  <a:pt x="13255" y="16691"/>
                </a:lnTo>
                <a:cubicBezTo>
                  <a:pt x="13255" y="16962"/>
                  <a:pt x="13475" y="17182"/>
                  <a:pt x="13745" y="17182"/>
                </a:cubicBezTo>
                <a:cubicBezTo>
                  <a:pt x="14016" y="17182"/>
                  <a:pt x="14236" y="16962"/>
                  <a:pt x="14236" y="16691"/>
                </a:cubicBezTo>
                <a:lnTo>
                  <a:pt x="14236" y="15709"/>
                </a:lnTo>
                <a:cubicBezTo>
                  <a:pt x="14236" y="11100"/>
                  <a:pt x="10500" y="7364"/>
                  <a:pt x="5891" y="7364"/>
                </a:cubicBezTo>
                <a:moveTo>
                  <a:pt x="6382" y="16200"/>
                </a:moveTo>
                <a:cubicBezTo>
                  <a:pt x="5840" y="16200"/>
                  <a:pt x="5400" y="15761"/>
                  <a:pt x="5400" y="15218"/>
                </a:cubicBezTo>
                <a:cubicBezTo>
                  <a:pt x="5400" y="14676"/>
                  <a:pt x="5840" y="14236"/>
                  <a:pt x="6382" y="14236"/>
                </a:cubicBezTo>
                <a:cubicBezTo>
                  <a:pt x="6924" y="14236"/>
                  <a:pt x="7364" y="14676"/>
                  <a:pt x="7364" y="15218"/>
                </a:cubicBezTo>
                <a:cubicBezTo>
                  <a:pt x="7364" y="15761"/>
                  <a:pt x="6924" y="16200"/>
                  <a:pt x="6382" y="16200"/>
                </a:cubicBezTo>
                <a:moveTo>
                  <a:pt x="6382" y="13255"/>
                </a:moveTo>
                <a:cubicBezTo>
                  <a:pt x="5297" y="13255"/>
                  <a:pt x="4418" y="14134"/>
                  <a:pt x="4418" y="15218"/>
                </a:cubicBezTo>
                <a:cubicBezTo>
                  <a:pt x="4418" y="16303"/>
                  <a:pt x="5297" y="17182"/>
                  <a:pt x="6382" y="17182"/>
                </a:cubicBezTo>
                <a:cubicBezTo>
                  <a:pt x="7466" y="17182"/>
                  <a:pt x="8345" y="16303"/>
                  <a:pt x="8345" y="15218"/>
                </a:cubicBezTo>
                <a:cubicBezTo>
                  <a:pt x="8345" y="14134"/>
                  <a:pt x="7466" y="13255"/>
                  <a:pt x="6382" y="13255"/>
                </a:cubicBezTo>
                <a:moveTo>
                  <a:pt x="5891" y="4418"/>
                </a:moveTo>
                <a:lnTo>
                  <a:pt x="4909" y="4418"/>
                </a:lnTo>
                <a:cubicBezTo>
                  <a:pt x="4638" y="4418"/>
                  <a:pt x="4418" y="4638"/>
                  <a:pt x="4418" y="4909"/>
                </a:cubicBezTo>
                <a:cubicBezTo>
                  <a:pt x="4418" y="5180"/>
                  <a:pt x="4638" y="5400"/>
                  <a:pt x="4909" y="5400"/>
                </a:cubicBezTo>
                <a:lnTo>
                  <a:pt x="5891" y="5400"/>
                </a:lnTo>
                <a:cubicBezTo>
                  <a:pt x="11585" y="5400"/>
                  <a:pt x="16200" y="10016"/>
                  <a:pt x="16200" y="15709"/>
                </a:cubicBezTo>
                <a:lnTo>
                  <a:pt x="16200" y="16691"/>
                </a:lnTo>
                <a:cubicBezTo>
                  <a:pt x="16200" y="16962"/>
                  <a:pt x="16420" y="17182"/>
                  <a:pt x="16691" y="17182"/>
                </a:cubicBezTo>
                <a:cubicBezTo>
                  <a:pt x="16962" y="17182"/>
                  <a:pt x="17182" y="16962"/>
                  <a:pt x="17182" y="16691"/>
                </a:cubicBezTo>
                <a:lnTo>
                  <a:pt x="17182" y="15709"/>
                </a:lnTo>
                <a:cubicBezTo>
                  <a:pt x="17182" y="9473"/>
                  <a:pt x="12127" y="4418"/>
                  <a:pt x="5891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3" name="Shape 2854"/>
          <p:cNvSpPr/>
          <p:nvPr userDrawn="1"/>
        </p:nvSpPr>
        <p:spPr>
          <a:xfrm>
            <a:off x="7619971" y="220232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52" y="3921"/>
                </a:moveTo>
                <a:cubicBezTo>
                  <a:pt x="18338" y="3921"/>
                  <a:pt x="17679" y="3262"/>
                  <a:pt x="17679" y="2448"/>
                </a:cubicBezTo>
                <a:cubicBezTo>
                  <a:pt x="17679" y="1634"/>
                  <a:pt x="18338" y="975"/>
                  <a:pt x="19152" y="975"/>
                </a:cubicBezTo>
                <a:cubicBezTo>
                  <a:pt x="19966" y="975"/>
                  <a:pt x="20625" y="1634"/>
                  <a:pt x="20625" y="2448"/>
                </a:cubicBezTo>
                <a:cubicBezTo>
                  <a:pt x="20625" y="3262"/>
                  <a:pt x="19966" y="3921"/>
                  <a:pt x="19152" y="3921"/>
                </a:cubicBezTo>
                <a:moveTo>
                  <a:pt x="10804" y="12269"/>
                </a:moveTo>
                <a:cubicBezTo>
                  <a:pt x="9991" y="12269"/>
                  <a:pt x="9331" y="11609"/>
                  <a:pt x="9331" y="10795"/>
                </a:cubicBezTo>
                <a:cubicBezTo>
                  <a:pt x="9331" y="9981"/>
                  <a:pt x="9991" y="9322"/>
                  <a:pt x="10804" y="9322"/>
                </a:cubicBezTo>
                <a:cubicBezTo>
                  <a:pt x="11618" y="9322"/>
                  <a:pt x="12278" y="9981"/>
                  <a:pt x="12278" y="10795"/>
                </a:cubicBezTo>
                <a:cubicBezTo>
                  <a:pt x="12278" y="11609"/>
                  <a:pt x="11618" y="12269"/>
                  <a:pt x="10804" y="12269"/>
                </a:cubicBezTo>
                <a:moveTo>
                  <a:pt x="3930" y="19143"/>
                </a:moveTo>
                <a:cubicBezTo>
                  <a:pt x="3930" y="19956"/>
                  <a:pt x="3271" y="20616"/>
                  <a:pt x="2457" y="20616"/>
                </a:cubicBezTo>
                <a:cubicBezTo>
                  <a:pt x="1643" y="20616"/>
                  <a:pt x="984" y="19956"/>
                  <a:pt x="984" y="19143"/>
                </a:cubicBezTo>
                <a:cubicBezTo>
                  <a:pt x="984" y="18329"/>
                  <a:pt x="1643" y="17669"/>
                  <a:pt x="2457" y="17669"/>
                </a:cubicBezTo>
                <a:cubicBezTo>
                  <a:pt x="3271" y="17669"/>
                  <a:pt x="3930" y="18329"/>
                  <a:pt x="3930" y="19143"/>
                </a:cubicBezTo>
                <a:moveTo>
                  <a:pt x="19148" y="0"/>
                </a:moveTo>
                <a:cubicBezTo>
                  <a:pt x="17793" y="0"/>
                  <a:pt x="16695" y="1098"/>
                  <a:pt x="16695" y="2452"/>
                </a:cubicBezTo>
                <a:cubicBezTo>
                  <a:pt x="16695" y="3640"/>
                  <a:pt x="17539" y="4630"/>
                  <a:pt x="18660" y="4856"/>
                </a:cubicBezTo>
                <a:lnTo>
                  <a:pt x="18660" y="10306"/>
                </a:lnTo>
                <a:lnTo>
                  <a:pt x="13203" y="10306"/>
                </a:lnTo>
                <a:cubicBezTo>
                  <a:pt x="12974" y="9187"/>
                  <a:pt x="11985" y="8347"/>
                  <a:pt x="10800" y="8347"/>
                </a:cubicBezTo>
                <a:cubicBezTo>
                  <a:pt x="9615" y="8347"/>
                  <a:pt x="8626" y="9187"/>
                  <a:pt x="8398" y="10306"/>
                </a:cubicBezTo>
                <a:lnTo>
                  <a:pt x="2456" y="10306"/>
                </a:lnTo>
                <a:cubicBezTo>
                  <a:pt x="2184" y="10306"/>
                  <a:pt x="1965" y="10525"/>
                  <a:pt x="1965" y="10796"/>
                </a:cubicBezTo>
                <a:lnTo>
                  <a:pt x="1965" y="16744"/>
                </a:lnTo>
                <a:cubicBezTo>
                  <a:pt x="844" y="16970"/>
                  <a:pt x="0" y="17960"/>
                  <a:pt x="0" y="19147"/>
                </a:cubicBezTo>
                <a:cubicBezTo>
                  <a:pt x="0" y="20502"/>
                  <a:pt x="1098" y="21600"/>
                  <a:pt x="2453" y="21600"/>
                </a:cubicBezTo>
                <a:cubicBezTo>
                  <a:pt x="3807" y="21600"/>
                  <a:pt x="4905" y="20502"/>
                  <a:pt x="4905" y="19147"/>
                </a:cubicBezTo>
                <a:cubicBezTo>
                  <a:pt x="4905" y="17961"/>
                  <a:pt x="4065" y="16973"/>
                  <a:pt x="2947" y="16744"/>
                </a:cubicBezTo>
                <a:lnTo>
                  <a:pt x="2947" y="11287"/>
                </a:lnTo>
                <a:lnTo>
                  <a:pt x="8397" y="11287"/>
                </a:lnTo>
                <a:cubicBezTo>
                  <a:pt x="8623" y="12408"/>
                  <a:pt x="9613" y="13253"/>
                  <a:pt x="10800" y="13253"/>
                </a:cubicBezTo>
                <a:cubicBezTo>
                  <a:pt x="11988" y="13253"/>
                  <a:pt x="12978" y="12408"/>
                  <a:pt x="13203" y="11287"/>
                </a:cubicBezTo>
                <a:lnTo>
                  <a:pt x="19151" y="11287"/>
                </a:lnTo>
                <a:cubicBezTo>
                  <a:pt x="19422" y="11287"/>
                  <a:pt x="19642" y="11068"/>
                  <a:pt x="19642" y="10796"/>
                </a:cubicBezTo>
                <a:lnTo>
                  <a:pt x="19642" y="4855"/>
                </a:lnTo>
                <a:cubicBezTo>
                  <a:pt x="20759" y="4626"/>
                  <a:pt x="21600" y="3638"/>
                  <a:pt x="21600" y="2452"/>
                </a:cubicBezTo>
                <a:cubicBezTo>
                  <a:pt x="21600" y="1098"/>
                  <a:pt x="20502" y="0"/>
                  <a:pt x="19148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4" name="Shape 2855"/>
          <p:cNvSpPr/>
          <p:nvPr userDrawn="1"/>
        </p:nvSpPr>
        <p:spPr>
          <a:xfrm>
            <a:off x="7995782" y="2202321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07" y="20616"/>
                </a:moveTo>
                <a:cubicBezTo>
                  <a:pt x="18012" y="20616"/>
                  <a:pt x="17287" y="19956"/>
                  <a:pt x="17287" y="19143"/>
                </a:cubicBezTo>
                <a:cubicBezTo>
                  <a:pt x="17287" y="18329"/>
                  <a:pt x="18012" y="17669"/>
                  <a:pt x="18907" y="17669"/>
                </a:cubicBezTo>
                <a:cubicBezTo>
                  <a:pt x="19802" y="17669"/>
                  <a:pt x="20527" y="18329"/>
                  <a:pt x="20527" y="19143"/>
                </a:cubicBezTo>
                <a:cubicBezTo>
                  <a:pt x="20527" y="19956"/>
                  <a:pt x="19802" y="20616"/>
                  <a:pt x="18907" y="20616"/>
                </a:cubicBezTo>
                <a:moveTo>
                  <a:pt x="2703" y="12269"/>
                </a:moveTo>
                <a:cubicBezTo>
                  <a:pt x="1808" y="12269"/>
                  <a:pt x="1082" y="11609"/>
                  <a:pt x="1082" y="10795"/>
                </a:cubicBezTo>
                <a:cubicBezTo>
                  <a:pt x="1082" y="9981"/>
                  <a:pt x="1808" y="9322"/>
                  <a:pt x="2703" y="9322"/>
                </a:cubicBezTo>
                <a:cubicBezTo>
                  <a:pt x="3598" y="9322"/>
                  <a:pt x="4323" y="9981"/>
                  <a:pt x="4323" y="10795"/>
                </a:cubicBezTo>
                <a:cubicBezTo>
                  <a:pt x="4323" y="11609"/>
                  <a:pt x="3598" y="12269"/>
                  <a:pt x="2703" y="12269"/>
                </a:cubicBezTo>
                <a:moveTo>
                  <a:pt x="18907" y="975"/>
                </a:moveTo>
                <a:cubicBezTo>
                  <a:pt x="19802" y="975"/>
                  <a:pt x="20527" y="1634"/>
                  <a:pt x="20527" y="2448"/>
                </a:cubicBezTo>
                <a:cubicBezTo>
                  <a:pt x="20527" y="3262"/>
                  <a:pt x="19802" y="3921"/>
                  <a:pt x="18907" y="3921"/>
                </a:cubicBezTo>
                <a:cubicBezTo>
                  <a:pt x="18012" y="3921"/>
                  <a:pt x="17287" y="3262"/>
                  <a:pt x="17287" y="2448"/>
                </a:cubicBezTo>
                <a:cubicBezTo>
                  <a:pt x="17287" y="1634"/>
                  <a:pt x="18012" y="975"/>
                  <a:pt x="18907" y="975"/>
                </a:cubicBezTo>
                <a:moveTo>
                  <a:pt x="18902" y="16695"/>
                </a:moveTo>
                <a:cubicBezTo>
                  <a:pt x="18092" y="16695"/>
                  <a:pt x="17374" y="17026"/>
                  <a:pt x="16879" y="17540"/>
                </a:cubicBezTo>
                <a:lnTo>
                  <a:pt x="5253" y="11551"/>
                </a:lnTo>
                <a:cubicBezTo>
                  <a:pt x="5338" y="11314"/>
                  <a:pt x="5396" y="11064"/>
                  <a:pt x="5396" y="10800"/>
                </a:cubicBezTo>
                <a:cubicBezTo>
                  <a:pt x="5396" y="10536"/>
                  <a:pt x="5338" y="10286"/>
                  <a:pt x="5253" y="10048"/>
                </a:cubicBezTo>
                <a:lnTo>
                  <a:pt x="16879" y="4059"/>
                </a:lnTo>
                <a:cubicBezTo>
                  <a:pt x="17373" y="4574"/>
                  <a:pt x="18092" y="4905"/>
                  <a:pt x="18902" y="4905"/>
                </a:cubicBezTo>
                <a:cubicBezTo>
                  <a:pt x="20392" y="4905"/>
                  <a:pt x="21600" y="3807"/>
                  <a:pt x="21600" y="2452"/>
                </a:cubicBezTo>
                <a:cubicBezTo>
                  <a:pt x="21600" y="1098"/>
                  <a:pt x="20392" y="0"/>
                  <a:pt x="18902" y="0"/>
                </a:cubicBezTo>
                <a:cubicBezTo>
                  <a:pt x="17412" y="0"/>
                  <a:pt x="16204" y="1098"/>
                  <a:pt x="16204" y="2452"/>
                </a:cubicBezTo>
                <a:cubicBezTo>
                  <a:pt x="16204" y="2716"/>
                  <a:pt x="16262" y="2966"/>
                  <a:pt x="16347" y="3204"/>
                </a:cubicBezTo>
                <a:lnTo>
                  <a:pt x="4722" y="9193"/>
                </a:lnTo>
                <a:cubicBezTo>
                  <a:pt x="4227" y="8679"/>
                  <a:pt x="3509" y="8347"/>
                  <a:pt x="2698" y="8347"/>
                </a:cubicBezTo>
                <a:cubicBezTo>
                  <a:pt x="1208" y="8347"/>
                  <a:pt x="0" y="9445"/>
                  <a:pt x="0" y="10800"/>
                </a:cubicBezTo>
                <a:cubicBezTo>
                  <a:pt x="0" y="12155"/>
                  <a:pt x="1208" y="13253"/>
                  <a:pt x="2698" y="13253"/>
                </a:cubicBezTo>
                <a:cubicBezTo>
                  <a:pt x="3509" y="13253"/>
                  <a:pt x="4227" y="12921"/>
                  <a:pt x="4722" y="12406"/>
                </a:cubicBezTo>
                <a:lnTo>
                  <a:pt x="16347" y="18395"/>
                </a:lnTo>
                <a:cubicBezTo>
                  <a:pt x="16262" y="18633"/>
                  <a:pt x="16204" y="18883"/>
                  <a:pt x="16204" y="19147"/>
                </a:cubicBezTo>
                <a:cubicBezTo>
                  <a:pt x="16204" y="20502"/>
                  <a:pt x="17412" y="21600"/>
                  <a:pt x="18902" y="21600"/>
                </a:cubicBezTo>
                <a:cubicBezTo>
                  <a:pt x="20392" y="21600"/>
                  <a:pt x="21600" y="20502"/>
                  <a:pt x="21600" y="19147"/>
                </a:cubicBezTo>
                <a:cubicBezTo>
                  <a:pt x="21600" y="17792"/>
                  <a:pt x="20392" y="16695"/>
                  <a:pt x="18902" y="1669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5" name="Shape 2857"/>
          <p:cNvSpPr/>
          <p:nvPr userDrawn="1"/>
        </p:nvSpPr>
        <p:spPr>
          <a:xfrm>
            <a:off x="8406376" y="220232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29" y="14128"/>
                </a:moveTo>
                <a:cubicBezTo>
                  <a:pt x="17041" y="13430"/>
                  <a:pt x="15777" y="12523"/>
                  <a:pt x="14684" y="11440"/>
                </a:cubicBezTo>
                <a:cubicBezTo>
                  <a:pt x="15214" y="10618"/>
                  <a:pt x="15664" y="9739"/>
                  <a:pt x="16034" y="8820"/>
                </a:cubicBezTo>
                <a:cubicBezTo>
                  <a:pt x="16089" y="8826"/>
                  <a:pt x="16143" y="8836"/>
                  <a:pt x="16200" y="8836"/>
                </a:cubicBezTo>
                <a:cubicBezTo>
                  <a:pt x="17013" y="8836"/>
                  <a:pt x="17673" y="8177"/>
                  <a:pt x="17673" y="7364"/>
                </a:cubicBezTo>
                <a:cubicBezTo>
                  <a:pt x="17673" y="6787"/>
                  <a:pt x="17339" y="6294"/>
                  <a:pt x="16856" y="6052"/>
                </a:cubicBezTo>
                <a:cubicBezTo>
                  <a:pt x="17033" y="5170"/>
                  <a:pt x="17144" y="4264"/>
                  <a:pt x="17167" y="3336"/>
                </a:cubicBezTo>
                <a:cubicBezTo>
                  <a:pt x="19277" y="5136"/>
                  <a:pt x="20618" y="7809"/>
                  <a:pt x="20618" y="10800"/>
                </a:cubicBezTo>
                <a:cubicBezTo>
                  <a:pt x="20618" y="11764"/>
                  <a:pt x="20469" y="12689"/>
                  <a:pt x="20209" y="13568"/>
                </a:cubicBezTo>
                <a:cubicBezTo>
                  <a:pt x="19628" y="13783"/>
                  <a:pt x="19034" y="13971"/>
                  <a:pt x="18429" y="14128"/>
                </a:cubicBezTo>
                <a:moveTo>
                  <a:pt x="10800" y="20618"/>
                </a:moveTo>
                <a:cubicBezTo>
                  <a:pt x="8406" y="20618"/>
                  <a:pt x="6213" y="19759"/>
                  <a:pt x="4509" y="18335"/>
                </a:cubicBezTo>
                <a:cubicBezTo>
                  <a:pt x="6552" y="17934"/>
                  <a:pt x="8450" y="17135"/>
                  <a:pt x="10128" y="16031"/>
                </a:cubicBezTo>
                <a:cubicBezTo>
                  <a:pt x="10330" y="16135"/>
                  <a:pt x="10556" y="16200"/>
                  <a:pt x="10800" y="16200"/>
                </a:cubicBezTo>
                <a:cubicBezTo>
                  <a:pt x="11273" y="16200"/>
                  <a:pt x="11689" y="15973"/>
                  <a:pt x="11959" y="15627"/>
                </a:cubicBezTo>
                <a:cubicBezTo>
                  <a:pt x="12547" y="15680"/>
                  <a:pt x="13142" y="15709"/>
                  <a:pt x="13745" y="15709"/>
                </a:cubicBezTo>
                <a:cubicBezTo>
                  <a:pt x="15323" y="15709"/>
                  <a:pt x="16852" y="15508"/>
                  <a:pt x="18322" y="15156"/>
                </a:cubicBezTo>
                <a:cubicBezTo>
                  <a:pt x="18660" y="15317"/>
                  <a:pt x="18998" y="15480"/>
                  <a:pt x="19350" y="15618"/>
                </a:cubicBezTo>
                <a:cubicBezTo>
                  <a:pt x="17665" y="18601"/>
                  <a:pt x="14470" y="20618"/>
                  <a:pt x="10800" y="20618"/>
                </a:cubicBezTo>
                <a:moveTo>
                  <a:pt x="3539" y="17392"/>
                </a:moveTo>
                <a:cubicBezTo>
                  <a:pt x="3476" y="16840"/>
                  <a:pt x="3436" y="16279"/>
                  <a:pt x="3436" y="15709"/>
                </a:cubicBezTo>
                <a:cubicBezTo>
                  <a:pt x="3436" y="14763"/>
                  <a:pt x="3536" y="13842"/>
                  <a:pt x="3707" y="12946"/>
                </a:cubicBezTo>
                <a:cubicBezTo>
                  <a:pt x="5455" y="13988"/>
                  <a:pt x="7377" y="14767"/>
                  <a:pt x="9421" y="15226"/>
                </a:cubicBezTo>
                <a:cubicBezTo>
                  <a:pt x="9431" y="15253"/>
                  <a:pt x="9436" y="15282"/>
                  <a:pt x="9447" y="15308"/>
                </a:cubicBezTo>
                <a:cubicBezTo>
                  <a:pt x="7724" y="16421"/>
                  <a:pt x="5761" y="17193"/>
                  <a:pt x="3643" y="17506"/>
                </a:cubicBezTo>
                <a:cubicBezTo>
                  <a:pt x="3608" y="17469"/>
                  <a:pt x="3573" y="17430"/>
                  <a:pt x="3539" y="17392"/>
                </a:cubicBezTo>
                <a:moveTo>
                  <a:pt x="3075" y="11369"/>
                </a:moveTo>
                <a:cubicBezTo>
                  <a:pt x="2361" y="10869"/>
                  <a:pt x="1683" y="10321"/>
                  <a:pt x="1046" y="9729"/>
                </a:cubicBezTo>
                <a:cubicBezTo>
                  <a:pt x="1528" y="5299"/>
                  <a:pt x="4955" y="1762"/>
                  <a:pt x="9331" y="1104"/>
                </a:cubicBezTo>
                <a:cubicBezTo>
                  <a:pt x="9335" y="1629"/>
                  <a:pt x="9363" y="2148"/>
                  <a:pt x="9417" y="2660"/>
                </a:cubicBezTo>
                <a:cubicBezTo>
                  <a:pt x="8572" y="3227"/>
                  <a:pt x="7787" y="3879"/>
                  <a:pt x="7069" y="4596"/>
                </a:cubicBezTo>
                <a:cubicBezTo>
                  <a:pt x="6863" y="4486"/>
                  <a:pt x="6632" y="4418"/>
                  <a:pt x="6382" y="4418"/>
                </a:cubicBezTo>
                <a:cubicBezTo>
                  <a:pt x="5569" y="4418"/>
                  <a:pt x="4909" y="5078"/>
                  <a:pt x="4909" y="5891"/>
                </a:cubicBezTo>
                <a:cubicBezTo>
                  <a:pt x="4909" y="6236"/>
                  <a:pt x="5033" y="6549"/>
                  <a:pt x="5231" y="6800"/>
                </a:cubicBezTo>
                <a:cubicBezTo>
                  <a:pt x="4279" y="8179"/>
                  <a:pt x="3550" y="9719"/>
                  <a:pt x="3075" y="11369"/>
                </a:cubicBezTo>
                <a:moveTo>
                  <a:pt x="2466" y="15973"/>
                </a:moveTo>
                <a:cubicBezTo>
                  <a:pt x="1563" y="14521"/>
                  <a:pt x="1025" y="12821"/>
                  <a:pt x="989" y="10995"/>
                </a:cubicBezTo>
                <a:cubicBezTo>
                  <a:pt x="1570" y="11492"/>
                  <a:pt x="2180" y="11955"/>
                  <a:pt x="2817" y="12383"/>
                </a:cubicBezTo>
                <a:cubicBezTo>
                  <a:pt x="2585" y="13456"/>
                  <a:pt x="2455" y="14567"/>
                  <a:pt x="2455" y="15709"/>
                </a:cubicBezTo>
                <a:cubicBezTo>
                  <a:pt x="2455" y="15798"/>
                  <a:pt x="2464" y="15885"/>
                  <a:pt x="2466" y="15973"/>
                </a:cubicBezTo>
                <a:moveTo>
                  <a:pt x="13428" y="11540"/>
                </a:moveTo>
                <a:cubicBezTo>
                  <a:pt x="12907" y="12264"/>
                  <a:pt x="12315" y="12931"/>
                  <a:pt x="11674" y="13548"/>
                </a:cubicBezTo>
                <a:cubicBezTo>
                  <a:pt x="11429" y="13366"/>
                  <a:pt x="11129" y="13255"/>
                  <a:pt x="10800" y="13255"/>
                </a:cubicBezTo>
                <a:cubicBezTo>
                  <a:pt x="10166" y="13255"/>
                  <a:pt x="9631" y="13657"/>
                  <a:pt x="9423" y="14218"/>
                </a:cubicBezTo>
                <a:cubicBezTo>
                  <a:pt x="7455" y="13751"/>
                  <a:pt x="5607" y="12973"/>
                  <a:pt x="3936" y="11937"/>
                </a:cubicBezTo>
                <a:cubicBezTo>
                  <a:pt x="4379" y="10266"/>
                  <a:pt x="5100" y="8708"/>
                  <a:pt x="6060" y="7326"/>
                </a:cubicBezTo>
                <a:cubicBezTo>
                  <a:pt x="6164" y="7349"/>
                  <a:pt x="6271" y="7364"/>
                  <a:pt x="6382" y="7364"/>
                </a:cubicBezTo>
                <a:cubicBezTo>
                  <a:pt x="7195" y="7364"/>
                  <a:pt x="7855" y="6704"/>
                  <a:pt x="7855" y="5891"/>
                </a:cubicBezTo>
                <a:cubicBezTo>
                  <a:pt x="7855" y="5688"/>
                  <a:pt x="7813" y="5493"/>
                  <a:pt x="7739" y="5317"/>
                </a:cubicBezTo>
                <a:cubicBezTo>
                  <a:pt x="8307" y="4747"/>
                  <a:pt x="8920" y="4221"/>
                  <a:pt x="9575" y="3749"/>
                </a:cubicBezTo>
                <a:cubicBezTo>
                  <a:pt x="10104" y="6723"/>
                  <a:pt x="11479" y="9397"/>
                  <a:pt x="13428" y="11540"/>
                </a:cubicBezTo>
                <a:moveTo>
                  <a:pt x="10800" y="982"/>
                </a:moveTo>
                <a:cubicBezTo>
                  <a:pt x="11347" y="982"/>
                  <a:pt x="11881" y="1038"/>
                  <a:pt x="12403" y="1125"/>
                </a:cubicBezTo>
                <a:cubicBezTo>
                  <a:pt x="11696" y="1400"/>
                  <a:pt x="11005" y="1707"/>
                  <a:pt x="10354" y="2081"/>
                </a:cubicBezTo>
                <a:cubicBezTo>
                  <a:pt x="10328" y="1726"/>
                  <a:pt x="10311" y="1368"/>
                  <a:pt x="10310" y="1007"/>
                </a:cubicBezTo>
                <a:cubicBezTo>
                  <a:pt x="10474" y="999"/>
                  <a:pt x="10635" y="982"/>
                  <a:pt x="10800" y="982"/>
                </a:cubicBezTo>
                <a:moveTo>
                  <a:pt x="14120" y="12262"/>
                </a:moveTo>
                <a:cubicBezTo>
                  <a:pt x="14982" y="13097"/>
                  <a:pt x="15950" y="13819"/>
                  <a:pt x="16986" y="14440"/>
                </a:cubicBezTo>
                <a:cubicBezTo>
                  <a:pt x="15933" y="14626"/>
                  <a:pt x="14852" y="14727"/>
                  <a:pt x="13745" y="14727"/>
                </a:cubicBezTo>
                <a:cubicBezTo>
                  <a:pt x="13246" y="14727"/>
                  <a:pt x="12754" y="14702"/>
                  <a:pt x="12265" y="14664"/>
                </a:cubicBezTo>
                <a:cubicBezTo>
                  <a:pt x="12259" y="14569"/>
                  <a:pt x="12250" y="14475"/>
                  <a:pt x="12229" y="14385"/>
                </a:cubicBezTo>
                <a:cubicBezTo>
                  <a:pt x="12921" y="13737"/>
                  <a:pt x="13555" y="13027"/>
                  <a:pt x="14120" y="12262"/>
                </a:cubicBezTo>
                <a:moveTo>
                  <a:pt x="16188" y="2597"/>
                </a:moveTo>
                <a:cubicBezTo>
                  <a:pt x="16191" y="2713"/>
                  <a:pt x="16200" y="2828"/>
                  <a:pt x="16200" y="2945"/>
                </a:cubicBezTo>
                <a:cubicBezTo>
                  <a:pt x="16200" y="3967"/>
                  <a:pt x="16092" y="4962"/>
                  <a:pt x="15894" y="5924"/>
                </a:cubicBezTo>
                <a:cubicBezTo>
                  <a:pt x="15227" y="6065"/>
                  <a:pt x="14727" y="6656"/>
                  <a:pt x="14727" y="7364"/>
                </a:cubicBezTo>
                <a:cubicBezTo>
                  <a:pt x="14727" y="7765"/>
                  <a:pt x="14888" y="8127"/>
                  <a:pt x="15149" y="8393"/>
                </a:cubicBezTo>
                <a:cubicBezTo>
                  <a:pt x="14827" y="9199"/>
                  <a:pt x="14443" y="9973"/>
                  <a:pt x="13991" y="10701"/>
                </a:cubicBezTo>
                <a:cubicBezTo>
                  <a:pt x="12159" y="8620"/>
                  <a:pt x="10894" y="6025"/>
                  <a:pt x="10469" y="3152"/>
                </a:cubicBezTo>
                <a:cubicBezTo>
                  <a:pt x="11590" y="2463"/>
                  <a:pt x="12813" y="1934"/>
                  <a:pt x="14106" y="1565"/>
                </a:cubicBezTo>
                <a:cubicBezTo>
                  <a:pt x="14844" y="1829"/>
                  <a:pt x="15544" y="2173"/>
                  <a:pt x="16188" y="2597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6" name="Shape 2858"/>
          <p:cNvSpPr/>
          <p:nvPr userDrawn="1"/>
        </p:nvSpPr>
        <p:spPr>
          <a:xfrm>
            <a:off x="8828154" y="222000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98" y="4909"/>
                  <a:pt x="1200" y="4030"/>
                  <a:pt x="1200" y="2945"/>
                </a:cubicBezTo>
                <a:cubicBezTo>
                  <a:pt x="1200" y="1861"/>
                  <a:pt x="5498" y="982"/>
                  <a:pt x="10800" y="982"/>
                </a:cubicBezTo>
                <a:cubicBezTo>
                  <a:pt x="16102" y="982"/>
                  <a:pt x="20400" y="1861"/>
                  <a:pt x="20400" y="2945"/>
                </a:cubicBezTo>
                <a:cubicBezTo>
                  <a:pt x="20400" y="4030"/>
                  <a:pt x="16102" y="4909"/>
                  <a:pt x="10800" y="4909"/>
                </a:cubicBezTo>
                <a:moveTo>
                  <a:pt x="20400" y="6873"/>
                </a:moveTo>
                <a:cubicBezTo>
                  <a:pt x="20400" y="7957"/>
                  <a:pt x="16102" y="8836"/>
                  <a:pt x="10800" y="8836"/>
                </a:cubicBezTo>
                <a:cubicBezTo>
                  <a:pt x="5498" y="8836"/>
                  <a:pt x="1200" y="7957"/>
                  <a:pt x="1200" y="6873"/>
                </a:cubicBezTo>
                <a:lnTo>
                  <a:pt x="1200" y="4291"/>
                </a:lnTo>
                <a:cubicBezTo>
                  <a:pt x="2993" y="5240"/>
                  <a:pt x="6615" y="5891"/>
                  <a:pt x="10800" y="5891"/>
                </a:cubicBezTo>
                <a:cubicBezTo>
                  <a:pt x="14986" y="5891"/>
                  <a:pt x="18607" y="5240"/>
                  <a:pt x="20400" y="4291"/>
                </a:cubicBezTo>
                <a:cubicBezTo>
                  <a:pt x="20400" y="4291"/>
                  <a:pt x="20400" y="6873"/>
                  <a:pt x="20400" y="6873"/>
                </a:cubicBezTo>
                <a:close/>
                <a:moveTo>
                  <a:pt x="10800" y="10800"/>
                </a:moveTo>
                <a:cubicBezTo>
                  <a:pt x="5498" y="10800"/>
                  <a:pt x="1200" y="9921"/>
                  <a:pt x="1200" y="8836"/>
                </a:cubicBezTo>
                <a:cubicBezTo>
                  <a:pt x="1200" y="8672"/>
                  <a:pt x="1309" y="8514"/>
                  <a:pt x="1494" y="8362"/>
                </a:cubicBezTo>
                <a:cubicBezTo>
                  <a:pt x="3370" y="9232"/>
                  <a:pt x="6830" y="9818"/>
                  <a:pt x="10800" y="9818"/>
                </a:cubicBezTo>
                <a:cubicBezTo>
                  <a:pt x="14770" y="9818"/>
                  <a:pt x="18230" y="9232"/>
                  <a:pt x="20106" y="8362"/>
                </a:cubicBezTo>
                <a:cubicBezTo>
                  <a:pt x="20291" y="8514"/>
                  <a:pt x="20400" y="8672"/>
                  <a:pt x="20400" y="8836"/>
                </a:cubicBezTo>
                <a:cubicBezTo>
                  <a:pt x="20400" y="9921"/>
                  <a:pt x="16102" y="10800"/>
                  <a:pt x="10800" y="10800"/>
                </a:cubicBezTo>
                <a:moveTo>
                  <a:pt x="20400" y="12764"/>
                </a:moveTo>
                <a:cubicBezTo>
                  <a:pt x="20400" y="13848"/>
                  <a:pt x="16102" y="14727"/>
                  <a:pt x="10800" y="14727"/>
                </a:cubicBezTo>
                <a:cubicBezTo>
                  <a:pt x="5498" y="14727"/>
                  <a:pt x="1200" y="13848"/>
                  <a:pt x="1200" y="12764"/>
                </a:cubicBezTo>
                <a:lnTo>
                  <a:pt x="1200" y="10182"/>
                </a:lnTo>
                <a:cubicBezTo>
                  <a:pt x="2993" y="11131"/>
                  <a:pt x="6615" y="11782"/>
                  <a:pt x="10800" y="11782"/>
                </a:cubicBezTo>
                <a:cubicBezTo>
                  <a:pt x="14986" y="11782"/>
                  <a:pt x="18607" y="11131"/>
                  <a:pt x="20400" y="10182"/>
                </a:cubicBezTo>
                <a:cubicBezTo>
                  <a:pt x="20400" y="10182"/>
                  <a:pt x="20400" y="12764"/>
                  <a:pt x="20400" y="12764"/>
                </a:cubicBezTo>
                <a:close/>
                <a:moveTo>
                  <a:pt x="10800" y="16691"/>
                </a:moveTo>
                <a:cubicBezTo>
                  <a:pt x="5498" y="16691"/>
                  <a:pt x="1200" y="15812"/>
                  <a:pt x="1200" y="14727"/>
                </a:cubicBezTo>
                <a:cubicBezTo>
                  <a:pt x="1200" y="14563"/>
                  <a:pt x="1309" y="14405"/>
                  <a:pt x="1494" y="14253"/>
                </a:cubicBezTo>
                <a:cubicBezTo>
                  <a:pt x="3370" y="15123"/>
                  <a:pt x="6830" y="15709"/>
                  <a:pt x="10800" y="15709"/>
                </a:cubicBezTo>
                <a:cubicBezTo>
                  <a:pt x="14770" y="15709"/>
                  <a:pt x="18230" y="15123"/>
                  <a:pt x="20106" y="14253"/>
                </a:cubicBezTo>
                <a:cubicBezTo>
                  <a:pt x="20291" y="14405"/>
                  <a:pt x="20400" y="14563"/>
                  <a:pt x="20400" y="14727"/>
                </a:cubicBezTo>
                <a:cubicBezTo>
                  <a:pt x="20400" y="15812"/>
                  <a:pt x="16102" y="16691"/>
                  <a:pt x="10800" y="16691"/>
                </a:cubicBezTo>
                <a:moveTo>
                  <a:pt x="20400" y="18655"/>
                </a:moveTo>
                <a:cubicBezTo>
                  <a:pt x="20400" y="19739"/>
                  <a:pt x="16102" y="20618"/>
                  <a:pt x="10800" y="20618"/>
                </a:cubicBezTo>
                <a:cubicBezTo>
                  <a:pt x="5498" y="20618"/>
                  <a:pt x="1200" y="19739"/>
                  <a:pt x="1200" y="18655"/>
                </a:cubicBezTo>
                <a:lnTo>
                  <a:pt x="1200" y="16073"/>
                </a:lnTo>
                <a:cubicBezTo>
                  <a:pt x="2993" y="17022"/>
                  <a:pt x="6615" y="17673"/>
                  <a:pt x="10800" y="17673"/>
                </a:cubicBezTo>
                <a:cubicBezTo>
                  <a:pt x="14986" y="17673"/>
                  <a:pt x="18607" y="17022"/>
                  <a:pt x="20400" y="16073"/>
                </a:cubicBezTo>
                <a:cubicBezTo>
                  <a:pt x="20400" y="16073"/>
                  <a:pt x="20400" y="18655"/>
                  <a:pt x="20400" y="18655"/>
                </a:cubicBezTo>
                <a:close/>
                <a:moveTo>
                  <a:pt x="21600" y="2945"/>
                </a:moveTo>
                <a:cubicBezTo>
                  <a:pt x="21600" y="1319"/>
                  <a:pt x="16765" y="0"/>
                  <a:pt x="10800" y="0"/>
                </a:cubicBezTo>
                <a:cubicBezTo>
                  <a:pt x="4835" y="0"/>
                  <a:pt x="0" y="1319"/>
                  <a:pt x="0" y="2945"/>
                </a:cubicBezTo>
                <a:lnTo>
                  <a:pt x="0" y="6873"/>
                </a:lnTo>
                <a:cubicBezTo>
                  <a:pt x="0" y="7218"/>
                  <a:pt x="229" y="7547"/>
                  <a:pt x="628" y="7855"/>
                </a:cubicBezTo>
                <a:cubicBezTo>
                  <a:pt x="229" y="8162"/>
                  <a:pt x="0" y="8492"/>
                  <a:pt x="0" y="8836"/>
                </a:cubicBezTo>
                <a:lnTo>
                  <a:pt x="0" y="12764"/>
                </a:lnTo>
                <a:cubicBezTo>
                  <a:pt x="0" y="13109"/>
                  <a:pt x="229" y="13438"/>
                  <a:pt x="628" y="13745"/>
                </a:cubicBezTo>
                <a:cubicBezTo>
                  <a:pt x="229" y="14053"/>
                  <a:pt x="0" y="14383"/>
                  <a:pt x="0" y="14727"/>
                </a:cubicBezTo>
                <a:lnTo>
                  <a:pt x="0" y="18655"/>
                </a:lnTo>
                <a:cubicBezTo>
                  <a:pt x="0" y="20281"/>
                  <a:pt x="4835" y="21600"/>
                  <a:pt x="10800" y="21600"/>
                </a:cubicBezTo>
                <a:cubicBezTo>
                  <a:pt x="16765" y="21600"/>
                  <a:pt x="21600" y="20281"/>
                  <a:pt x="21600" y="18655"/>
                </a:cubicBezTo>
                <a:lnTo>
                  <a:pt x="21600" y="14727"/>
                </a:lnTo>
                <a:cubicBezTo>
                  <a:pt x="21600" y="14383"/>
                  <a:pt x="21371" y="14053"/>
                  <a:pt x="20972" y="13745"/>
                </a:cubicBezTo>
                <a:cubicBezTo>
                  <a:pt x="21371" y="13438"/>
                  <a:pt x="21600" y="13109"/>
                  <a:pt x="21600" y="12764"/>
                </a:cubicBezTo>
                <a:lnTo>
                  <a:pt x="21600" y="8836"/>
                </a:lnTo>
                <a:cubicBezTo>
                  <a:pt x="21600" y="8492"/>
                  <a:pt x="21371" y="8162"/>
                  <a:pt x="20972" y="7855"/>
                </a:cubicBezTo>
                <a:cubicBezTo>
                  <a:pt x="21371" y="7547"/>
                  <a:pt x="21600" y="7218"/>
                  <a:pt x="21600" y="6873"/>
                </a:cubicBezTo>
                <a:cubicBezTo>
                  <a:pt x="21600" y="6873"/>
                  <a:pt x="21600" y="2945"/>
                  <a:pt x="21600" y="294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7" name="Shape 2887"/>
          <p:cNvSpPr/>
          <p:nvPr userDrawn="1"/>
        </p:nvSpPr>
        <p:spPr>
          <a:xfrm>
            <a:off x="8450413" y="86134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36" y="15709"/>
                </a:moveTo>
                <a:lnTo>
                  <a:pt x="14845" y="15709"/>
                </a:lnTo>
                <a:lnTo>
                  <a:pt x="14845" y="14144"/>
                </a:lnTo>
                <a:lnTo>
                  <a:pt x="16443" y="14144"/>
                </a:lnTo>
                <a:lnTo>
                  <a:pt x="16443" y="13428"/>
                </a:lnTo>
                <a:lnTo>
                  <a:pt x="14845" y="13428"/>
                </a:lnTo>
                <a:lnTo>
                  <a:pt x="14845" y="12538"/>
                </a:lnTo>
                <a:lnTo>
                  <a:pt x="16555" y="12538"/>
                </a:lnTo>
                <a:lnTo>
                  <a:pt x="16555" y="11816"/>
                </a:lnTo>
                <a:lnTo>
                  <a:pt x="13836" y="11816"/>
                </a:lnTo>
                <a:cubicBezTo>
                  <a:pt x="13836" y="11816"/>
                  <a:pt x="13836" y="15709"/>
                  <a:pt x="138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0396" y="15062"/>
                </a:moveTo>
                <a:cubicBezTo>
                  <a:pt x="10270" y="15062"/>
                  <a:pt x="10131" y="15062"/>
                  <a:pt x="10045" y="15045"/>
                </a:cubicBezTo>
                <a:lnTo>
                  <a:pt x="10045" y="12498"/>
                </a:lnTo>
                <a:cubicBezTo>
                  <a:pt x="10131" y="12480"/>
                  <a:pt x="10277" y="12463"/>
                  <a:pt x="10501" y="12463"/>
                </a:cubicBezTo>
                <a:cubicBezTo>
                  <a:pt x="11366" y="12463"/>
                  <a:pt x="11907" y="12891"/>
                  <a:pt x="11900" y="13699"/>
                </a:cubicBezTo>
                <a:cubicBezTo>
                  <a:pt x="11900" y="14629"/>
                  <a:pt x="11306" y="15068"/>
                  <a:pt x="10396" y="15062"/>
                </a:cubicBezTo>
                <a:moveTo>
                  <a:pt x="10396" y="11787"/>
                </a:moveTo>
                <a:cubicBezTo>
                  <a:pt x="9887" y="11787"/>
                  <a:pt x="9405" y="11816"/>
                  <a:pt x="9036" y="11868"/>
                </a:cubicBezTo>
                <a:lnTo>
                  <a:pt x="9036" y="15691"/>
                </a:lnTo>
                <a:cubicBezTo>
                  <a:pt x="9287" y="15720"/>
                  <a:pt x="9656" y="15749"/>
                  <a:pt x="10178" y="15749"/>
                </a:cubicBezTo>
                <a:cubicBezTo>
                  <a:pt x="11048" y="15749"/>
                  <a:pt x="11762" y="15587"/>
                  <a:pt x="12231" y="15246"/>
                </a:cubicBezTo>
                <a:cubicBezTo>
                  <a:pt x="12660" y="14929"/>
                  <a:pt x="12970" y="14415"/>
                  <a:pt x="12970" y="13670"/>
                </a:cubicBezTo>
                <a:cubicBezTo>
                  <a:pt x="12970" y="12983"/>
                  <a:pt x="12680" y="12503"/>
                  <a:pt x="12217" y="12203"/>
                </a:cubicBezTo>
                <a:cubicBezTo>
                  <a:pt x="11788" y="11920"/>
                  <a:pt x="11241" y="11787"/>
                  <a:pt x="10396" y="11787"/>
                </a:cubicBezTo>
                <a:moveTo>
                  <a:pt x="6769" y="13659"/>
                </a:moveTo>
                <a:cubicBezTo>
                  <a:pt x="6623" y="13659"/>
                  <a:pt x="6518" y="13653"/>
                  <a:pt x="6432" y="13636"/>
                </a:cubicBezTo>
                <a:lnTo>
                  <a:pt x="6432" y="12486"/>
                </a:lnTo>
                <a:cubicBezTo>
                  <a:pt x="6505" y="12469"/>
                  <a:pt x="6643" y="12452"/>
                  <a:pt x="6848" y="12452"/>
                </a:cubicBezTo>
                <a:cubicBezTo>
                  <a:pt x="7350" y="12452"/>
                  <a:pt x="7634" y="12665"/>
                  <a:pt x="7634" y="13023"/>
                </a:cubicBezTo>
                <a:cubicBezTo>
                  <a:pt x="7634" y="13422"/>
                  <a:pt x="7304" y="13659"/>
                  <a:pt x="6769" y="13659"/>
                </a:cubicBezTo>
                <a:moveTo>
                  <a:pt x="6796" y="11787"/>
                </a:moveTo>
                <a:cubicBezTo>
                  <a:pt x="6182" y="11787"/>
                  <a:pt x="5746" y="11822"/>
                  <a:pt x="5436" y="11868"/>
                </a:cubicBezTo>
                <a:lnTo>
                  <a:pt x="5436" y="15709"/>
                </a:lnTo>
                <a:lnTo>
                  <a:pt x="6432" y="15709"/>
                </a:lnTo>
                <a:lnTo>
                  <a:pt x="6432" y="14317"/>
                </a:lnTo>
                <a:cubicBezTo>
                  <a:pt x="6525" y="14328"/>
                  <a:pt x="6643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6" y="13705"/>
                  <a:pt x="8631" y="13381"/>
                  <a:pt x="8631" y="13000"/>
                </a:cubicBezTo>
                <a:cubicBezTo>
                  <a:pt x="8631" y="12619"/>
                  <a:pt x="8439" y="12296"/>
                  <a:pt x="8155" y="12099"/>
                </a:cubicBezTo>
                <a:cubicBezTo>
                  <a:pt x="7859" y="11892"/>
                  <a:pt x="7416" y="11787"/>
                  <a:pt x="6796" y="1178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8" name="Shape 2889"/>
          <p:cNvSpPr/>
          <p:nvPr userDrawn="1"/>
        </p:nvSpPr>
        <p:spPr>
          <a:xfrm>
            <a:off x="8810845" y="86134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069" y="13659"/>
                </a:moveTo>
                <a:cubicBezTo>
                  <a:pt x="9923" y="13659"/>
                  <a:pt x="9818" y="13653"/>
                  <a:pt x="9732" y="13636"/>
                </a:cubicBezTo>
                <a:lnTo>
                  <a:pt x="9732" y="12486"/>
                </a:lnTo>
                <a:cubicBezTo>
                  <a:pt x="9805" y="12469"/>
                  <a:pt x="9943" y="12452"/>
                  <a:pt x="10148" y="12452"/>
                </a:cubicBezTo>
                <a:cubicBezTo>
                  <a:pt x="10650" y="12452"/>
                  <a:pt x="10934" y="12665"/>
                  <a:pt x="10934" y="13023"/>
                </a:cubicBezTo>
                <a:cubicBezTo>
                  <a:pt x="10934" y="13422"/>
                  <a:pt x="10604" y="13659"/>
                  <a:pt x="10069" y="13659"/>
                </a:cubicBezTo>
                <a:moveTo>
                  <a:pt x="10096" y="11787"/>
                </a:moveTo>
                <a:cubicBezTo>
                  <a:pt x="9481" y="11787"/>
                  <a:pt x="9046" y="11822"/>
                  <a:pt x="8736" y="11869"/>
                </a:cubicBezTo>
                <a:lnTo>
                  <a:pt x="8736" y="15709"/>
                </a:lnTo>
                <a:lnTo>
                  <a:pt x="9732" y="15709"/>
                </a:lnTo>
                <a:lnTo>
                  <a:pt x="9732" y="14317"/>
                </a:lnTo>
                <a:cubicBezTo>
                  <a:pt x="9825" y="14328"/>
                  <a:pt x="9943" y="14334"/>
                  <a:pt x="10076" y="14334"/>
                </a:cubicBezTo>
                <a:cubicBezTo>
                  <a:pt x="10670" y="14334"/>
                  <a:pt x="11178" y="14207"/>
                  <a:pt x="11521" y="13924"/>
                </a:cubicBezTo>
                <a:cubicBezTo>
                  <a:pt x="11786" y="13705"/>
                  <a:pt x="11931" y="13382"/>
                  <a:pt x="11931" y="13000"/>
                </a:cubicBezTo>
                <a:cubicBezTo>
                  <a:pt x="11931" y="12619"/>
                  <a:pt x="11739" y="12296"/>
                  <a:pt x="11455" y="12099"/>
                </a:cubicBezTo>
                <a:cubicBezTo>
                  <a:pt x="11159" y="11891"/>
                  <a:pt x="10716" y="11787"/>
                  <a:pt x="10096" y="11787"/>
                </a:cubicBezTo>
                <a:moveTo>
                  <a:pt x="12131" y="13809"/>
                </a:moveTo>
                <a:cubicBezTo>
                  <a:pt x="12124" y="14381"/>
                  <a:pt x="12349" y="14888"/>
                  <a:pt x="12758" y="15224"/>
                </a:cubicBezTo>
                <a:cubicBezTo>
                  <a:pt x="13167" y="15571"/>
                  <a:pt x="13755" y="15749"/>
                  <a:pt x="14566" y="15749"/>
                </a:cubicBezTo>
                <a:cubicBezTo>
                  <a:pt x="15155" y="15749"/>
                  <a:pt x="15742" y="15622"/>
                  <a:pt x="16052" y="15530"/>
                </a:cubicBezTo>
                <a:lnTo>
                  <a:pt x="16052" y="13479"/>
                </a:lnTo>
                <a:lnTo>
                  <a:pt x="14395" y="13479"/>
                </a:lnTo>
                <a:lnTo>
                  <a:pt x="14395" y="14167"/>
                </a:lnTo>
                <a:lnTo>
                  <a:pt x="15081" y="14167"/>
                </a:lnTo>
                <a:lnTo>
                  <a:pt x="15081" y="14981"/>
                </a:lnTo>
                <a:cubicBezTo>
                  <a:pt x="15002" y="15015"/>
                  <a:pt x="14818" y="15039"/>
                  <a:pt x="14586" y="15039"/>
                </a:cubicBezTo>
                <a:cubicBezTo>
                  <a:pt x="13761" y="15039"/>
                  <a:pt x="13187" y="14566"/>
                  <a:pt x="13187" y="13762"/>
                </a:cubicBezTo>
                <a:cubicBezTo>
                  <a:pt x="13187" y="12919"/>
                  <a:pt x="13821" y="12503"/>
                  <a:pt x="14659" y="12503"/>
                </a:cubicBezTo>
                <a:cubicBezTo>
                  <a:pt x="15148" y="12503"/>
                  <a:pt x="15451" y="12579"/>
                  <a:pt x="15696" y="12671"/>
                </a:cubicBezTo>
                <a:lnTo>
                  <a:pt x="15906" y="11966"/>
                </a:lnTo>
                <a:cubicBezTo>
                  <a:pt x="15689" y="11874"/>
                  <a:pt x="15247" y="11776"/>
                  <a:pt x="14672" y="11776"/>
                </a:cubicBezTo>
                <a:cubicBezTo>
                  <a:pt x="13213" y="11776"/>
                  <a:pt x="12138" y="12515"/>
                  <a:pt x="12131" y="13809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606" y="14265"/>
                </a:moveTo>
                <a:cubicBezTo>
                  <a:pt x="6606" y="14872"/>
                  <a:pt x="6343" y="15039"/>
                  <a:pt x="5920" y="15039"/>
                </a:cubicBezTo>
                <a:cubicBezTo>
                  <a:pt x="5722" y="15039"/>
                  <a:pt x="5544" y="15010"/>
                  <a:pt x="5406" y="14969"/>
                </a:cubicBezTo>
                <a:lnTo>
                  <a:pt x="5293" y="15680"/>
                </a:lnTo>
                <a:cubicBezTo>
                  <a:pt x="5491" y="15738"/>
                  <a:pt x="5795" y="15773"/>
                  <a:pt x="6026" y="15773"/>
                </a:cubicBezTo>
                <a:cubicBezTo>
                  <a:pt x="7003" y="15773"/>
                  <a:pt x="7610" y="15385"/>
                  <a:pt x="7610" y="14276"/>
                </a:cubicBezTo>
                <a:lnTo>
                  <a:pt x="7610" y="11816"/>
                </a:lnTo>
                <a:lnTo>
                  <a:pt x="6606" y="11816"/>
                </a:lnTo>
                <a:cubicBezTo>
                  <a:pt x="6606" y="11816"/>
                  <a:pt x="6606" y="14265"/>
                  <a:pt x="6606" y="1426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9" name="Shape 2707"/>
          <p:cNvSpPr>
            <a:spLocks noChangeArrowheads="1"/>
          </p:cNvSpPr>
          <p:nvPr userDrawn="1"/>
        </p:nvSpPr>
        <p:spPr bwMode="auto">
          <a:xfrm>
            <a:off x="7609084" y="419822"/>
            <a:ext cx="263527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en-US" sz="1125" dirty="0" smtClean="0">
                <a:solidFill>
                  <a:schemeClr val="tx1"/>
                </a:solidFill>
                <a:ea typeface="Calibri" charset="0"/>
                <a:cs typeface="Calibri" charset="0"/>
              </a:rPr>
              <a:t>Web</a:t>
            </a:r>
            <a:endParaRPr sz="1125" dirty="0">
              <a:solidFill>
                <a:schemeClr val="tx1"/>
              </a:solidFill>
              <a:ea typeface="Calibri" charset="0"/>
              <a:cs typeface="Calibri" charset="0"/>
            </a:endParaRPr>
          </a:p>
        </p:txBody>
      </p:sp>
      <p:sp>
        <p:nvSpPr>
          <p:cNvPr id="140" name="Shape 2788"/>
          <p:cNvSpPr>
            <a:spLocks noChangeArrowheads="1"/>
          </p:cNvSpPr>
          <p:nvPr userDrawn="1"/>
        </p:nvSpPr>
        <p:spPr bwMode="auto">
          <a:xfrm>
            <a:off x="4736217" y="3881635"/>
            <a:ext cx="694735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Miscellaneous</a:t>
            </a:r>
          </a:p>
        </p:txBody>
      </p:sp>
      <p:sp>
        <p:nvSpPr>
          <p:cNvPr id="141" name="Shape 2790"/>
          <p:cNvSpPr/>
          <p:nvPr userDrawn="1"/>
        </p:nvSpPr>
        <p:spPr>
          <a:xfrm>
            <a:off x="4806428" y="444538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17550"/>
                </a:moveTo>
                <a:lnTo>
                  <a:pt x="10309" y="17550"/>
                </a:lnTo>
                <a:cubicBezTo>
                  <a:pt x="10580" y="17550"/>
                  <a:pt x="10800" y="17248"/>
                  <a:pt x="10800" y="16875"/>
                </a:cubicBezTo>
                <a:cubicBezTo>
                  <a:pt x="10800" y="16503"/>
                  <a:pt x="10580" y="16200"/>
                  <a:pt x="10309" y="16200"/>
                </a:cubicBezTo>
                <a:lnTo>
                  <a:pt x="3436" y="16200"/>
                </a:lnTo>
                <a:cubicBezTo>
                  <a:pt x="3166" y="16200"/>
                  <a:pt x="2945" y="16503"/>
                  <a:pt x="2945" y="16875"/>
                </a:cubicBezTo>
                <a:cubicBezTo>
                  <a:pt x="2945" y="17248"/>
                  <a:pt x="3166" y="17550"/>
                  <a:pt x="3436" y="17550"/>
                </a:cubicBezTo>
                <a:moveTo>
                  <a:pt x="3436" y="14850"/>
                </a:moveTo>
                <a:lnTo>
                  <a:pt x="12273" y="14850"/>
                </a:lnTo>
                <a:cubicBezTo>
                  <a:pt x="12544" y="14850"/>
                  <a:pt x="12764" y="14548"/>
                  <a:pt x="12764" y="14175"/>
                </a:cubicBezTo>
                <a:cubicBezTo>
                  <a:pt x="12764" y="13803"/>
                  <a:pt x="12544" y="13500"/>
                  <a:pt x="12273" y="13500"/>
                </a:cubicBezTo>
                <a:lnTo>
                  <a:pt x="3436" y="13500"/>
                </a:lnTo>
                <a:cubicBezTo>
                  <a:pt x="3166" y="13500"/>
                  <a:pt x="2945" y="13803"/>
                  <a:pt x="2945" y="14175"/>
                </a:cubicBezTo>
                <a:cubicBezTo>
                  <a:pt x="2945" y="14548"/>
                  <a:pt x="3166" y="14850"/>
                  <a:pt x="3436" y="14850"/>
                </a:cubicBezTo>
                <a:moveTo>
                  <a:pt x="20618" y="4050"/>
                </a:moveTo>
                <a:lnTo>
                  <a:pt x="982" y="40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4050"/>
                  <a:pt x="20618" y="4050"/>
                </a:cubicBezTo>
                <a:close/>
                <a:moveTo>
                  <a:pt x="20618" y="20250"/>
                </a:moveTo>
                <a:lnTo>
                  <a:pt x="982" y="20250"/>
                </a:lnTo>
                <a:lnTo>
                  <a:pt x="982" y="9450"/>
                </a:lnTo>
                <a:lnTo>
                  <a:pt x="20618" y="9450"/>
                </a:lnTo>
                <a:cubicBezTo>
                  <a:pt x="20618" y="94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16200" y="17550"/>
                </a:moveTo>
                <a:lnTo>
                  <a:pt x="18164" y="17550"/>
                </a:lnTo>
                <a:cubicBezTo>
                  <a:pt x="18434" y="17550"/>
                  <a:pt x="18655" y="17248"/>
                  <a:pt x="18655" y="16875"/>
                </a:cubicBezTo>
                <a:lnTo>
                  <a:pt x="18655" y="14175"/>
                </a:lnTo>
                <a:cubicBezTo>
                  <a:pt x="18655" y="13803"/>
                  <a:pt x="18434" y="13500"/>
                  <a:pt x="18164" y="13500"/>
                </a:cubicBezTo>
                <a:lnTo>
                  <a:pt x="16200" y="13500"/>
                </a:lnTo>
                <a:cubicBezTo>
                  <a:pt x="15929" y="13500"/>
                  <a:pt x="15709" y="13803"/>
                  <a:pt x="15709" y="14175"/>
                </a:cubicBezTo>
                <a:lnTo>
                  <a:pt x="15709" y="16875"/>
                </a:lnTo>
                <a:cubicBezTo>
                  <a:pt x="15709" y="17248"/>
                  <a:pt x="15929" y="17550"/>
                  <a:pt x="16200" y="1755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2" name="Shape 2792"/>
          <p:cNvSpPr/>
          <p:nvPr userDrawn="1"/>
        </p:nvSpPr>
        <p:spPr>
          <a:xfrm>
            <a:off x="5265317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949" y="13580"/>
                </a:moveTo>
                <a:cubicBezTo>
                  <a:pt x="11701" y="13784"/>
                  <a:pt x="11474" y="13901"/>
                  <a:pt x="11085" y="13931"/>
                </a:cubicBezTo>
                <a:lnTo>
                  <a:pt x="11085" y="11339"/>
                </a:lnTo>
                <a:cubicBezTo>
                  <a:pt x="11251" y="11383"/>
                  <a:pt x="11321" y="11435"/>
                  <a:pt x="11479" y="11494"/>
                </a:cubicBezTo>
                <a:cubicBezTo>
                  <a:pt x="11638" y="11554"/>
                  <a:pt x="11780" y="11632"/>
                  <a:pt x="11906" y="11728"/>
                </a:cubicBezTo>
                <a:cubicBezTo>
                  <a:pt x="12032" y="11824"/>
                  <a:pt x="12133" y="11943"/>
                  <a:pt x="12208" y="12084"/>
                </a:cubicBezTo>
                <a:cubicBezTo>
                  <a:pt x="12284" y="12225"/>
                  <a:pt x="12322" y="12399"/>
                  <a:pt x="12322" y="12607"/>
                </a:cubicBezTo>
                <a:cubicBezTo>
                  <a:pt x="12322" y="13052"/>
                  <a:pt x="12198" y="13376"/>
                  <a:pt x="11949" y="13580"/>
                </a:cubicBezTo>
                <a:moveTo>
                  <a:pt x="10437" y="9837"/>
                </a:moveTo>
                <a:cubicBezTo>
                  <a:pt x="10286" y="9800"/>
                  <a:pt x="10228" y="9753"/>
                  <a:pt x="10081" y="9698"/>
                </a:cubicBezTo>
                <a:cubicBezTo>
                  <a:pt x="9933" y="9642"/>
                  <a:pt x="9803" y="9570"/>
                  <a:pt x="9692" y="9481"/>
                </a:cubicBezTo>
                <a:cubicBezTo>
                  <a:pt x="9581" y="9392"/>
                  <a:pt x="9489" y="9285"/>
                  <a:pt x="9417" y="9159"/>
                </a:cubicBezTo>
                <a:cubicBezTo>
                  <a:pt x="9345" y="9032"/>
                  <a:pt x="9309" y="8880"/>
                  <a:pt x="9309" y="8702"/>
                </a:cubicBezTo>
                <a:cubicBezTo>
                  <a:pt x="9309" y="8309"/>
                  <a:pt x="9415" y="8030"/>
                  <a:pt x="9627" y="7862"/>
                </a:cubicBezTo>
                <a:cubicBezTo>
                  <a:pt x="9839" y="7696"/>
                  <a:pt x="10048" y="7612"/>
                  <a:pt x="10437" y="7612"/>
                </a:cubicBezTo>
                <a:cubicBezTo>
                  <a:pt x="10437" y="7612"/>
                  <a:pt x="10437" y="9837"/>
                  <a:pt x="10437" y="9837"/>
                </a:cubicBezTo>
                <a:close/>
                <a:moveTo>
                  <a:pt x="12765" y="10727"/>
                </a:moveTo>
                <a:cubicBezTo>
                  <a:pt x="12527" y="10542"/>
                  <a:pt x="12253" y="10390"/>
                  <a:pt x="11944" y="10271"/>
                </a:cubicBezTo>
                <a:cubicBezTo>
                  <a:pt x="11634" y="10153"/>
                  <a:pt x="11410" y="10049"/>
                  <a:pt x="11085" y="9959"/>
                </a:cubicBezTo>
                <a:lnTo>
                  <a:pt x="11085" y="7612"/>
                </a:lnTo>
                <a:cubicBezTo>
                  <a:pt x="11474" y="7612"/>
                  <a:pt x="11665" y="7713"/>
                  <a:pt x="11841" y="7913"/>
                </a:cubicBezTo>
                <a:cubicBezTo>
                  <a:pt x="12017" y="8113"/>
                  <a:pt x="12113" y="8402"/>
                  <a:pt x="12127" y="8781"/>
                </a:cubicBezTo>
                <a:lnTo>
                  <a:pt x="13359" y="8781"/>
                </a:lnTo>
                <a:cubicBezTo>
                  <a:pt x="13359" y="8417"/>
                  <a:pt x="13295" y="8098"/>
                  <a:pt x="13170" y="7824"/>
                </a:cubicBezTo>
                <a:cubicBezTo>
                  <a:pt x="13043" y="7550"/>
                  <a:pt x="12875" y="7323"/>
                  <a:pt x="12662" y="7145"/>
                </a:cubicBezTo>
                <a:cubicBezTo>
                  <a:pt x="12449" y="6967"/>
                  <a:pt x="12200" y="6833"/>
                  <a:pt x="11911" y="6744"/>
                </a:cubicBezTo>
                <a:cubicBezTo>
                  <a:pt x="11623" y="6656"/>
                  <a:pt x="11410" y="6611"/>
                  <a:pt x="11085" y="6611"/>
                </a:cubicBezTo>
                <a:lnTo>
                  <a:pt x="11085" y="5881"/>
                </a:lnTo>
                <a:lnTo>
                  <a:pt x="10437" y="5881"/>
                </a:lnTo>
                <a:lnTo>
                  <a:pt x="10437" y="6611"/>
                </a:lnTo>
                <a:cubicBezTo>
                  <a:pt x="10113" y="6611"/>
                  <a:pt x="9895" y="6659"/>
                  <a:pt x="9600" y="6756"/>
                </a:cubicBezTo>
                <a:cubicBezTo>
                  <a:pt x="9305" y="6852"/>
                  <a:pt x="9044" y="6991"/>
                  <a:pt x="8817" y="7173"/>
                </a:cubicBezTo>
                <a:cubicBezTo>
                  <a:pt x="8590" y="7355"/>
                  <a:pt x="8410" y="7581"/>
                  <a:pt x="8277" y="7852"/>
                </a:cubicBezTo>
                <a:cubicBezTo>
                  <a:pt x="8144" y="8122"/>
                  <a:pt x="8077" y="8436"/>
                  <a:pt x="8077" y="8791"/>
                </a:cubicBezTo>
                <a:cubicBezTo>
                  <a:pt x="8077" y="9199"/>
                  <a:pt x="8150" y="9541"/>
                  <a:pt x="8293" y="9815"/>
                </a:cubicBezTo>
                <a:cubicBezTo>
                  <a:pt x="8438" y="10089"/>
                  <a:pt x="8626" y="10317"/>
                  <a:pt x="8860" y="10499"/>
                </a:cubicBezTo>
                <a:cubicBezTo>
                  <a:pt x="9094" y="10681"/>
                  <a:pt x="9357" y="10829"/>
                  <a:pt x="9649" y="10944"/>
                </a:cubicBezTo>
                <a:cubicBezTo>
                  <a:pt x="9940" y="11059"/>
                  <a:pt x="10142" y="11157"/>
                  <a:pt x="10437" y="11239"/>
                </a:cubicBezTo>
                <a:lnTo>
                  <a:pt x="10437" y="13931"/>
                </a:lnTo>
                <a:cubicBezTo>
                  <a:pt x="9940" y="13916"/>
                  <a:pt x="9676" y="13768"/>
                  <a:pt x="9460" y="13486"/>
                </a:cubicBezTo>
                <a:cubicBezTo>
                  <a:pt x="9244" y="13204"/>
                  <a:pt x="9139" y="12818"/>
                  <a:pt x="9147" y="12329"/>
                </a:cubicBezTo>
                <a:lnTo>
                  <a:pt x="7915" y="12329"/>
                </a:lnTo>
                <a:cubicBezTo>
                  <a:pt x="7908" y="12744"/>
                  <a:pt x="7967" y="13111"/>
                  <a:pt x="8094" y="13430"/>
                </a:cubicBezTo>
                <a:cubicBezTo>
                  <a:pt x="8220" y="13749"/>
                  <a:pt x="8397" y="14018"/>
                  <a:pt x="8628" y="14236"/>
                </a:cubicBezTo>
                <a:cubicBezTo>
                  <a:pt x="8858" y="14455"/>
                  <a:pt x="9136" y="14624"/>
                  <a:pt x="9460" y="14743"/>
                </a:cubicBezTo>
                <a:cubicBezTo>
                  <a:pt x="9784" y="14861"/>
                  <a:pt x="10048" y="14924"/>
                  <a:pt x="10437" y="14932"/>
                </a:cubicBezTo>
                <a:lnTo>
                  <a:pt x="10437" y="15692"/>
                </a:lnTo>
                <a:lnTo>
                  <a:pt x="11085" y="15692"/>
                </a:lnTo>
                <a:lnTo>
                  <a:pt x="11085" y="14932"/>
                </a:lnTo>
                <a:cubicBezTo>
                  <a:pt x="11446" y="14917"/>
                  <a:pt x="11688" y="14856"/>
                  <a:pt x="11998" y="14748"/>
                </a:cubicBezTo>
                <a:cubicBezTo>
                  <a:pt x="12307" y="14641"/>
                  <a:pt x="12578" y="14485"/>
                  <a:pt x="12808" y="14281"/>
                </a:cubicBezTo>
                <a:cubicBezTo>
                  <a:pt x="13038" y="14077"/>
                  <a:pt x="13220" y="13821"/>
                  <a:pt x="13353" y="13513"/>
                </a:cubicBezTo>
                <a:cubicBezTo>
                  <a:pt x="13486" y="13206"/>
                  <a:pt x="13553" y="12844"/>
                  <a:pt x="13553" y="12429"/>
                </a:cubicBezTo>
                <a:cubicBezTo>
                  <a:pt x="13553" y="12028"/>
                  <a:pt x="13481" y="11691"/>
                  <a:pt x="13337" y="11417"/>
                </a:cubicBezTo>
                <a:cubicBezTo>
                  <a:pt x="13193" y="11142"/>
                  <a:pt x="13002" y="10912"/>
                  <a:pt x="12765" y="107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3" name="Shape 2794"/>
          <p:cNvSpPr/>
          <p:nvPr userDrawn="1"/>
        </p:nvSpPr>
        <p:spPr>
          <a:xfrm>
            <a:off x="5724206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535" y="7724"/>
                </a:moveTo>
                <a:cubicBezTo>
                  <a:pt x="12082" y="7724"/>
                  <a:pt x="12586" y="7961"/>
                  <a:pt x="13047" y="8436"/>
                </a:cubicBezTo>
                <a:lnTo>
                  <a:pt x="13544" y="7424"/>
                </a:lnTo>
                <a:cubicBezTo>
                  <a:pt x="12888" y="6964"/>
                  <a:pt x="12248" y="6734"/>
                  <a:pt x="11621" y="6734"/>
                </a:cubicBezTo>
                <a:cubicBezTo>
                  <a:pt x="10757" y="6734"/>
                  <a:pt x="10048" y="7019"/>
                  <a:pt x="9494" y="7590"/>
                </a:cubicBezTo>
                <a:cubicBezTo>
                  <a:pt x="9019" y="8087"/>
                  <a:pt x="8691" y="8762"/>
                  <a:pt x="8510" y="9615"/>
                </a:cubicBezTo>
                <a:lnTo>
                  <a:pt x="7938" y="9615"/>
                </a:lnTo>
                <a:lnTo>
                  <a:pt x="7658" y="10327"/>
                </a:lnTo>
                <a:lnTo>
                  <a:pt x="8435" y="10327"/>
                </a:lnTo>
                <a:cubicBezTo>
                  <a:pt x="8428" y="10409"/>
                  <a:pt x="8423" y="10483"/>
                  <a:pt x="8419" y="10549"/>
                </a:cubicBezTo>
                <a:cubicBezTo>
                  <a:pt x="8415" y="10616"/>
                  <a:pt x="8414" y="10675"/>
                  <a:pt x="8414" y="10727"/>
                </a:cubicBezTo>
                <a:cubicBezTo>
                  <a:pt x="8414" y="10794"/>
                  <a:pt x="8415" y="10857"/>
                  <a:pt x="8419" y="10916"/>
                </a:cubicBezTo>
                <a:cubicBezTo>
                  <a:pt x="8423" y="10976"/>
                  <a:pt x="8428" y="11032"/>
                  <a:pt x="8435" y="11083"/>
                </a:cubicBezTo>
                <a:lnTo>
                  <a:pt x="7949" y="11083"/>
                </a:lnTo>
                <a:lnTo>
                  <a:pt x="7658" y="11784"/>
                </a:lnTo>
                <a:lnTo>
                  <a:pt x="8489" y="11784"/>
                </a:lnTo>
                <a:cubicBezTo>
                  <a:pt x="8604" y="12674"/>
                  <a:pt x="8896" y="13382"/>
                  <a:pt x="9364" y="13908"/>
                </a:cubicBezTo>
                <a:cubicBezTo>
                  <a:pt x="9904" y="14517"/>
                  <a:pt x="10656" y="14821"/>
                  <a:pt x="11621" y="14821"/>
                </a:cubicBezTo>
                <a:cubicBezTo>
                  <a:pt x="12219" y="14821"/>
                  <a:pt x="12762" y="14658"/>
                  <a:pt x="13252" y="14331"/>
                </a:cubicBezTo>
                <a:lnTo>
                  <a:pt x="13252" y="13097"/>
                </a:lnTo>
                <a:cubicBezTo>
                  <a:pt x="12978" y="13356"/>
                  <a:pt x="12733" y="13542"/>
                  <a:pt x="12517" y="13653"/>
                </a:cubicBezTo>
                <a:cubicBezTo>
                  <a:pt x="12280" y="13772"/>
                  <a:pt x="11981" y="13831"/>
                  <a:pt x="11621" y="13831"/>
                </a:cubicBezTo>
                <a:cubicBezTo>
                  <a:pt x="11067" y="13831"/>
                  <a:pt x="10627" y="13620"/>
                  <a:pt x="10304" y="13197"/>
                </a:cubicBezTo>
                <a:cubicBezTo>
                  <a:pt x="10023" y="12855"/>
                  <a:pt x="9839" y="12385"/>
                  <a:pt x="9753" y="11784"/>
                </a:cubicBezTo>
                <a:lnTo>
                  <a:pt x="11924" y="11784"/>
                </a:lnTo>
                <a:lnTo>
                  <a:pt x="12193" y="11083"/>
                </a:lnTo>
                <a:lnTo>
                  <a:pt x="9699" y="11083"/>
                </a:lnTo>
                <a:cubicBezTo>
                  <a:pt x="9692" y="11046"/>
                  <a:pt x="9688" y="10932"/>
                  <a:pt x="9688" y="10739"/>
                </a:cubicBezTo>
                <a:lnTo>
                  <a:pt x="9688" y="10483"/>
                </a:lnTo>
                <a:cubicBezTo>
                  <a:pt x="9688" y="10416"/>
                  <a:pt x="9692" y="10364"/>
                  <a:pt x="9699" y="10327"/>
                </a:cubicBezTo>
                <a:lnTo>
                  <a:pt x="12344" y="10327"/>
                </a:lnTo>
                <a:lnTo>
                  <a:pt x="12626" y="9615"/>
                </a:lnTo>
                <a:lnTo>
                  <a:pt x="9775" y="9615"/>
                </a:lnTo>
                <a:cubicBezTo>
                  <a:pt x="9868" y="9096"/>
                  <a:pt x="10051" y="8662"/>
                  <a:pt x="10325" y="8314"/>
                </a:cubicBezTo>
                <a:cubicBezTo>
                  <a:pt x="10649" y="7920"/>
                  <a:pt x="11052" y="7724"/>
                  <a:pt x="11535" y="772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4" name="Shape 2796"/>
          <p:cNvSpPr/>
          <p:nvPr userDrawn="1"/>
        </p:nvSpPr>
        <p:spPr>
          <a:xfrm>
            <a:off x="6183095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60" y="9921"/>
                </a:moveTo>
                <a:cubicBezTo>
                  <a:pt x="12438" y="10786"/>
                  <a:pt x="11065" y="10346"/>
                  <a:pt x="10620" y="10238"/>
                </a:cubicBezTo>
                <a:lnTo>
                  <a:pt x="11011" y="8710"/>
                </a:lnTo>
                <a:cubicBezTo>
                  <a:pt x="11457" y="8818"/>
                  <a:pt x="12891" y="9019"/>
                  <a:pt x="12660" y="9921"/>
                </a:cubicBezTo>
                <a:moveTo>
                  <a:pt x="12416" y="12387"/>
                </a:moveTo>
                <a:cubicBezTo>
                  <a:pt x="12172" y="13338"/>
                  <a:pt x="10523" y="12824"/>
                  <a:pt x="9988" y="12695"/>
                </a:cubicBezTo>
                <a:lnTo>
                  <a:pt x="10421" y="11009"/>
                </a:lnTo>
                <a:cubicBezTo>
                  <a:pt x="10956" y="11139"/>
                  <a:pt x="12671" y="11395"/>
                  <a:pt x="12416" y="12387"/>
                </a:cubicBezTo>
                <a:moveTo>
                  <a:pt x="12637" y="8174"/>
                </a:moveTo>
                <a:lnTo>
                  <a:pt x="12960" y="6916"/>
                </a:lnTo>
                <a:lnTo>
                  <a:pt x="12171" y="6726"/>
                </a:lnTo>
                <a:lnTo>
                  <a:pt x="11857" y="7950"/>
                </a:lnTo>
                <a:cubicBezTo>
                  <a:pt x="11649" y="7900"/>
                  <a:pt x="11436" y="7853"/>
                  <a:pt x="11224" y="7806"/>
                </a:cubicBezTo>
                <a:lnTo>
                  <a:pt x="11541" y="6573"/>
                </a:lnTo>
                <a:lnTo>
                  <a:pt x="10753" y="6382"/>
                </a:lnTo>
                <a:lnTo>
                  <a:pt x="10429" y="7640"/>
                </a:lnTo>
                <a:cubicBezTo>
                  <a:pt x="10258" y="7602"/>
                  <a:pt x="10090" y="7565"/>
                  <a:pt x="9926" y="7525"/>
                </a:cubicBezTo>
                <a:lnTo>
                  <a:pt x="9927" y="7521"/>
                </a:lnTo>
                <a:lnTo>
                  <a:pt x="8839" y="7257"/>
                </a:lnTo>
                <a:lnTo>
                  <a:pt x="8629" y="8075"/>
                </a:lnTo>
                <a:cubicBezTo>
                  <a:pt x="8629" y="8075"/>
                  <a:pt x="9214" y="8205"/>
                  <a:pt x="9202" y="8214"/>
                </a:cubicBezTo>
                <a:cubicBezTo>
                  <a:pt x="9521" y="8291"/>
                  <a:pt x="9579" y="8496"/>
                  <a:pt x="9569" y="8658"/>
                </a:cubicBezTo>
                <a:lnTo>
                  <a:pt x="9202" y="10091"/>
                </a:lnTo>
                <a:cubicBezTo>
                  <a:pt x="9224" y="10097"/>
                  <a:pt x="9252" y="10104"/>
                  <a:pt x="9283" y="10116"/>
                </a:cubicBezTo>
                <a:cubicBezTo>
                  <a:pt x="9257" y="10110"/>
                  <a:pt x="9229" y="10103"/>
                  <a:pt x="9200" y="10097"/>
                </a:cubicBezTo>
                <a:lnTo>
                  <a:pt x="8684" y="12103"/>
                </a:lnTo>
                <a:cubicBezTo>
                  <a:pt x="8646" y="12198"/>
                  <a:pt x="8546" y="12339"/>
                  <a:pt x="8323" y="12285"/>
                </a:cubicBezTo>
                <a:cubicBezTo>
                  <a:pt x="8331" y="12297"/>
                  <a:pt x="7749" y="12147"/>
                  <a:pt x="7749" y="12147"/>
                </a:cubicBezTo>
                <a:lnTo>
                  <a:pt x="7358" y="13023"/>
                </a:lnTo>
                <a:lnTo>
                  <a:pt x="8384" y="13271"/>
                </a:lnTo>
                <a:cubicBezTo>
                  <a:pt x="8575" y="13317"/>
                  <a:pt x="8762" y="13366"/>
                  <a:pt x="8946" y="13412"/>
                </a:cubicBezTo>
                <a:lnTo>
                  <a:pt x="8621" y="14684"/>
                </a:lnTo>
                <a:lnTo>
                  <a:pt x="9408" y="14875"/>
                </a:lnTo>
                <a:lnTo>
                  <a:pt x="9731" y="13616"/>
                </a:lnTo>
                <a:cubicBezTo>
                  <a:pt x="9947" y="13673"/>
                  <a:pt x="10156" y="13725"/>
                  <a:pt x="10360" y="13775"/>
                </a:cubicBezTo>
                <a:lnTo>
                  <a:pt x="10038" y="15027"/>
                </a:lnTo>
                <a:lnTo>
                  <a:pt x="10827" y="15218"/>
                </a:lnTo>
                <a:lnTo>
                  <a:pt x="11153" y="13948"/>
                </a:lnTo>
                <a:cubicBezTo>
                  <a:pt x="12499" y="14195"/>
                  <a:pt x="13510" y="14095"/>
                  <a:pt x="13935" y="12915"/>
                </a:cubicBezTo>
                <a:cubicBezTo>
                  <a:pt x="14279" y="11964"/>
                  <a:pt x="13918" y="11416"/>
                  <a:pt x="13210" y="11058"/>
                </a:cubicBezTo>
                <a:cubicBezTo>
                  <a:pt x="13726" y="10943"/>
                  <a:pt x="14115" y="10614"/>
                  <a:pt x="14218" y="9934"/>
                </a:cubicBezTo>
                <a:cubicBezTo>
                  <a:pt x="14361" y="9006"/>
                  <a:pt x="13633" y="8507"/>
                  <a:pt x="12637" y="8174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5" name="Shape 2799"/>
          <p:cNvSpPr/>
          <p:nvPr userDrawn="1"/>
        </p:nvSpPr>
        <p:spPr>
          <a:xfrm>
            <a:off x="6641984" y="444538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16" y="11782"/>
                </a:moveTo>
                <a:cubicBezTo>
                  <a:pt x="9916" y="11929"/>
                  <a:pt x="9939" y="12054"/>
                  <a:pt x="9982" y="12159"/>
                </a:cubicBezTo>
                <a:cubicBezTo>
                  <a:pt x="10026" y="12263"/>
                  <a:pt x="10082" y="12351"/>
                  <a:pt x="10151" y="12425"/>
                </a:cubicBezTo>
                <a:cubicBezTo>
                  <a:pt x="10219" y="12498"/>
                  <a:pt x="10298" y="12557"/>
                  <a:pt x="10388" y="12604"/>
                </a:cubicBezTo>
                <a:cubicBezTo>
                  <a:pt x="10478" y="12650"/>
                  <a:pt x="10513" y="12688"/>
                  <a:pt x="10605" y="12719"/>
                </a:cubicBezTo>
                <a:lnTo>
                  <a:pt x="10605" y="10882"/>
                </a:lnTo>
                <a:cubicBezTo>
                  <a:pt x="10368" y="10882"/>
                  <a:pt x="10241" y="10952"/>
                  <a:pt x="10111" y="11090"/>
                </a:cubicBezTo>
                <a:cubicBezTo>
                  <a:pt x="9981" y="11227"/>
                  <a:pt x="9916" y="11458"/>
                  <a:pt x="9916" y="11782"/>
                </a:cubicBezTo>
                <a:moveTo>
                  <a:pt x="11501" y="14278"/>
                </a:moveTo>
                <a:cubicBezTo>
                  <a:pt x="11425" y="14199"/>
                  <a:pt x="11338" y="14135"/>
                  <a:pt x="11242" y="14086"/>
                </a:cubicBezTo>
                <a:cubicBezTo>
                  <a:pt x="11145" y="14037"/>
                  <a:pt x="11102" y="13994"/>
                  <a:pt x="11001" y="13958"/>
                </a:cubicBezTo>
                <a:lnTo>
                  <a:pt x="11001" y="16096"/>
                </a:lnTo>
                <a:cubicBezTo>
                  <a:pt x="11238" y="16071"/>
                  <a:pt x="11377" y="15975"/>
                  <a:pt x="11528" y="15806"/>
                </a:cubicBezTo>
                <a:cubicBezTo>
                  <a:pt x="11680" y="15638"/>
                  <a:pt x="11756" y="15371"/>
                  <a:pt x="11756" y="15004"/>
                </a:cubicBezTo>
                <a:cubicBezTo>
                  <a:pt x="11756" y="14833"/>
                  <a:pt x="11733" y="14689"/>
                  <a:pt x="11686" y="14572"/>
                </a:cubicBezTo>
                <a:cubicBezTo>
                  <a:pt x="11640" y="14456"/>
                  <a:pt x="11579" y="14358"/>
                  <a:pt x="11501" y="14278"/>
                </a:cubicBezTo>
                <a:moveTo>
                  <a:pt x="12385" y="15751"/>
                </a:moveTo>
                <a:cubicBezTo>
                  <a:pt x="12304" y="16006"/>
                  <a:pt x="12193" y="16216"/>
                  <a:pt x="12052" y="16385"/>
                </a:cubicBezTo>
                <a:cubicBezTo>
                  <a:pt x="11911" y="16553"/>
                  <a:pt x="11747" y="16681"/>
                  <a:pt x="11558" y="16770"/>
                </a:cubicBezTo>
                <a:cubicBezTo>
                  <a:pt x="11369" y="16859"/>
                  <a:pt x="11221" y="16910"/>
                  <a:pt x="11001" y="16922"/>
                </a:cubicBezTo>
                <a:lnTo>
                  <a:pt x="11001" y="17549"/>
                </a:lnTo>
                <a:lnTo>
                  <a:pt x="10605" y="17549"/>
                </a:lnTo>
                <a:lnTo>
                  <a:pt x="10605" y="16922"/>
                </a:lnTo>
                <a:cubicBezTo>
                  <a:pt x="10368" y="16915"/>
                  <a:pt x="10206" y="16863"/>
                  <a:pt x="10009" y="16766"/>
                </a:cubicBezTo>
                <a:cubicBezTo>
                  <a:pt x="9811" y="16667"/>
                  <a:pt x="9642" y="16528"/>
                  <a:pt x="9501" y="16348"/>
                </a:cubicBezTo>
                <a:cubicBezTo>
                  <a:pt x="9361" y="16168"/>
                  <a:pt x="9252" y="15946"/>
                  <a:pt x="9175" y="15683"/>
                </a:cubicBezTo>
                <a:cubicBezTo>
                  <a:pt x="9098" y="15420"/>
                  <a:pt x="9062" y="15117"/>
                  <a:pt x="9066" y="14775"/>
                </a:cubicBezTo>
                <a:lnTo>
                  <a:pt x="9818" y="14775"/>
                </a:lnTo>
                <a:cubicBezTo>
                  <a:pt x="9813" y="15178"/>
                  <a:pt x="9877" y="15496"/>
                  <a:pt x="10009" y="15729"/>
                </a:cubicBezTo>
                <a:cubicBezTo>
                  <a:pt x="10140" y="15961"/>
                  <a:pt x="10302" y="16083"/>
                  <a:pt x="10605" y="16096"/>
                </a:cubicBezTo>
                <a:lnTo>
                  <a:pt x="10605" y="13875"/>
                </a:lnTo>
                <a:cubicBezTo>
                  <a:pt x="10425" y="13807"/>
                  <a:pt x="10302" y="13726"/>
                  <a:pt x="10124" y="13631"/>
                </a:cubicBezTo>
                <a:cubicBezTo>
                  <a:pt x="9946" y="13537"/>
                  <a:pt x="9786" y="13414"/>
                  <a:pt x="9643" y="13264"/>
                </a:cubicBezTo>
                <a:cubicBezTo>
                  <a:pt x="9500" y="13115"/>
                  <a:pt x="9385" y="12927"/>
                  <a:pt x="9297" y="12700"/>
                </a:cubicBezTo>
                <a:cubicBezTo>
                  <a:pt x="9209" y="12474"/>
                  <a:pt x="9165" y="12192"/>
                  <a:pt x="9165" y="11855"/>
                </a:cubicBezTo>
                <a:cubicBezTo>
                  <a:pt x="9165" y="11562"/>
                  <a:pt x="9206" y="11304"/>
                  <a:pt x="9287" y="11080"/>
                </a:cubicBezTo>
                <a:cubicBezTo>
                  <a:pt x="9369" y="10857"/>
                  <a:pt x="9478" y="10670"/>
                  <a:pt x="9617" y="10520"/>
                </a:cubicBezTo>
                <a:cubicBezTo>
                  <a:pt x="9755" y="10370"/>
                  <a:pt x="9914" y="10256"/>
                  <a:pt x="10094" y="10176"/>
                </a:cubicBezTo>
                <a:cubicBezTo>
                  <a:pt x="10274" y="10097"/>
                  <a:pt x="10407" y="10057"/>
                  <a:pt x="10605" y="10057"/>
                </a:cubicBezTo>
                <a:lnTo>
                  <a:pt x="10605" y="9455"/>
                </a:lnTo>
                <a:lnTo>
                  <a:pt x="11001" y="9455"/>
                </a:lnTo>
                <a:lnTo>
                  <a:pt x="11001" y="10057"/>
                </a:lnTo>
                <a:cubicBezTo>
                  <a:pt x="11199" y="10057"/>
                  <a:pt x="11329" y="10093"/>
                  <a:pt x="11505" y="10167"/>
                </a:cubicBezTo>
                <a:cubicBezTo>
                  <a:pt x="11681" y="10240"/>
                  <a:pt x="11834" y="10350"/>
                  <a:pt x="11963" y="10498"/>
                </a:cubicBezTo>
                <a:cubicBezTo>
                  <a:pt x="12093" y="10644"/>
                  <a:pt x="12196" y="10831"/>
                  <a:pt x="12273" y="11057"/>
                </a:cubicBezTo>
                <a:cubicBezTo>
                  <a:pt x="12350" y="11284"/>
                  <a:pt x="12388" y="11547"/>
                  <a:pt x="12388" y="11847"/>
                </a:cubicBezTo>
                <a:lnTo>
                  <a:pt x="11637" y="11847"/>
                </a:lnTo>
                <a:cubicBezTo>
                  <a:pt x="11628" y="11534"/>
                  <a:pt x="11570" y="11296"/>
                  <a:pt x="11463" y="11130"/>
                </a:cubicBezTo>
                <a:cubicBezTo>
                  <a:pt x="11355" y="10965"/>
                  <a:pt x="11238" y="10882"/>
                  <a:pt x="11001" y="10882"/>
                </a:cubicBezTo>
                <a:lnTo>
                  <a:pt x="11001" y="12819"/>
                </a:lnTo>
                <a:cubicBezTo>
                  <a:pt x="11199" y="12894"/>
                  <a:pt x="11336" y="12978"/>
                  <a:pt x="11525" y="13076"/>
                </a:cubicBezTo>
                <a:cubicBezTo>
                  <a:pt x="11714" y="13175"/>
                  <a:pt x="11881" y="13300"/>
                  <a:pt x="12026" y="13453"/>
                </a:cubicBezTo>
                <a:cubicBezTo>
                  <a:pt x="12171" y="13605"/>
                  <a:pt x="12287" y="13795"/>
                  <a:pt x="12375" y="14021"/>
                </a:cubicBezTo>
                <a:cubicBezTo>
                  <a:pt x="12463" y="14248"/>
                  <a:pt x="12507" y="14526"/>
                  <a:pt x="12507" y="14857"/>
                </a:cubicBezTo>
                <a:cubicBezTo>
                  <a:pt x="12507" y="15199"/>
                  <a:pt x="12466" y="15497"/>
                  <a:pt x="12385" y="15751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3"/>
                  <a:pt x="8631" y="18900"/>
                  <a:pt x="10800" y="18900"/>
                </a:cubicBezTo>
                <a:cubicBezTo>
                  <a:pt x="12969" y="18900"/>
                  <a:pt x="14727" y="16483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6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6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6" name="Shape 2934"/>
          <p:cNvSpPr/>
          <p:nvPr userDrawn="1"/>
        </p:nvSpPr>
        <p:spPr>
          <a:xfrm>
            <a:off x="7100873" y="441680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7" name="Shape 2935"/>
          <p:cNvSpPr/>
          <p:nvPr userDrawn="1"/>
        </p:nvSpPr>
        <p:spPr>
          <a:xfrm>
            <a:off x="7502612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8" name="Shape 2936"/>
          <p:cNvSpPr/>
          <p:nvPr userDrawn="1"/>
        </p:nvSpPr>
        <p:spPr>
          <a:xfrm>
            <a:off x="7961501" y="4416808"/>
            <a:ext cx="952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9" name="Shape 2937"/>
          <p:cNvSpPr/>
          <p:nvPr userDrawn="1"/>
        </p:nvSpPr>
        <p:spPr>
          <a:xfrm>
            <a:off x="8306090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0" name="Shape 2944"/>
          <p:cNvSpPr/>
          <p:nvPr userDrawn="1"/>
        </p:nvSpPr>
        <p:spPr>
          <a:xfrm>
            <a:off x="8764982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1" name="Shape 2955"/>
          <p:cNvSpPr/>
          <p:nvPr userDrawn="1"/>
        </p:nvSpPr>
        <p:spPr>
          <a:xfrm>
            <a:off x="4806428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10529" y="17673"/>
                  <a:pt x="10309" y="17892"/>
                  <a:pt x="10309" y="18164"/>
                </a:cubicBez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18164"/>
                </a:lnTo>
                <a:cubicBezTo>
                  <a:pt x="11291" y="17892"/>
                  <a:pt x="11071" y="17673"/>
                  <a:pt x="10800" y="17673"/>
                </a:cubicBezTo>
                <a:moveTo>
                  <a:pt x="10800" y="15709"/>
                </a:moveTo>
                <a:cubicBezTo>
                  <a:pt x="8089" y="15709"/>
                  <a:pt x="5891" y="13511"/>
                  <a:pt x="5891" y="10800"/>
                </a:cubicBezTo>
                <a:cubicBezTo>
                  <a:pt x="5891" y="8088"/>
                  <a:pt x="8089" y="5891"/>
                  <a:pt x="10800" y="5891"/>
                </a:cubicBezTo>
                <a:cubicBezTo>
                  <a:pt x="13511" y="5891"/>
                  <a:pt x="15709" y="8088"/>
                  <a:pt x="15709" y="10800"/>
                </a:cubicBezTo>
                <a:cubicBezTo>
                  <a:pt x="15709" y="13511"/>
                  <a:pt x="13511" y="15709"/>
                  <a:pt x="10800" y="15709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16354" y="15660"/>
                </a:moveTo>
                <a:cubicBezTo>
                  <a:pt x="16162" y="15468"/>
                  <a:pt x="15851" y="15468"/>
                  <a:pt x="15659" y="15660"/>
                </a:cubicBezTo>
                <a:cubicBezTo>
                  <a:pt x="15468" y="15851"/>
                  <a:pt x="15468" y="16163"/>
                  <a:pt x="15659" y="16354"/>
                </a:cubicBezTo>
                <a:lnTo>
                  <a:pt x="17742" y="18437"/>
                </a:lnTo>
                <a:cubicBezTo>
                  <a:pt x="17934" y="18629"/>
                  <a:pt x="18245" y="18629"/>
                  <a:pt x="18437" y="18437"/>
                </a:cubicBezTo>
                <a:cubicBezTo>
                  <a:pt x="18628" y="18245"/>
                  <a:pt x="18628" y="17934"/>
                  <a:pt x="18437" y="17743"/>
                </a:cubicBezTo>
                <a:cubicBezTo>
                  <a:pt x="18437" y="17743"/>
                  <a:pt x="16354" y="15660"/>
                  <a:pt x="16354" y="15660"/>
                </a:cubicBezTo>
                <a:close/>
                <a:moveTo>
                  <a:pt x="21109" y="10309"/>
                </a:moveTo>
                <a:lnTo>
                  <a:pt x="18164" y="10309"/>
                </a:lnTo>
                <a:cubicBezTo>
                  <a:pt x="17893" y="10309"/>
                  <a:pt x="17673" y="10529"/>
                  <a:pt x="17673" y="10800"/>
                </a:cubicBezTo>
                <a:cubicBezTo>
                  <a:pt x="17673" y="11071"/>
                  <a:pt x="17893" y="11291"/>
                  <a:pt x="18164" y="11291"/>
                </a:cubicBez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5246" y="15660"/>
                </a:moveTo>
                <a:lnTo>
                  <a:pt x="3163" y="17743"/>
                </a:lnTo>
                <a:cubicBezTo>
                  <a:pt x="2972" y="17934"/>
                  <a:pt x="2972" y="18245"/>
                  <a:pt x="3163" y="18437"/>
                </a:cubicBezTo>
                <a:cubicBezTo>
                  <a:pt x="3355" y="18629"/>
                  <a:pt x="3666" y="18629"/>
                  <a:pt x="3858" y="18437"/>
                </a:cubicBezTo>
                <a:lnTo>
                  <a:pt x="5941" y="16354"/>
                </a:lnTo>
                <a:cubicBezTo>
                  <a:pt x="6132" y="16163"/>
                  <a:pt x="6132" y="15851"/>
                  <a:pt x="5941" y="15660"/>
                </a:cubicBezTo>
                <a:cubicBezTo>
                  <a:pt x="5749" y="15468"/>
                  <a:pt x="5438" y="15468"/>
                  <a:pt x="5246" y="15660"/>
                </a:cubicBezTo>
                <a:moveTo>
                  <a:pt x="16354" y="5941"/>
                </a:moveTo>
                <a:lnTo>
                  <a:pt x="18437" y="3857"/>
                </a:lnTo>
                <a:cubicBezTo>
                  <a:pt x="18628" y="3666"/>
                  <a:pt x="18628" y="3355"/>
                  <a:pt x="18437" y="3163"/>
                </a:cubicBezTo>
                <a:cubicBezTo>
                  <a:pt x="18245" y="2971"/>
                  <a:pt x="17934" y="2971"/>
                  <a:pt x="17742" y="3163"/>
                </a:cubicBezTo>
                <a:lnTo>
                  <a:pt x="15659" y="5247"/>
                </a:lnTo>
                <a:cubicBezTo>
                  <a:pt x="15468" y="5437"/>
                  <a:pt x="15468" y="5749"/>
                  <a:pt x="15659" y="5941"/>
                </a:cubicBezTo>
                <a:cubicBezTo>
                  <a:pt x="15851" y="6132"/>
                  <a:pt x="16162" y="6132"/>
                  <a:pt x="16354" y="5941"/>
                </a:cubicBezTo>
                <a:moveTo>
                  <a:pt x="10800" y="3927"/>
                </a:moveTo>
                <a:cubicBezTo>
                  <a:pt x="11071" y="3927"/>
                  <a:pt x="11291" y="3708"/>
                  <a:pt x="11291" y="3436"/>
                </a:cubicBez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3436"/>
                </a:lnTo>
                <a:cubicBezTo>
                  <a:pt x="10309" y="3708"/>
                  <a:pt x="10529" y="3927"/>
                  <a:pt x="10800" y="3927"/>
                </a:cubicBezTo>
                <a:moveTo>
                  <a:pt x="3927" y="10800"/>
                </a:moveTo>
                <a:cubicBezTo>
                  <a:pt x="3927" y="10529"/>
                  <a:pt x="3707" y="10309"/>
                  <a:pt x="3436" y="10309"/>
                </a:cubicBez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3436" y="11291"/>
                </a:lnTo>
                <a:cubicBezTo>
                  <a:pt x="3707" y="11291"/>
                  <a:pt x="3927" y="11071"/>
                  <a:pt x="3927" y="10800"/>
                </a:cubicBezTo>
                <a:moveTo>
                  <a:pt x="5246" y="5941"/>
                </a:moveTo>
                <a:cubicBezTo>
                  <a:pt x="5438" y="6132"/>
                  <a:pt x="5749" y="6132"/>
                  <a:pt x="5941" y="5941"/>
                </a:cubicBezTo>
                <a:cubicBezTo>
                  <a:pt x="6132" y="5749"/>
                  <a:pt x="6132" y="5437"/>
                  <a:pt x="5941" y="5247"/>
                </a:cubicBezTo>
                <a:lnTo>
                  <a:pt x="3858" y="3163"/>
                </a:lnTo>
                <a:cubicBezTo>
                  <a:pt x="3666" y="2971"/>
                  <a:pt x="3355" y="2971"/>
                  <a:pt x="3163" y="3163"/>
                </a:cubicBezTo>
                <a:cubicBezTo>
                  <a:pt x="2972" y="3355"/>
                  <a:pt x="2972" y="3666"/>
                  <a:pt x="3163" y="3857"/>
                </a:cubicBezTo>
                <a:cubicBezTo>
                  <a:pt x="3163" y="3857"/>
                  <a:pt x="5246" y="5941"/>
                  <a:pt x="5246" y="594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2" name="Shape 2958"/>
          <p:cNvSpPr/>
          <p:nvPr userDrawn="1"/>
        </p:nvSpPr>
        <p:spPr>
          <a:xfrm>
            <a:off x="7082571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64"/>
                </a:moveTo>
                <a:lnTo>
                  <a:pt x="19636" y="1964"/>
                </a:lnTo>
                <a:lnTo>
                  <a:pt x="18900" y="0"/>
                </a:lnTo>
                <a:lnTo>
                  <a:pt x="18164" y="1964"/>
                </a:lnTo>
                <a:lnTo>
                  <a:pt x="16200" y="1964"/>
                </a:lnTo>
                <a:lnTo>
                  <a:pt x="17795" y="3191"/>
                </a:lnTo>
                <a:lnTo>
                  <a:pt x="17059" y="5400"/>
                </a:lnTo>
                <a:lnTo>
                  <a:pt x="18900" y="4050"/>
                </a:lnTo>
                <a:lnTo>
                  <a:pt x="20741" y="5400"/>
                </a:lnTo>
                <a:lnTo>
                  <a:pt x="20005" y="3191"/>
                </a:lnTo>
                <a:cubicBezTo>
                  <a:pt x="20005" y="3191"/>
                  <a:pt x="21600" y="1964"/>
                  <a:pt x="21600" y="1964"/>
                </a:cubicBezTo>
                <a:close/>
                <a:moveTo>
                  <a:pt x="10800" y="20616"/>
                </a:moveTo>
                <a:cubicBezTo>
                  <a:pt x="5386" y="20616"/>
                  <a:pt x="982" y="16203"/>
                  <a:pt x="982" y="10777"/>
                </a:cubicBezTo>
                <a:cubicBezTo>
                  <a:pt x="982" y="6434"/>
                  <a:pt x="3745" y="2741"/>
                  <a:pt x="7690" y="1441"/>
                </a:cubicBezTo>
                <a:cubicBezTo>
                  <a:pt x="6837" y="3102"/>
                  <a:pt x="6382" y="4957"/>
                  <a:pt x="6382" y="6841"/>
                </a:cubicBezTo>
                <a:cubicBezTo>
                  <a:pt x="6382" y="13004"/>
                  <a:pt x="11118" y="18079"/>
                  <a:pt x="17134" y="18604"/>
                </a:cubicBezTo>
                <a:cubicBezTo>
                  <a:pt x="15361" y="19863"/>
                  <a:pt x="13065" y="20616"/>
                  <a:pt x="10800" y="20616"/>
                </a:cubicBezTo>
                <a:moveTo>
                  <a:pt x="7364" y="6841"/>
                </a:moveTo>
                <a:cubicBezTo>
                  <a:pt x="7364" y="4248"/>
                  <a:pt x="8276" y="1870"/>
                  <a:pt x="9794" y="5"/>
                </a:cubicBezTo>
                <a:cubicBezTo>
                  <a:pt x="4302" y="514"/>
                  <a:pt x="0" y="5140"/>
                  <a:pt x="0" y="10777"/>
                </a:cubicBezTo>
                <a:cubicBezTo>
                  <a:pt x="0" y="16755"/>
                  <a:pt x="4836" y="21600"/>
                  <a:pt x="10800" y="21600"/>
                </a:cubicBezTo>
                <a:cubicBezTo>
                  <a:pt x="14176" y="21600"/>
                  <a:pt x="17656" y="20045"/>
                  <a:pt x="19636" y="17613"/>
                </a:cubicBezTo>
                <a:cubicBezTo>
                  <a:pt x="19305" y="17644"/>
                  <a:pt x="18503" y="17665"/>
                  <a:pt x="18164" y="17665"/>
                </a:cubicBezTo>
                <a:cubicBezTo>
                  <a:pt x="12199" y="17665"/>
                  <a:pt x="7364" y="12819"/>
                  <a:pt x="7364" y="6841"/>
                </a:cubicBezTo>
                <a:moveTo>
                  <a:pt x="17673" y="10309"/>
                </a:moveTo>
                <a:lnTo>
                  <a:pt x="17137" y="11737"/>
                </a:lnTo>
                <a:lnTo>
                  <a:pt x="15709" y="11737"/>
                </a:lnTo>
                <a:lnTo>
                  <a:pt x="16869" y="12629"/>
                </a:lnTo>
                <a:lnTo>
                  <a:pt x="16334" y="14236"/>
                </a:lnTo>
                <a:lnTo>
                  <a:pt x="17673" y="13255"/>
                </a:lnTo>
                <a:lnTo>
                  <a:pt x="19011" y="14236"/>
                </a:lnTo>
                <a:lnTo>
                  <a:pt x="18476" y="12629"/>
                </a:lnTo>
                <a:lnTo>
                  <a:pt x="19636" y="11737"/>
                </a:lnTo>
                <a:lnTo>
                  <a:pt x="18208" y="11737"/>
                </a:lnTo>
                <a:cubicBezTo>
                  <a:pt x="18208" y="11737"/>
                  <a:pt x="17673" y="10309"/>
                  <a:pt x="17673" y="10309"/>
                </a:cubicBezTo>
                <a:close/>
                <a:moveTo>
                  <a:pt x="11425" y="9327"/>
                </a:moveTo>
                <a:lnTo>
                  <a:pt x="12764" y="8345"/>
                </a:lnTo>
                <a:lnTo>
                  <a:pt x="14102" y="9327"/>
                </a:lnTo>
                <a:lnTo>
                  <a:pt x="13567" y="7721"/>
                </a:lnTo>
                <a:lnTo>
                  <a:pt x="14727" y="6828"/>
                </a:lnTo>
                <a:lnTo>
                  <a:pt x="13299" y="6828"/>
                </a:lnTo>
                <a:lnTo>
                  <a:pt x="12764" y="5400"/>
                </a:lnTo>
                <a:lnTo>
                  <a:pt x="12228" y="6828"/>
                </a:lnTo>
                <a:lnTo>
                  <a:pt x="10800" y="6828"/>
                </a:lnTo>
                <a:lnTo>
                  <a:pt x="11960" y="7721"/>
                </a:lnTo>
                <a:cubicBezTo>
                  <a:pt x="11960" y="7721"/>
                  <a:pt x="11425" y="9327"/>
                  <a:pt x="11425" y="9327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3" name="Shape 2960"/>
          <p:cNvSpPr/>
          <p:nvPr userDrawn="1"/>
        </p:nvSpPr>
        <p:spPr>
          <a:xfrm>
            <a:off x="7494766" y="4859166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16" h="21600" extrusionOk="0">
                <a:moveTo>
                  <a:pt x="17140" y="11946"/>
                </a:moveTo>
                <a:cubicBezTo>
                  <a:pt x="15736" y="13192"/>
                  <a:pt x="13853" y="14375"/>
                  <a:pt x="11542" y="15211"/>
                </a:cubicBezTo>
                <a:cubicBezTo>
                  <a:pt x="9755" y="15857"/>
                  <a:pt x="7947" y="16197"/>
                  <a:pt x="6315" y="16197"/>
                </a:cubicBezTo>
                <a:cubicBezTo>
                  <a:pt x="5843" y="16197"/>
                  <a:pt x="5401" y="16158"/>
                  <a:pt x="4974" y="16102"/>
                </a:cubicBezTo>
                <a:cubicBezTo>
                  <a:pt x="4247" y="14590"/>
                  <a:pt x="3822" y="12766"/>
                  <a:pt x="3822" y="10800"/>
                </a:cubicBezTo>
                <a:cubicBezTo>
                  <a:pt x="3822" y="5581"/>
                  <a:pt x="6815" y="1350"/>
                  <a:pt x="10508" y="1350"/>
                </a:cubicBezTo>
                <a:cubicBezTo>
                  <a:pt x="14201" y="1350"/>
                  <a:pt x="17194" y="5581"/>
                  <a:pt x="17194" y="10800"/>
                </a:cubicBezTo>
                <a:cubicBezTo>
                  <a:pt x="17194" y="11189"/>
                  <a:pt x="17172" y="11570"/>
                  <a:pt x="17140" y="11946"/>
                </a:cubicBezTo>
                <a:moveTo>
                  <a:pt x="10508" y="20250"/>
                </a:moveTo>
                <a:cubicBezTo>
                  <a:pt x="8681" y="20250"/>
                  <a:pt x="7028" y="19212"/>
                  <a:pt x="5821" y="17534"/>
                </a:cubicBezTo>
                <a:cubicBezTo>
                  <a:pt x="5984" y="17541"/>
                  <a:pt x="6147" y="17547"/>
                  <a:pt x="6315" y="17547"/>
                </a:cubicBezTo>
                <a:cubicBezTo>
                  <a:pt x="7976" y="17547"/>
                  <a:pt x="9848" y="17215"/>
                  <a:pt x="11778" y="16518"/>
                </a:cubicBezTo>
                <a:cubicBezTo>
                  <a:pt x="13697" y="15824"/>
                  <a:pt x="15425" y="14854"/>
                  <a:pt x="16859" y="13742"/>
                </a:cubicBezTo>
                <a:cubicBezTo>
                  <a:pt x="15984" y="17519"/>
                  <a:pt x="13473" y="20250"/>
                  <a:pt x="10508" y="20250"/>
                </a:cubicBezTo>
                <a:moveTo>
                  <a:pt x="20938" y="6356"/>
                </a:moveTo>
                <a:cubicBezTo>
                  <a:pt x="20592" y="4617"/>
                  <a:pt x="19141" y="3452"/>
                  <a:pt x="17072" y="2964"/>
                </a:cubicBezTo>
                <a:cubicBezTo>
                  <a:pt x="17380" y="3481"/>
                  <a:pt x="17660" y="4034"/>
                  <a:pt x="17905" y="4620"/>
                </a:cubicBezTo>
                <a:cubicBezTo>
                  <a:pt x="19058" y="5088"/>
                  <a:pt x="19838" y="5815"/>
                  <a:pt x="20018" y="6721"/>
                </a:cubicBezTo>
                <a:cubicBezTo>
                  <a:pt x="20123" y="7246"/>
                  <a:pt x="20033" y="7861"/>
                  <a:pt x="19752" y="8549"/>
                </a:cubicBezTo>
                <a:cubicBezTo>
                  <a:pt x="19449" y="9292"/>
                  <a:pt x="18904" y="10122"/>
                  <a:pt x="18143" y="10958"/>
                </a:cubicBezTo>
                <a:cubicBezTo>
                  <a:pt x="18144" y="10905"/>
                  <a:pt x="18149" y="10853"/>
                  <a:pt x="18149" y="10800"/>
                </a:cubicBezTo>
                <a:cubicBezTo>
                  <a:pt x="18149" y="4835"/>
                  <a:pt x="14728" y="0"/>
                  <a:pt x="10508" y="0"/>
                </a:cubicBezTo>
                <a:cubicBezTo>
                  <a:pt x="6288" y="0"/>
                  <a:pt x="2867" y="4835"/>
                  <a:pt x="2867" y="10800"/>
                </a:cubicBezTo>
                <a:cubicBezTo>
                  <a:pt x="2867" y="12627"/>
                  <a:pt x="3190" y="14345"/>
                  <a:pt x="3756" y="15853"/>
                </a:cubicBezTo>
                <a:cubicBezTo>
                  <a:pt x="2245" y="15418"/>
                  <a:pt x="1209" y="14595"/>
                  <a:pt x="997" y="13528"/>
                </a:cubicBezTo>
                <a:cubicBezTo>
                  <a:pt x="893" y="13003"/>
                  <a:pt x="982" y="12389"/>
                  <a:pt x="1263" y="11700"/>
                </a:cubicBezTo>
                <a:cubicBezTo>
                  <a:pt x="1416" y="11327"/>
                  <a:pt x="1650" y="10926"/>
                  <a:pt x="1922" y="10518"/>
                </a:cubicBezTo>
                <a:cubicBezTo>
                  <a:pt x="1933" y="9817"/>
                  <a:pt x="1982" y="9128"/>
                  <a:pt x="2074" y="8461"/>
                </a:cubicBezTo>
                <a:cubicBezTo>
                  <a:pt x="528" y="10248"/>
                  <a:pt x="-261" y="12188"/>
                  <a:pt x="78" y="13893"/>
                </a:cubicBezTo>
                <a:cubicBezTo>
                  <a:pt x="452" y="15777"/>
                  <a:pt x="2118" y="16988"/>
                  <a:pt x="4465" y="17394"/>
                </a:cubicBezTo>
                <a:cubicBezTo>
                  <a:pt x="5863" y="19948"/>
                  <a:pt x="8046" y="21600"/>
                  <a:pt x="10508" y="21600"/>
                </a:cubicBezTo>
                <a:cubicBezTo>
                  <a:pt x="14255" y="21600"/>
                  <a:pt x="17365" y="17785"/>
                  <a:pt x="18017" y="12755"/>
                </a:cubicBezTo>
                <a:cubicBezTo>
                  <a:pt x="20167" y="10724"/>
                  <a:pt x="21339" y="8374"/>
                  <a:pt x="20938" y="635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4" name="Shape 2961"/>
          <p:cNvSpPr/>
          <p:nvPr userDrawn="1"/>
        </p:nvSpPr>
        <p:spPr>
          <a:xfrm>
            <a:off x="7954029" y="4830591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581" y="20618"/>
                  <a:pt x="1350" y="17422"/>
                  <a:pt x="1350" y="13478"/>
                </a:cubicBezTo>
                <a:cubicBezTo>
                  <a:pt x="1350" y="8836"/>
                  <a:pt x="10125" y="1166"/>
                  <a:pt x="10800" y="1166"/>
                </a:cubicBezTo>
                <a:cubicBezTo>
                  <a:pt x="11475" y="1166"/>
                  <a:pt x="20250" y="8836"/>
                  <a:pt x="20250" y="13478"/>
                </a:cubicBezTo>
                <a:cubicBezTo>
                  <a:pt x="20250" y="17422"/>
                  <a:pt x="16019" y="20618"/>
                  <a:pt x="10800" y="20618"/>
                </a:cubicBezTo>
                <a:moveTo>
                  <a:pt x="10800" y="0"/>
                </a:moveTo>
                <a:cubicBezTo>
                  <a:pt x="9450" y="0"/>
                  <a:pt x="0" y="8345"/>
                  <a:pt x="0" y="13745"/>
                </a:cubicBezTo>
                <a:cubicBezTo>
                  <a:pt x="0" y="18083"/>
                  <a:pt x="4836" y="21600"/>
                  <a:pt x="10800" y="21600"/>
                </a:cubicBezTo>
                <a:cubicBezTo>
                  <a:pt x="16765" y="21600"/>
                  <a:pt x="21600" y="18083"/>
                  <a:pt x="21600" y="13745"/>
                </a:cubicBezTo>
                <a:cubicBezTo>
                  <a:pt x="21600" y="8345"/>
                  <a:pt x="12150" y="0"/>
                  <a:pt x="10800" y="0"/>
                </a:cubicBezTo>
                <a:moveTo>
                  <a:pt x="10800" y="18655"/>
                </a:moveTo>
                <a:cubicBezTo>
                  <a:pt x="7072" y="18655"/>
                  <a:pt x="4050" y="16456"/>
                  <a:pt x="4050" y="13745"/>
                </a:cubicBezTo>
                <a:cubicBezTo>
                  <a:pt x="4050" y="13474"/>
                  <a:pt x="3748" y="13255"/>
                  <a:pt x="3375" y="13255"/>
                </a:cubicBezTo>
                <a:cubicBezTo>
                  <a:pt x="3002" y="13255"/>
                  <a:pt x="2700" y="13474"/>
                  <a:pt x="2700" y="13745"/>
                </a:cubicBezTo>
                <a:cubicBezTo>
                  <a:pt x="2700" y="16999"/>
                  <a:pt x="6327" y="19636"/>
                  <a:pt x="10800" y="19636"/>
                </a:cubicBezTo>
                <a:cubicBezTo>
                  <a:pt x="11173" y="19636"/>
                  <a:pt x="11475" y="19417"/>
                  <a:pt x="11475" y="19145"/>
                </a:cubicBezTo>
                <a:cubicBezTo>
                  <a:pt x="11475" y="18875"/>
                  <a:pt x="11173" y="18655"/>
                  <a:pt x="10800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5" name="Shape 2963"/>
          <p:cNvSpPr/>
          <p:nvPr userDrawn="1"/>
        </p:nvSpPr>
        <p:spPr>
          <a:xfrm>
            <a:off x="8342694" y="4878216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2" y="19800"/>
                </a:moveTo>
                <a:cubicBezTo>
                  <a:pt x="18391" y="11772"/>
                  <a:pt x="14982" y="5400"/>
                  <a:pt x="10800" y="5400"/>
                </a:cubicBezTo>
                <a:cubicBezTo>
                  <a:pt x="6618" y="5400"/>
                  <a:pt x="3209" y="11772"/>
                  <a:pt x="2968" y="19800"/>
                </a:cubicBezTo>
                <a:lnTo>
                  <a:pt x="1005" y="19800"/>
                </a:lnTo>
                <a:cubicBezTo>
                  <a:pt x="1251" y="9783"/>
                  <a:pt x="5535" y="1800"/>
                  <a:pt x="10800" y="1800"/>
                </a:cubicBezTo>
                <a:cubicBezTo>
                  <a:pt x="16065" y="1800"/>
                  <a:pt x="20349" y="9783"/>
                  <a:pt x="20595" y="19800"/>
                </a:cubicBezTo>
                <a:cubicBezTo>
                  <a:pt x="20595" y="19800"/>
                  <a:pt x="18632" y="19800"/>
                  <a:pt x="18632" y="19800"/>
                </a:cubicBezTo>
                <a:close/>
                <a:moveTo>
                  <a:pt x="15687" y="19800"/>
                </a:moveTo>
                <a:cubicBezTo>
                  <a:pt x="15461" y="14755"/>
                  <a:pt x="13360" y="10800"/>
                  <a:pt x="10800" y="10800"/>
                </a:cubicBezTo>
                <a:cubicBezTo>
                  <a:pt x="8240" y="10800"/>
                  <a:pt x="6139" y="14755"/>
                  <a:pt x="5913" y="19800"/>
                </a:cubicBezTo>
                <a:lnTo>
                  <a:pt x="3950" y="19800"/>
                </a:lnTo>
                <a:cubicBezTo>
                  <a:pt x="4187" y="12767"/>
                  <a:pt x="7159" y="7200"/>
                  <a:pt x="10800" y="7200"/>
                </a:cubicBezTo>
                <a:cubicBezTo>
                  <a:pt x="14441" y="7200"/>
                  <a:pt x="17413" y="12767"/>
                  <a:pt x="17650" y="19800"/>
                </a:cubicBezTo>
                <a:cubicBezTo>
                  <a:pt x="17650" y="19800"/>
                  <a:pt x="15687" y="19800"/>
                  <a:pt x="15687" y="19800"/>
                </a:cubicBezTo>
                <a:close/>
                <a:moveTo>
                  <a:pt x="12724" y="19800"/>
                </a:moveTo>
                <a:cubicBezTo>
                  <a:pt x="12542" y="17747"/>
                  <a:pt x="11750" y="16200"/>
                  <a:pt x="10800" y="16200"/>
                </a:cubicBezTo>
                <a:cubicBezTo>
                  <a:pt x="9850" y="16200"/>
                  <a:pt x="9058" y="17747"/>
                  <a:pt x="8876" y="19800"/>
                </a:cubicBezTo>
                <a:lnTo>
                  <a:pt x="6899" y="19800"/>
                </a:lnTo>
                <a:cubicBezTo>
                  <a:pt x="7115" y="15751"/>
                  <a:pt x="8779" y="12600"/>
                  <a:pt x="10800" y="12600"/>
                </a:cubicBezTo>
                <a:cubicBezTo>
                  <a:pt x="12821" y="12600"/>
                  <a:pt x="14485" y="15751"/>
                  <a:pt x="14701" y="19800"/>
                </a:cubicBezTo>
                <a:cubicBezTo>
                  <a:pt x="14701" y="19800"/>
                  <a:pt x="12724" y="19800"/>
                  <a:pt x="12724" y="19800"/>
                </a:cubicBezTo>
                <a:close/>
                <a:moveTo>
                  <a:pt x="10800" y="0"/>
                </a:moveTo>
                <a:cubicBezTo>
                  <a:pt x="4835" y="0"/>
                  <a:pt x="0" y="9268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9327" y="21600"/>
                </a:lnTo>
                <a:cubicBezTo>
                  <a:pt x="9599" y="21600"/>
                  <a:pt x="9818" y="21197"/>
                  <a:pt x="9818" y="20700"/>
                </a:cubicBezTo>
                <a:cubicBezTo>
                  <a:pt x="9818" y="19209"/>
                  <a:pt x="10258" y="18000"/>
                  <a:pt x="10800" y="18000"/>
                </a:cubicBezTo>
                <a:cubicBezTo>
                  <a:pt x="11342" y="18000"/>
                  <a:pt x="11782" y="19209"/>
                  <a:pt x="11782" y="20700"/>
                </a:cubicBezTo>
                <a:cubicBezTo>
                  <a:pt x="11782" y="21197"/>
                  <a:pt x="12001" y="21600"/>
                  <a:pt x="12273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9268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6" name="Shape 2965"/>
          <p:cNvSpPr/>
          <p:nvPr userDrawn="1"/>
        </p:nvSpPr>
        <p:spPr>
          <a:xfrm>
            <a:off x="5258967" y="4873454"/>
            <a:ext cx="209550" cy="123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9938"/>
                </a:moveTo>
                <a:lnTo>
                  <a:pt x="3927" y="19938"/>
                </a:lnTo>
                <a:cubicBezTo>
                  <a:pt x="2303" y="19938"/>
                  <a:pt x="982" y="17703"/>
                  <a:pt x="982" y="14954"/>
                </a:cubicBezTo>
                <a:cubicBezTo>
                  <a:pt x="982" y="12638"/>
                  <a:pt x="1912" y="10647"/>
                  <a:pt x="3244" y="10110"/>
                </a:cubicBezTo>
                <a:cubicBezTo>
                  <a:pt x="3634" y="9954"/>
                  <a:pt x="3929" y="9410"/>
                  <a:pt x="3988" y="8739"/>
                </a:cubicBezTo>
                <a:cubicBezTo>
                  <a:pt x="4343" y="4704"/>
                  <a:pt x="6427" y="1662"/>
                  <a:pt x="8836" y="1662"/>
                </a:cubicBezTo>
                <a:cubicBezTo>
                  <a:pt x="10501" y="1662"/>
                  <a:pt x="12038" y="3081"/>
                  <a:pt x="12948" y="5461"/>
                </a:cubicBezTo>
                <a:cubicBezTo>
                  <a:pt x="13103" y="5866"/>
                  <a:pt x="13354" y="6137"/>
                  <a:pt x="13636" y="6203"/>
                </a:cubicBezTo>
                <a:cubicBezTo>
                  <a:pt x="13682" y="6215"/>
                  <a:pt x="13727" y="6219"/>
                  <a:pt x="13773" y="6219"/>
                </a:cubicBezTo>
                <a:cubicBezTo>
                  <a:pt x="14009" y="6219"/>
                  <a:pt x="14238" y="6076"/>
                  <a:pt x="14419" y="5809"/>
                </a:cubicBezTo>
                <a:cubicBezTo>
                  <a:pt x="14777" y="5278"/>
                  <a:pt x="15236" y="4985"/>
                  <a:pt x="15709" y="4985"/>
                </a:cubicBezTo>
                <a:cubicBezTo>
                  <a:pt x="16792" y="4985"/>
                  <a:pt x="17673" y="6476"/>
                  <a:pt x="17671" y="8326"/>
                </a:cubicBezTo>
                <a:lnTo>
                  <a:pt x="17667" y="8447"/>
                </a:lnTo>
                <a:cubicBezTo>
                  <a:pt x="17646" y="9234"/>
                  <a:pt x="17953" y="9937"/>
                  <a:pt x="18404" y="10132"/>
                </a:cubicBezTo>
                <a:cubicBezTo>
                  <a:pt x="19708" y="10697"/>
                  <a:pt x="20618" y="12680"/>
                  <a:pt x="20618" y="14954"/>
                </a:cubicBezTo>
                <a:cubicBezTo>
                  <a:pt x="20618" y="17703"/>
                  <a:pt x="19297" y="19938"/>
                  <a:pt x="17673" y="19938"/>
                </a:cubicBezTo>
                <a:moveTo>
                  <a:pt x="18648" y="8523"/>
                </a:moveTo>
                <a:cubicBezTo>
                  <a:pt x="18650" y="8451"/>
                  <a:pt x="18655" y="8381"/>
                  <a:pt x="18655" y="8308"/>
                </a:cubicBezTo>
                <a:cubicBezTo>
                  <a:pt x="18655" y="5556"/>
                  <a:pt x="17335" y="3323"/>
                  <a:pt x="15709" y="3323"/>
                </a:cubicBezTo>
                <a:cubicBezTo>
                  <a:pt x="14967" y="3323"/>
                  <a:pt x="14290" y="3791"/>
                  <a:pt x="13773" y="4558"/>
                </a:cubicBezTo>
                <a:cubicBezTo>
                  <a:pt x="12724" y="1819"/>
                  <a:pt x="10909" y="0"/>
                  <a:pt x="8836" y="0"/>
                </a:cubicBezTo>
                <a:cubicBezTo>
                  <a:pt x="5880" y="0"/>
                  <a:pt x="3439" y="3690"/>
                  <a:pt x="3017" y="8494"/>
                </a:cubicBezTo>
                <a:cubicBezTo>
                  <a:pt x="1288" y="9190"/>
                  <a:pt x="0" y="11814"/>
                  <a:pt x="0" y="14954"/>
                </a:cubicBezTo>
                <a:cubicBezTo>
                  <a:pt x="0" y="18624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8624"/>
                  <a:pt x="21600" y="14954"/>
                </a:cubicBezTo>
                <a:cubicBezTo>
                  <a:pt x="21600" y="11855"/>
                  <a:pt x="20344" y="9259"/>
                  <a:pt x="18648" y="852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7" name="Shape 2968"/>
          <p:cNvSpPr/>
          <p:nvPr userDrawn="1"/>
        </p:nvSpPr>
        <p:spPr>
          <a:xfrm>
            <a:off x="5711506" y="4849641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4400"/>
                </a:moveTo>
                <a:lnTo>
                  <a:pt x="3927" y="14400"/>
                </a:lnTo>
                <a:cubicBezTo>
                  <a:pt x="2303" y="14400"/>
                  <a:pt x="982" y="12785"/>
                  <a:pt x="982" y="10800"/>
                </a:cubicBezTo>
                <a:cubicBezTo>
                  <a:pt x="982" y="9128"/>
                  <a:pt x="1912" y="7690"/>
                  <a:pt x="3244" y="7302"/>
                </a:cubicBezTo>
                <a:cubicBezTo>
                  <a:pt x="3634" y="7189"/>
                  <a:pt x="3929" y="6796"/>
                  <a:pt x="3988" y="6312"/>
                </a:cubicBezTo>
                <a:cubicBezTo>
                  <a:pt x="4343" y="3397"/>
                  <a:pt x="6427" y="1200"/>
                  <a:pt x="8836" y="1200"/>
                </a:cubicBezTo>
                <a:cubicBezTo>
                  <a:pt x="10501" y="1200"/>
                  <a:pt x="11547" y="1626"/>
                  <a:pt x="12457" y="3344"/>
                </a:cubicBezTo>
                <a:cubicBezTo>
                  <a:pt x="12612" y="3636"/>
                  <a:pt x="13354" y="4432"/>
                  <a:pt x="13636" y="4480"/>
                </a:cubicBezTo>
                <a:cubicBezTo>
                  <a:pt x="13682" y="4488"/>
                  <a:pt x="13773" y="4492"/>
                  <a:pt x="13773" y="4492"/>
                </a:cubicBezTo>
                <a:cubicBezTo>
                  <a:pt x="14009" y="4492"/>
                  <a:pt x="14238" y="4388"/>
                  <a:pt x="14419" y="4195"/>
                </a:cubicBezTo>
                <a:cubicBezTo>
                  <a:pt x="14777" y="3812"/>
                  <a:pt x="15236" y="3600"/>
                  <a:pt x="15709" y="3600"/>
                </a:cubicBezTo>
                <a:cubicBezTo>
                  <a:pt x="16792" y="3600"/>
                  <a:pt x="17673" y="4676"/>
                  <a:pt x="17671" y="6013"/>
                </a:cubicBezTo>
                <a:lnTo>
                  <a:pt x="17667" y="6101"/>
                </a:lnTo>
                <a:cubicBezTo>
                  <a:pt x="17646" y="6669"/>
                  <a:pt x="17953" y="7177"/>
                  <a:pt x="18404" y="7318"/>
                </a:cubicBezTo>
                <a:cubicBezTo>
                  <a:pt x="19708" y="7726"/>
                  <a:pt x="20618" y="9158"/>
                  <a:pt x="20618" y="10800"/>
                </a:cubicBezTo>
                <a:cubicBezTo>
                  <a:pt x="20618" y="12785"/>
                  <a:pt x="19297" y="14400"/>
                  <a:pt x="17673" y="14400"/>
                </a:cubicBezTo>
                <a:moveTo>
                  <a:pt x="18648" y="6156"/>
                </a:moveTo>
                <a:cubicBezTo>
                  <a:pt x="18650" y="6104"/>
                  <a:pt x="18655" y="6053"/>
                  <a:pt x="18655" y="6000"/>
                </a:cubicBezTo>
                <a:cubicBezTo>
                  <a:pt x="18655" y="4012"/>
                  <a:pt x="17335" y="2400"/>
                  <a:pt x="15709" y="2400"/>
                </a:cubicBezTo>
                <a:cubicBezTo>
                  <a:pt x="14967" y="2400"/>
                  <a:pt x="14290" y="2738"/>
                  <a:pt x="13773" y="3292"/>
                </a:cubicBezTo>
                <a:cubicBezTo>
                  <a:pt x="12724" y="1314"/>
                  <a:pt x="10909" y="0"/>
                  <a:pt x="8836" y="0"/>
                </a:cubicBezTo>
                <a:cubicBezTo>
                  <a:pt x="5880" y="0"/>
                  <a:pt x="3439" y="2665"/>
                  <a:pt x="3017" y="6135"/>
                </a:cubicBezTo>
                <a:cubicBezTo>
                  <a:pt x="1288" y="6638"/>
                  <a:pt x="0" y="8532"/>
                  <a:pt x="0" y="10800"/>
                </a:cubicBezTo>
                <a:cubicBezTo>
                  <a:pt x="0" y="13451"/>
                  <a:pt x="1758" y="15600"/>
                  <a:pt x="3927" y="15600"/>
                </a:cubicBezTo>
                <a:lnTo>
                  <a:pt x="17673" y="15600"/>
                </a:lnTo>
                <a:cubicBezTo>
                  <a:pt x="19842" y="15600"/>
                  <a:pt x="21600" y="13451"/>
                  <a:pt x="21600" y="10800"/>
                </a:cubicBezTo>
                <a:cubicBezTo>
                  <a:pt x="21600" y="8562"/>
                  <a:pt x="20344" y="6687"/>
                  <a:pt x="18648" y="6156"/>
                </a:cubicBezTo>
                <a:moveTo>
                  <a:pt x="15218" y="16800"/>
                </a:moveTo>
                <a:cubicBezTo>
                  <a:pt x="15083" y="16800"/>
                  <a:pt x="14960" y="16867"/>
                  <a:pt x="14871" y="16976"/>
                </a:cubicBezTo>
                <a:lnTo>
                  <a:pt x="11926" y="20575"/>
                </a:lnTo>
                <a:cubicBezTo>
                  <a:pt x="11837" y="20685"/>
                  <a:pt x="11782" y="20835"/>
                  <a:pt x="11782" y="21000"/>
                </a:cubicBezTo>
                <a:cubicBezTo>
                  <a:pt x="11782" y="21332"/>
                  <a:pt x="12002" y="21600"/>
                  <a:pt x="12273" y="21600"/>
                </a:cubicBezTo>
                <a:cubicBezTo>
                  <a:pt x="12408" y="21600"/>
                  <a:pt x="12531" y="21533"/>
                  <a:pt x="12620" y="21424"/>
                </a:cubicBezTo>
                <a:lnTo>
                  <a:pt x="15565" y="17824"/>
                </a:lnTo>
                <a:cubicBezTo>
                  <a:pt x="15654" y="17716"/>
                  <a:pt x="15709" y="17566"/>
                  <a:pt x="15709" y="17400"/>
                </a:cubicBezTo>
                <a:cubicBezTo>
                  <a:pt x="15709" y="17069"/>
                  <a:pt x="15489" y="16800"/>
                  <a:pt x="15218" y="16800"/>
                </a:cubicBezTo>
                <a:moveTo>
                  <a:pt x="12764" y="17400"/>
                </a:moveTo>
                <a:cubicBezTo>
                  <a:pt x="12764" y="17069"/>
                  <a:pt x="12544" y="16800"/>
                  <a:pt x="12273" y="16800"/>
                </a:cubicBezTo>
                <a:cubicBezTo>
                  <a:pt x="12137" y="16800"/>
                  <a:pt x="12015" y="16867"/>
                  <a:pt x="11925" y="16976"/>
                </a:cubicBezTo>
                <a:lnTo>
                  <a:pt x="8981" y="20575"/>
                </a:lnTo>
                <a:cubicBezTo>
                  <a:pt x="8891" y="20685"/>
                  <a:pt x="8836" y="20835"/>
                  <a:pt x="8836" y="21000"/>
                </a:cubicBezTo>
                <a:cubicBezTo>
                  <a:pt x="8836" y="21332"/>
                  <a:pt x="9056" y="21600"/>
                  <a:pt x="9327" y="21600"/>
                </a:cubicBezTo>
                <a:cubicBezTo>
                  <a:pt x="9463" y="21600"/>
                  <a:pt x="9585" y="21533"/>
                  <a:pt x="9674" y="21424"/>
                </a:cubicBezTo>
                <a:lnTo>
                  <a:pt x="12620" y="17824"/>
                </a:lnTo>
                <a:cubicBezTo>
                  <a:pt x="12709" y="17716"/>
                  <a:pt x="12764" y="17566"/>
                  <a:pt x="12764" y="17400"/>
                </a:cubicBezTo>
                <a:moveTo>
                  <a:pt x="6873" y="17400"/>
                </a:moveTo>
                <a:cubicBezTo>
                  <a:pt x="6873" y="17069"/>
                  <a:pt x="6653" y="16800"/>
                  <a:pt x="6382" y="16800"/>
                </a:cubicBezTo>
                <a:cubicBezTo>
                  <a:pt x="6246" y="16800"/>
                  <a:pt x="6124" y="16867"/>
                  <a:pt x="6034" y="16976"/>
                </a:cubicBezTo>
                <a:lnTo>
                  <a:pt x="3090" y="20575"/>
                </a:lnTo>
                <a:cubicBezTo>
                  <a:pt x="3000" y="20685"/>
                  <a:pt x="2945" y="20835"/>
                  <a:pt x="2945" y="21000"/>
                </a:cubicBezTo>
                <a:cubicBezTo>
                  <a:pt x="2945" y="21332"/>
                  <a:pt x="3166" y="21600"/>
                  <a:pt x="3436" y="21600"/>
                </a:cubicBezTo>
                <a:cubicBezTo>
                  <a:pt x="3572" y="21600"/>
                  <a:pt x="3695" y="21533"/>
                  <a:pt x="3783" y="21424"/>
                </a:cubicBezTo>
                <a:lnTo>
                  <a:pt x="6729" y="17824"/>
                </a:lnTo>
                <a:cubicBezTo>
                  <a:pt x="6818" y="17716"/>
                  <a:pt x="6873" y="17566"/>
                  <a:pt x="6873" y="17400"/>
                </a:cubicBezTo>
                <a:moveTo>
                  <a:pt x="9818" y="17400"/>
                </a:moveTo>
                <a:cubicBezTo>
                  <a:pt x="9818" y="17069"/>
                  <a:pt x="9598" y="16800"/>
                  <a:pt x="9327" y="16800"/>
                </a:cubicBezTo>
                <a:cubicBezTo>
                  <a:pt x="9192" y="16800"/>
                  <a:pt x="9069" y="16867"/>
                  <a:pt x="8980" y="16976"/>
                </a:cubicBezTo>
                <a:lnTo>
                  <a:pt x="6035" y="20575"/>
                </a:lnTo>
                <a:cubicBezTo>
                  <a:pt x="5946" y="20685"/>
                  <a:pt x="5891" y="20835"/>
                  <a:pt x="5891" y="21000"/>
                </a:cubicBezTo>
                <a:cubicBezTo>
                  <a:pt x="5891" y="21332"/>
                  <a:pt x="6111" y="21600"/>
                  <a:pt x="6382" y="21600"/>
                </a:cubicBezTo>
                <a:cubicBezTo>
                  <a:pt x="6517" y="21600"/>
                  <a:pt x="6640" y="21533"/>
                  <a:pt x="6729" y="21424"/>
                </a:cubicBezTo>
                <a:lnTo>
                  <a:pt x="9674" y="17824"/>
                </a:lnTo>
                <a:cubicBezTo>
                  <a:pt x="9763" y="17716"/>
                  <a:pt x="9818" y="17566"/>
                  <a:pt x="9818" y="17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8" name="Shape 2970"/>
          <p:cNvSpPr/>
          <p:nvPr userDrawn="1"/>
        </p:nvSpPr>
        <p:spPr>
          <a:xfrm>
            <a:off x="6164045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9636"/>
                </a:moveTo>
                <a:cubicBezTo>
                  <a:pt x="15167" y="19636"/>
                  <a:pt x="14727" y="20076"/>
                  <a:pt x="14727" y="20618"/>
                </a:cubicBezTo>
                <a:cubicBezTo>
                  <a:pt x="14727" y="21160"/>
                  <a:pt x="15167" y="21600"/>
                  <a:pt x="15709" y="21600"/>
                </a:cubicBezTo>
                <a:cubicBezTo>
                  <a:pt x="16251" y="21600"/>
                  <a:pt x="16691" y="21160"/>
                  <a:pt x="16691" y="20618"/>
                </a:cubicBezTo>
                <a:cubicBezTo>
                  <a:pt x="16691" y="20076"/>
                  <a:pt x="16251" y="19636"/>
                  <a:pt x="15709" y="19636"/>
                </a:cubicBezTo>
                <a:moveTo>
                  <a:pt x="18655" y="16691"/>
                </a:moveTo>
                <a:cubicBezTo>
                  <a:pt x="18113" y="16691"/>
                  <a:pt x="17673" y="17131"/>
                  <a:pt x="17673" y="17673"/>
                </a:cubicBezTo>
                <a:cubicBezTo>
                  <a:pt x="17673" y="18215"/>
                  <a:pt x="18113" y="18655"/>
                  <a:pt x="18655" y="18655"/>
                </a:cubicBezTo>
                <a:cubicBezTo>
                  <a:pt x="19196" y="18655"/>
                  <a:pt x="19636" y="18215"/>
                  <a:pt x="19636" y="17673"/>
                </a:cubicBezTo>
                <a:cubicBezTo>
                  <a:pt x="19636" y="17131"/>
                  <a:pt x="19196" y="16691"/>
                  <a:pt x="18655" y="16691"/>
                </a:cubicBezTo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6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7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6"/>
                </a:cubicBezTo>
                <a:moveTo>
                  <a:pt x="15709" y="15709"/>
                </a:moveTo>
                <a:cubicBezTo>
                  <a:pt x="15709" y="15167"/>
                  <a:pt x="15269" y="14727"/>
                  <a:pt x="14727" y="14727"/>
                </a:cubicBezTo>
                <a:cubicBezTo>
                  <a:pt x="14186" y="14727"/>
                  <a:pt x="13745" y="15167"/>
                  <a:pt x="13745" y="15709"/>
                </a:cubicBezTo>
                <a:cubicBezTo>
                  <a:pt x="13745" y="16252"/>
                  <a:pt x="14186" y="16691"/>
                  <a:pt x="14727" y="16691"/>
                </a:cubicBezTo>
                <a:cubicBezTo>
                  <a:pt x="15269" y="16691"/>
                  <a:pt x="15709" y="16252"/>
                  <a:pt x="15709" y="15709"/>
                </a:cubicBezTo>
                <a:moveTo>
                  <a:pt x="10800" y="17673"/>
                </a:moveTo>
                <a:cubicBezTo>
                  <a:pt x="10258" y="17673"/>
                  <a:pt x="9818" y="18113"/>
                  <a:pt x="9818" y="18655"/>
                </a:cubicBezTo>
                <a:cubicBezTo>
                  <a:pt x="9818" y="19196"/>
                  <a:pt x="10258" y="19636"/>
                  <a:pt x="10800" y="19636"/>
                </a:cubicBezTo>
                <a:cubicBezTo>
                  <a:pt x="11342" y="19636"/>
                  <a:pt x="11782" y="19196"/>
                  <a:pt x="11782" y="18655"/>
                </a:cubicBezTo>
                <a:cubicBezTo>
                  <a:pt x="11782" y="18113"/>
                  <a:pt x="11342" y="17673"/>
                  <a:pt x="10800" y="17673"/>
                </a:cubicBezTo>
                <a:moveTo>
                  <a:pt x="2945" y="15709"/>
                </a:moveTo>
                <a:cubicBezTo>
                  <a:pt x="2404" y="15709"/>
                  <a:pt x="1964" y="16149"/>
                  <a:pt x="1964" y="16691"/>
                </a:cubicBezTo>
                <a:cubicBezTo>
                  <a:pt x="1964" y="17233"/>
                  <a:pt x="2404" y="17673"/>
                  <a:pt x="2945" y="17673"/>
                </a:cubicBezTo>
                <a:cubicBezTo>
                  <a:pt x="3487" y="17673"/>
                  <a:pt x="3927" y="17233"/>
                  <a:pt x="3927" y="16691"/>
                </a:cubicBezTo>
                <a:cubicBezTo>
                  <a:pt x="3927" y="16149"/>
                  <a:pt x="3487" y="15709"/>
                  <a:pt x="2945" y="15709"/>
                </a:cubicBezTo>
                <a:moveTo>
                  <a:pt x="4909" y="18655"/>
                </a:moveTo>
                <a:cubicBezTo>
                  <a:pt x="4367" y="18655"/>
                  <a:pt x="3927" y="19095"/>
                  <a:pt x="3927" y="19636"/>
                </a:cubicBezTo>
                <a:cubicBezTo>
                  <a:pt x="3927" y="20179"/>
                  <a:pt x="4367" y="20618"/>
                  <a:pt x="4909" y="20618"/>
                </a:cubicBezTo>
                <a:cubicBezTo>
                  <a:pt x="5451" y="20618"/>
                  <a:pt x="5891" y="20179"/>
                  <a:pt x="5891" y="19636"/>
                </a:cubicBezTo>
                <a:cubicBezTo>
                  <a:pt x="5891" y="19095"/>
                  <a:pt x="5451" y="18655"/>
                  <a:pt x="4909" y="18655"/>
                </a:cubicBezTo>
                <a:moveTo>
                  <a:pt x="7855" y="13745"/>
                </a:moveTo>
                <a:cubicBezTo>
                  <a:pt x="7313" y="13745"/>
                  <a:pt x="6873" y="14186"/>
                  <a:pt x="6873" y="14727"/>
                </a:cubicBezTo>
                <a:cubicBezTo>
                  <a:pt x="6873" y="15270"/>
                  <a:pt x="7313" y="15709"/>
                  <a:pt x="7855" y="15709"/>
                </a:cubicBezTo>
                <a:cubicBezTo>
                  <a:pt x="8396" y="15709"/>
                  <a:pt x="8836" y="15270"/>
                  <a:pt x="8836" y="14727"/>
                </a:cubicBezTo>
                <a:cubicBezTo>
                  <a:pt x="8836" y="14186"/>
                  <a:pt x="8396" y="13745"/>
                  <a:pt x="7855" y="137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9" name="Shape 2972"/>
          <p:cNvSpPr/>
          <p:nvPr userDrawn="1"/>
        </p:nvSpPr>
        <p:spPr>
          <a:xfrm>
            <a:off x="6636756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7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6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7"/>
                </a:cubicBezTo>
                <a:moveTo>
                  <a:pt x="11782" y="15218"/>
                </a:moveTo>
                <a:cubicBezTo>
                  <a:pt x="11782" y="14947"/>
                  <a:pt x="11562" y="14727"/>
                  <a:pt x="11291" y="14727"/>
                </a:cubicBezTo>
                <a:cubicBezTo>
                  <a:pt x="11155" y="14727"/>
                  <a:pt x="11032" y="14782"/>
                  <a:pt x="10944" y="14872"/>
                </a:cubicBezTo>
                <a:lnTo>
                  <a:pt x="7999" y="17816"/>
                </a:lnTo>
                <a:cubicBezTo>
                  <a:pt x="7910" y="17906"/>
                  <a:pt x="7855" y="18028"/>
                  <a:pt x="7855" y="18164"/>
                </a:cubicBezTo>
                <a:cubicBezTo>
                  <a:pt x="7855" y="18435"/>
                  <a:pt x="8074" y="18655"/>
                  <a:pt x="8345" y="18655"/>
                </a:cubicBezTo>
                <a:lnTo>
                  <a:pt x="10106" y="18655"/>
                </a:lnTo>
                <a:lnTo>
                  <a:pt x="7998" y="20762"/>
                </a:lnTo>
                <a:cubicBezTo>
                  <a:pt x="7909" y="20851"/>
                  <a:pt x="7855" y="20974"/>
                  <a:pt x="7855" y="21109"/>
                </a:cubicBezTo>
                <a:cubicBezTo>
                  <a:pt x="7855" y="21380"/>
                  <a:pt x="8074" y="21600"/>
                  <a:pt x="8345" y="21600"/>
                </a:cubicBezTo>
                <a:cubicBezTo>
                  <a:pt x="8481" y="21600"/>
                  <a:pt x="8603" y="21545"/>
                  <a:pt x="8693" y="21456"/>
                </a:cubicBezTo>
                <a:lnTo>
                  <a:pt x="11638" y="18511"/>
                </a:lnTo>
                <a:cubicBezTo>
                  <a:pt x="11727" y="18422"/>
                  <a:pt x="11782" y="18299"/>
                  <a:pt x="11782" y="18164"/>
                </a:cubicBezTo>
                <a:cubicBezTo>
                  <a:pt x="11782" y="17892"/>
                  <a:pt x="11562" y="17673"/>
                  <a:pt x="11291" y="17673"/>
                </a:cubicBezTo>
                <a:lnTo>
                  <a:pt x="11290" y="17673"/>
                </a:lnTo>
                <a:lnTo>
                  <a:pt x="9531" y="17673"/>
                </a:lnTo>
                <a:lnTo>
                  <a:pt x="11638" y="15565"/>
                </a:lnTo>
                <a:cubicBezTo>
                  <a:pt x="11727" y="15477"/>
                  <a:pt x="11782" y="15354"/>
                  <a:pt x="11782" y="152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0" name="Shape 2974"/>
          <p:cNvSpPr/>
          <p:nvPr userDrawn="1"/>
        </p:nvSpPr>
        <p:spPr>
          <a:xfrm>
            <a:off x="4806428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480" y="13937"/>
                </a:moveTo>
                <a:cubicBezTo>
                  <a:pt x="14147" y="14117"/>
                  <a:pt x="13804" y="14208"/>
                  <a:pt x="13451" y="14208"/>
                </a:cubicBezTo>
                <a:cubicBezTo>
                  <a:pt x="12999" y="14208"/>
                  <a:pt x="12590" y="14119"/>
                  <a:pt x="12225" y="13943"/>
                </a:cubicBezTo>
                <a:cubicBezTo>
                  <a:pt x="11859" y="13768"/>
                  <a:pt x="11545" y="13525"/>
                  <a:pt x="11282" y="13217"/>
                </a:cubicBezTo>
                <a:cubicBezTo>
                  <a:pt x="11020" y="12909"/>
                  <a:pt x="10816" y="12544"/>
                  <a:pt x="10672" y="12121"/>
                </a:cubicBezTo>
                <a:cubicBezTo>
                  <a:pt x="10529" y="11698"/>
                  <a:pt x="10457" y="11236"/>
                  <a:pt x="10457" y="10734"/>
                </a:cubicBezTo>
                <a:cubicBezTo>
                  <a:pt x="10457" y="10268"/>
                  <a:pt x="10529" y="9832"/>
                  <a:pt x="10672" y="9427"/>
                </a:cubicBezTo>
                <a:cubicBezTo>
                  <a:pt x="10816" y="9022"/>
                  <a:pt x="11020" y="8668"/>
                  <a:pt x="11282" y="8364"/>
                </a:cubicBezTo>
                <a:cubicBezTo>
                  <a:pt x="11545" y="8060"/>
                  <a:pt x="11859" y="7823"/>
                  <a:pt x="12225" y="7651"/>
                </a:cubicBezTo>
                <a:cubicBezTo>
                  <a:pt x="12590" y="7479"/>
                  <a:pt x="12999" y="7393"/>
                  <a:pt x="13451" y="7393"/>
                </a:cubicBezTo>
                <a:cubicBezTo>
                  <a:pt x="13755" y="7393"/>
                  <a:pt x="14057" y="7456"/>
                  <a:pt x="14357" y="7579"/>
                </a:cubicBezTo>
                <a:cubicBezTo>
                  <a:pt x="14656" y="7702"/>
                  <a:pt x="14966" y="7948"/>
                  <a:pt x="15287" y="8318"/>
                </a:cubicBezTo>
                <a:lnTo>
                  <a:pt x="16494" y="7367"/>
                </a:lnTo>
                <a:cubicBezTo>
                  <a:pt x="16059" y="6830"/>
                  <a:pt x="15589" y="6449"/>
                  <a:pt x="15083" y="6225"/>
                </a:cubicBezTo>
                <a:cubicBezTo>
                  <a:pt x="14578" y="6000"/>
                  <a:pt x="14030" y="5888"/>
                  <a:pt x="13439" y="5888"/>
                </a:cubicBezTo>
                <a:cubicBezTo>
                  <a:pt x="12765" y="5888"/>
                  <a:pt x="12147" y="6005"/>
                  <a:pt x="11584" y="6238"/>
                </a:cubicBezTo>
                <a:cubicBezTo>
                  <a:pt x="11021" y="6471"/>
                  <a:pt x="10537" y="6804"/>
                  <a:pt x="10131" y="7235"/>
                </a:cubicBezTo>
                <a:cubicBezTo>
                  <a:pt x="9724" y="7666"/>
                  <a:pt x="9405" y="8188"/>
                  <a:pt x="9176" y="8800"/>
                </a:cubicBezTo>
                <a:cubicBezTo>
                  <a:pt x="8946" y="9412"/>
                  <a:pt x="8831" y="10092"/>
                  <a:pt x="8831" y="10840"/>
                </a:cubicBezTo>
                <a:cubicBezTo>
                  <a:pt x="8831" y="11571"/>
                  <a:pt x="8946" y="12235"/>
                  <a:pt x="9176" y="12835"/>
                </a:cubicBezTo>
                <a:cubicBezTo>
                  <a:pt x="9405" y="13433"/>
                  <a:pt x="9724" y="13946"/>
                  <a:pt x="10131" y="14373"/>
                </a:cubicBezTo>
                <a:cubicBezTo>
                  <a:pt x="10537" y="14800"/>
                  <a:pt x="11021" y="15130"/>
                  <a:pt x="11584" y="15363"/>
                </a:cubicBezTo>
                <a:cubicBezTo>
                  <a:pt x="12147" y="15597"/>
                  <a:pt x="12765" y="15713"/>
                  <a:pt x="13439" y="15713"/>
                </a:cubicBezTo>
                <a:cubicBezTo>
                  <a:pt x="14079" y="15713"/>
                  <a:pt x="14683" y="15581"/>
                  <a:pt x="15250" y="15317"/>
                </a:cubicBezTo>
                <a:cubicBezTo>
                  <a:pt x="15816" y="15053"/>
                  <a:pt x="16297" y="14630"/>
                  <a:pt x="16691" y="14049"/>
                </a:cubicBezTo>
                <a:lnTo>
                  <a:pt x="15410" y="13072"/>
                </a:lnTo>
                <a:cubicBezTo>
                  <a:pt x="15122" y="13468"/>
                  <a:pt x="14813" y="13756"/>
                  <a:pt x="14480" y="13937"/>
                </a:cubicBezTo>
                <a:moveTo>
                  <a:pt x="5891" y="6873"/>
                </a:moveTo>
                <a:cubicBezTo>
                  <a:pt x="5349" y="6873"/>
                  <a:pt x="4909" y="6433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3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1" name="Shape 2975"/>
          <p:cNvSpPr/>
          <p:nvPr userDrawn="1"/>
        </p:nvSpPr>
        <p:spPr>
          <a:xfrm>
            <a:off x="5264148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9825" y="15704"/>
                </a:moveTo>
                <a:lnTo>
                  <a:pt x="11291" y="15709"/>
                </a:lnTo>
                <a:lnTo>
                  <a:pt x="11291" y="11782"/>
                </a:lnTo>
                <a:lnTo>
                  <a:pt x="15218" y="11782"/>
                </a:lnTo>
                <a:lnTo>
                  <a:pt x="15218" y="10309"/>
                </a:lnTo>
                <a:lnTo>
                  <a:pt x="11291" y="10309"/>
                </a:lnTo>
                <a:lnTo>
                  <a:pt x="11291" y="7364"/>
                </a:lnTo>
                <a:lnTo>
                  <a:pt x="15709" y="7364"/>
                </a:lnTo>
                <a:lnTo>
                  <a:pt x="15711" y="5897"/>
                </a:lnTo>
                <a:lnTo>
                  <a:pt x="9825" y="5897"/>
                </a:lnTo>
                <a:cubicBezTo>
                  <a:pt x="9825" y="5897"/>
                  <a:pt x="9825" y="15704"/>
                  <a:pt x="9825" y="15704"/>
                </a:cubicBezTo>
                <a:close/>
                <a:moveTo>
                  <a:pt x="5891" y="6873"/>
                </a:moveTo>
                <a:cubicBezTo>
                  <a:pt x="5349" y="6873"/>
                  <a:pt x="4909" y="6434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4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2" name="Shape 2984"/>
          <p:cNvSpPr/>
          <p:nvPr userDrawn="1"/>
        </p:nvSpPr>
        <p:spPr>
          <a:xfrm>
            <a:off x="8822132" y="4830591"/>
            <a:ext cx="952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6029" y="20618"/>
                  <a:pt x="2160" y="18860"/>
                  <a:pt x="2160" y="16691"/>
                </a:cubicBezTo>
                <a:cubicBezTo>
                  <a:pt x="2160" y="15238"/>
                  <a:pt x="3900" y="13973"/>
                  <a:pt x="6480" y="13293"/>
                </a:cubicBezTo>
                <a:lnTo>
                  <a:pt x="6480" y="2945"/>
                </a:lnTo>
                <a:cubicBezTo>
                  <a:pt x="6480" y="1861"/>
                  <a:pt x="8414" y="982"/>
                  <a:pt x="10800" y="982"/>
                </a:cubicBezTo>
                <a:cubicBezTo>
                  <a:pt x="13186" y="982"/>
                  <a:pt x="15120" y="1861"/>
                  <a:pt x="15120" y="2945"/>
                </a:cubicBezTo>
                <a:lnTo>
                  <a:pt x="15120" y="13293"/>
                </a:lnTo>
                <a:cubicBezTo>
                  <a:pt x="17700" y="13973"/>
                  <a:pt x="19440" y="15238"/>
                  <a:pt x="19440" y="16691"/>
                </a:cubicBezTo>
                <a:cubicBezTo>
                  <a:pt x="19440" y="18860"/>
                  <a:pt x="15571" y="20618"/>
                  <a:pt x="10800" y="20618"/>
                </a:cubicBezTo>
                <a:moveTo>
                  <a:pt x="17280" y="12770"/>
                </a:moveTo>
                <a:lnTo>
                  <a:pt x="17280" y="2945"/>
                </a:lnTo>
                <a:cubicBezTo>
                  <a:pt x="17280" y="1318"/>
                  <a:pt x="14378" y="0"/>
                  <a:pt x="10800" y="0"/>
                </a:cubicBezTo>
                <a:cubicBezTo>
                  <a:pt x="7221" y="0"/>
                  <a:pt x="4320" y="1318"/>
                  <a:pt x="4320" y="2945"/>
                </a:cubicBezTo>
                <a:lnTo>
                  <a:pt x="4320" y="12770"/>
                </a:lnTo>
                <a:cubicBezTo>
                  <a:pt x="1701" y="13666"/>
                  <a:pt x="0" y="15087"/>
                  <a:pt x="0" y="16691"/>
                </a:cubicBezTo>
                <a:cubicBezTo>
                  <a:pt x="0" y="19402"/>
                  <a:pt x="4835" y="21600"/>
                  <a:pt x="10800" y="21600"/>
                </a:cubicBezTo>
                <a:cubicBezTo>
                  <a:pt x="16763" y="21600"/>
                  <a:pt x="21600" y="19402"/>
                  <a:pt x="21600" y="16691"/>
                </a:cubicBezTo>
                <a:cubicBezTo>
                  <a:pt x="21600" y="15087"/>
                  <a:pt x="19899" y="13666"/>
                  <a:pt x="17280" y="12770"/>
                </a:cubicBezTo>
                <a:moveTo>
                  <a:pt x="12960" y="13917"/>
                </a:moveTo>
                <a:lnTo>
                  <a:pt x="12960" y="7855"/>
                </a:lnTo>
                <a:cubicBezTo>
                  <a:pt x="12960" y="7313"/>
                  <a:pt x="11992" y="6873"/>
                  <a:pt x="10800" y="6873"/>
                </a:cubicBezTo>
                <a:cubicBezTo>
                  <a:pt x="9608" y="6873"/>
                  <a:pt x="8640" y="7313"/>
                  <a:pt x="8640" y="7855"/>
                </a:cubicBezTo>
                <a:lnTo>
                  <a:pt x="8640" y="13917"/>
                </a:lnTo>
                <a:cubicBezTo>
                  <a:pt x="6126" y="14322"/>
                  <a:pt x="4320" y="15409"/>
                  <a:pt x="4320" y="16691"/>
                </a:cubicBezTo>
                <a:cubicBezTo>
                  <a:pt x="4320" y="18318"/>
                  <a:pt x="7221" y="19636"/>
                  <a:pt x="10800" y="19636"/>
                </a:cubicBezTo>
                <a:cubicBezTo>
                  <a:pt x="14378" y="19636"/>
                  <a:pt x="17280" y="18318"/>
                  <a:pt x="17280" y="16691"/>
                </a:cubicBezTo>
                <a:cubicBezTo>
                  <a:pt x="17280" y="15409"/>
                  <a:pt x="15475" y="14322"/>
                  <a:pt x="12960" y="1391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3" name="Freeform 33"/>
          <p:cNvSpPr>
            <a:spLocks noChangeArrowheads="1"/>
          </p:cNvSpPr>
          <p:nvPr userDrawn="1"/>
        </p:nvSpPr>
        <p:spPr bwMode="auto">
          <a:xfrm>
            <a:off x="2560386" y="3172628"/>
            <a:ext cx="218423" cy="178710"/>
          </a:xfrm>
          <a:custGeom>
            <a:avLst/>
            <a:gdLst>
              <a:gd name="T0" fmla="*/ 604 w 649"/>
              <a:gd name="T1" fmla="*/ 30 h 531"/>
              <a:gd name="T2" fmla="*/ 604 w 649"/>
              <a:gd name="T3" fmla="*/ 30 h 531"/>
              <a:gd name="T4" fmla="*/ 501 w 649"/>
              <a:gd name="T5" fmla="*/ 30 h 531"/>
              <a:gd name="T6" fmla="*/ 207 w 649"/>
              <a:gd name="T7" fmla="*/ 324 h 531"/>
              <a:gd name="T8" fmla="*/ 148 w 649"/>
              <a:gd name="T9" fmla="*/ 251 h 531"/>
              <a:gd name="T10" fmla="*/ 30 w 649"/>
              <a:gd name="T11" fmla="*/ 251 h 531"/>
              <a:gd name="T12" fmla="*/ 30 w 649"/>
              <a:gd name="T13" fmla="*/ 369 h 531"/>
              <a:gd name="T14" fmla="*/ 162 w 649"/>
              <a:gd name="T15" fmla="*/ 486 h 531"/>
              <a:gd name="T16" fmla="*/ 266 w 649"/>
              <a:gd name="T17" fmla="*/ 486 h 531"/>
              <a:gd name="T18" fmla="*/ 604 w 649"/>
              <a:gd name="T19" fmla="*/ 148 h 531"/>
              <a:gd name="T20" fmla="*/ 604 w 649"/>
              <a:gd name="T21" fmla="*/ 30 h 531"/>
              <a:gd name="T22" fmla="*/ 575 w 649"/>
              <a:gd name="T23" fmla="*/ 118 h 531"/>
              <a:gd name="T24" fmla="*/ 575 w 649"/>
              <a:gd name="T25" fmla="*/ 118 h 531"/>
              <a:gd name="T26" fmla="*/ 236 w 649"/>
              <a:gd name="T27" fmla="*/ 457 h 531"/>
              <a:gd name="T28" fmla="*/ 192 w 649"/>
              <a:gd name="T29" fmla="*/ 457 h 531"/>
              <a:gd name="T30" fmla="*/ 59 w 649"/>
              <a:gd name="T31" fmla="*/ 324 h 531"/>
              <a:gd name="T32" fmla="*/ 59 w 649"/>
              <a:gd name="T33" fmla="*/ 280 h 531"/>
              <a:gd name="T34" fmla="*/ 118 w 649"/>
              <a:gd name="T35" fmla="*/ 280 h 531"/>
              <a:gd name="T36" fmla="*/ 207 w 649"/>
              <a:gd name="T37" fmla="*/ 369 h 531"/>
              <a:gd name="T38" fmla="*/ 530 w 649"/>
              <a:gd name="T39" fmla="*/ 59 h 531"/>
              <a:gd name="T40" fmla="*/ 575 w 649"/>
              <a:gd name="T41" fmla="*/ 59 h 531"/>
              <a:gd name="T42" fmla="*/ 575 w 649"/>
              <a:gd name="T43" fmla="*/ 118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649" h="531">
                <a:moveTo>
                  <a:pt x="604" y="30"/>
                </a:moveTo>
                <a:lnTo>
                  <a:pt x="604" y="30"/>
                </a:lnTo>
                <a:cubicBezTo>
                  <a:pt x="575" y="0"/>
                  <a:pt x="530" y="0"/>
                  <a:pt x="501" y="30"/>
                </a:cubicBezTo>
                <a:cubicBezTo>
                  <a:pt x="207" y="324"/>
                  <a:pt x="207" y="324"/>
                  <a:pt x="207" y="324"/>
                </a:cubicBezTo>
                <a:cubicBezTo>
                  <a:pt x="148" y="251"/>
                  <a:pt x="148" y="251"/>
                  <a:pt x="148" y="251"/>
                </a:cubicBezTo>
                <a:cubicBezTo>
                  <a:pt x="103" y="207"/>
                  <a:pt x="59" y="207"/>
                  <a:pt x="30" y="251"/>
                </a:cubicBezTo>
                <a:cubicBezTo>
                  <a:pt x="0" y="280"/>
                  <a:pt x="0" y="324"/>
                  <a:pt x="30" y="369"/>
                </a:cubicBezTo>
                <a:cubicBezTo>
                  <a:pt x="162" y="486"/>
                  <a:pt x="162" y="486"/>
                  <a:pt x="162" y="486"/>
                </a:cubicBezTo>
                <a:cubicBezTo>
                  <a:pt x="192" y="530"/>
                  <a:pt x="236" y="530"/>
                  <a:pt x="266" y="486"/>
                </a:cubicBezTo>
                <a:cubicBezTo>
                  <a:pt x="604" y="148"/>
                  <a:pt x="604" y="148"/>
                  <a:pt x="604" y="148"/>
                </a:cubicBezTo>
                <a:cubicBezTo>
                  <a:pt x="648" y="118"/>
                  <a:pt x="648" y="59"/>
                  <a:pt x="604" y="30"/>
                </a:cubicBezTo>
                <a:close/>
                <a:moveTo>
                  <a:pt x="575" y="118"/>
                </a:moveTo>
                <a:lnTo>
                  <a:pt x="575" y="118"/>
                </a:lnTo>
                <a:cubicBezTo>
                  <a:pt x="575" y="118"/>
                  <a:pt x="251" y="457"/>
                  <a:pt x="236" y="457"/>
                </a:cubicBezTo>
                <a:cubicBezTo>
                  <a:pt x="221" y="471"/>
                  <a:pt x="207" y="471"/>
                  <a:pt x="192" y="457"/>
                </a:cubicBezTo>
                <a:lnTo>
                  <a:pt x="59" y="324"/>
                </a:lnTo>
                <a:cubicBezTo>
                  <a:pt x="45" y="310"/>
                  <a:pt x="45" y="295"/>
                  <a:pt x="59" y="280"/>
                </a:cubicBezTo>
                <a:cubicBezTo>
                  <a:pt x="74" y="265"/>
                  <a:pt x="103" y="265"/>
                  <a:pt x="118" y="280"/>
                </a:cubicBezTo>
                <a:cubicBezTo>
                  <a:pt x="207" y="369"/>
                  <a:pt x="207" y="369"/>
                  <a:pt x="207" y="369"/>
                </a:cubicBezTo>
                <a:cubicBezTo>
                  <a:pt x="530" y="59"/>
                  <a:pt x="530" y="59"/>
                  <a:pt x="530" y="59"/>
                </a:cubicBezTo>
                <a:cubicBezTo>
                  <a:pt x="545" y="45"/>
                  <a:pt x="560" y="45"/>
                  <a:pt x="575" y="59"/>
                </a:cubicBezTo>
                <a:cubicBezTo>
                  <a:pt x="604" y="74"/>
                  <a:pt x="604" y="103"/>
                  <a:pt x="575" y="1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4" name="Freeform 34"/>
          <p:cNvSpPr>
            <a:spLocks noChangeArrowheads="1"/>
          </p:cNvSpPr>
          <p:nvPr userDrawn="1"/>
        </p:nvSpPr>
        <p:spPr bwMode="auto">
          <a:xfrm>
            <a:off x="2150811" y="3174490"/>
            <a:ext cx="174987" cy="174986"/>
          </a:xfrm>
          <a:custGeom>
            <a:avLst/>
            <a:gdLst>
              <a:gd name="T0" fmla="*/ 368 w 516"/>
              <a:gd name="T1" fmla="*/ 265 h 516"/>
              <a:gd name="T2" fmla="*/ 368 w 516"/>
              <a:gd name="T3" fmla="*/ 265 h 516"/>
              <a:gd name="T4" fmla="*/ 486 w 516"/>
              <a:gd name="T5" fmla="*/ 147 h 516"/>
              <a:gd name="T6" fmla="*/ 486 w 516"/>
              <a:gd name="T7" fmla="*/ 44 h 516"/>
              <a:gd name="T8" fmla="*/ 368 w 516"/>
              <a:gd name="T9" fmla="*/ 44 h 516"/>
              <a:gd name="T10" fmla="*/ 265 w 516"/>
              <a:gd name="T11" fmla="*/ 147 h 516"/>
              <a:gd name="T12" fmla="*/ 147 w 516"/>
              <a:gd name="T13" fmla="*/ 44 h 516"/>
              <a:gd name="T14" fmla="*/ 44 w 516"/>
              <a:gd name="T15" fmla="*/ 44 h 516"/>
              <a:gd name="T16" fmla="*/ 44 w 516"/>
              <a:gd name="T17" fmla="*/ 147 h 516"/>
              <a:gd name="T18" fmla="*/ 147 w 516"/>
              <a:gd name="T19" fmla="*/ 265 h 516"/>
              <a:gd name="T20" fmla="*/ 44 w 516"/>
              <a:gd name="T21" fmla="*/ 368 h 516"/>
              <a:gd name="T22" fmla="*/ 44 w 516"/>
              <a:gd name="T23" fmla="*/ 486 h 516"/>
              <a:gd name="T24" fmla="*/ 147 w 516"/>
              <a:gd name="T25" fmla="*/ 486 h 516"/>
              <a:gd name="T26" fmla="*/ 265 w 516"/>
              <a:gd name="T27" fmla="*/ 368 h 516"/>
              <a:gd name="T28" fmla="*/ 368 w 516"/>
              <a:gd name="T29" fmla="*/ 486 h 516"/>
              <a:gd name="T30" fmla="*/ 486 w 516"/>
              <a:gd name="T31" fmla="*/ 486 h 516"/>
              <a:gd name="T32" fmla="*/ 486 w 516"/>
              <a:gd name="T33" fmla="*/ 368 h 516"/>
              <a:gd name="T34" fmla="*/ 368 w 516"/>
              <a:gd name="T35" fmla="*/ 265 h 516"/>
              <a:gd name="T36" fmla="*/ 456 w 516"/>
              <a:gd name="T37" fmla="*/ 456 h 516"/>
              <a:gd name="T38" fmla="*/ 456 w 516"/>
              <a:gd name="T39" fmla="*/ 456 h 516"/>
              <a:gd name="T40" fmla="*/ 398 w 516"/>
              <a:gd name="T41" fmla="*/ 456 h 516"/>
              <a:gd name="T42" fmla="*/ 265 w 516"/>
              <a:gd name="T43" fmla="*/ 309 h 516"/>
              <a:gd name="T44" fmla="*/ 118 w 516"/>
              <a:gd name="T45" fmla="*/ 456 h 516"/>
              <a:gd name="T46" fmla="*/ 59 w 516"/>
              <a:gd name="T47" fmla="*/ 456 h 516"/>
              <a:gd name="T48" fmla="*/ 59 w 516"/>
              <a:gd name="T49" fmla="*/ 398 h 516"/>
              <a:gd name="T50" fmla="*/ 206 w 516"/>
              <a:gd name="T51" fmla="*/ 265 h 516"/>
              <a:gd name="T52" fmla="*/ 59 w 516"/>
              <a:gd name="T53" fmla="*/ 118 h 516"/>
              <a:gd name="T54" fmla="*/ 59 w 516"/>
              <a:gd name="T55" fmla="*/ 59 h 516"/>
              <a:gd name="T56" fmla="*/ 118 w 516"/>
              <a:gd name="T57" fmla="*/ 59 h 516"/>
              <a:gd name="T58" fmla="*/ 265 w 516"/>
              <a:gd name="T59" fmla="*/ 206 h 516"/>
              <a:gd name="T60" fmla="*/ 398 w 516"/>
              <a:gd name="T61" fmla="*/ 59 h 516"/>
              <a:gd name="T62" fmla="*/ 456 w 516"/>
              <a:gd name="T63" fmla="*/ 59 h 516"/>
              <a:gd name="T64" fmla="*/ 456 w 516"/>
              <a:gd name="T65" fmla="*/ 118 h 516"/>
              <a:gd name="T66" fmla="*/ 309 w 516"/>
              <a:gd name="T67" fmla="*/ 265 h 516"/>
              <a:gd name="T68" fmla="*/ 456 w 516"/>
              <a:gd name="T69" fmla="*/ 398 h 516"/>
              <a:gd name="T70" fmla="*/ 456 w 516"/>
              <a:gd name="T71" fmla="*/ 456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16" h="516">
                <a:moveTo>
                  <a:pt x="368" y="265"/>
                </a:moveTo>
                <a:lnTo>
                  <a:pt x="368" y="265"/>
                </a:lnTo>
                <a:cubicBezTo>
                  <a:pt x="486" y="147"/>
                  <a:pt x="486" y="147"/>
                  <a:pt x="486" y="147"/>
                </a:cubicBezTo>
                <a:cubicBezTo>
                  <a:pt x="515" y="118"/>
                  <a:pt x="515" y="73"/>
                  <a:pt x="486" y="44"/>
                </a:cubicBezTo>
                <a:cubicBezTo>
                  <a:pt x="456" y="0"/>
                  <a:pt x="398" y="0"/>
                  <a:pt x="368" y="44"/>
                </a:cubicBezTo>
                <a:cubicBezTo>
                  <a:pt x="265" y="147"/>
                  <a:pt x="265" y="147"/>
                  <a:pt x="265" y="147"/>
                </a:cubicBezTo>
                <a:cubicBezTo>
                  <a:pt x="147" y="44"/>
                  <a:pt x="147" y="44"/>
                  <a:pt x="147" y="44"/>
                </a:cubicBezTo>
                <a:cubicBezTo>
                  <a:pt x="118" y="0"/>
                  <a:pt x="73" y="0"/>
                  <a:pt x="44" y="44"/>
                </a:cubicBezTo>
                <a:cubicBezTo>
                  <a:pt x="0" y="73"/>
                  <a:pt x="0" y="118"/>
                  <a:pt x="44" y="147"/>
                </a:cubicBezTo>
                <a:cubicBezTo>
                  <a:pt x="147" y="265"/>
                  <a:pt x="147" y="265"/>
                  <a:pt x="147" y="265"/>
                </a:cubicBezTo>
                <a:cubicBezTo>
                  <a:pt x="44" y="368"/>
                  <a:pt x="44" y="368"/>
                  <a:pt x="44" y="368"/>
                </a:cubicBezTo>
                <a:cubicBezTo>
                  <a:pt x="0" y="398"/>
                  <a:pt x="0" y="456"/>
                  <a:pt x="44" y="486"/>
                </a:cubicBezTo>
                <a:cubicBezTo>
                  <a:pt x="73" y="515"/>
                  <a:pt x="118" y="515"/>
                  <a:pt x="147" y="486"/>
                </a:cubicBezTo>
                <a:cubicBezTo>
                  <a:pt x="265" y="368"/>
                  <a:pt x="265" y="368"/>
                  <a:pt x="265" y="368"/>
                </a:cubicBezTo>
                <a:cubicBezTo>
                  <a:pt x="368" y="486"/>
                  <a:pt x="368" y="486"/>
                  <a:pt x="368" y="486"/>
                </a:cubicBezTo>
                <a:cubicBezTo>
                  <a:pt x="398" y="515"/>
                  <a:pt x="456" y="515"/>
                  <a:pt x="486" y="486"/>
                </a:cubicBezTo>
                <a:cubicBezTo>
                  <a:pt x="515" y="456"/>
                  <a:pt x="515" y="398"/>
                  <a:pt x="486" y="368"/>
                </a:cubicBezTo>
                <a:lnTo>
                  <a:pt x="368" y="265"/>
                </a:lnTo>
                <a:close/>
                <a:moveTo>
                  <a:pt x="456" y="456"/>
                </a:moveTo>
                <a:lnTo>
                  <a:pt x="456" y="456"/>
                </a:lnTo>
                <a:cubicBezTo>
                  <a:pt x="441" y="471"/>
                  <a:pt x="412" y="471"/>
                  <a:pt x="398" y="456"/>
                </a:cubicBezTo>
                <a:cubicBezTo>
                  <a:pt x="265" y="309"/>
                  <a:pt x="265" y="309"/>
                  <a:pt x="265" y="309"/>
                </a:cubicBezTo>
                <a:cubicBezTo>
                  <a:pt x="118" y="456"/>
                  <a:pt x="118" y="456"/>
                  <a:pt x="118" y="456"/>
                </a:cubicBezTo>
                <a:cubicBezTo>
                  <a:pt x="103" y="471"/>
                  <a:pt x="73" y="471"/>
                  <a:pt x="59" y="456"/>
                </a:cubicBezTo>
                <a:cubicBezTo>
                  <a:pt x="44" y="441"/>
                  <a:pt x="44" y="412"/>
                  <a:pt x="59" y="398"/>
                </a:cubicBezTo>
                <a:cubicBezTo>
                  <a:pt x="206" y="265"/>
                  <a:pt x="206" y="265"/>
                  <a:pt x="206" y="265"/>
                </a:cubicBezTo>
                <a:cubicBezTo>
                  <a:pt x="59" y="118"/>
                  <a:pt x="59" y="118"/>
                  <a:pt x="59" y="118"/>
                </a:cubicBezTo>
                <a:cubicBezTo>
                  <a:pt x="44" y="103"/>
                  <a:pt x="44" y="73"/>
                  <a:pt x="59" y="59"/>
                </a:cubicBezTo>
                <a:cubicBezTo>
                  <a:pt x="73" y="44"/>
                  <a:pt x="103" y="44"/>
                  <a:pt x="118" y="59"/>
                </a:cubicBezTo>
                <a:cubicBezTo>
                  <a:pt x="265" y="206"/>
                  <a:pt x="265" y="206"/>
                  <a:pt x="265" y="206"/>
                </a:cubicBezTo>
                <a:cubicBezTo>
                  <a:pt x="398" y="59"/>
                  <a:pt x="398" y="59"/>
                  <a:pt x="398" y="59"/>
                </a:cubicBezTo>
                <a:cubicBezTo>
                  <a:pt x="412" y="44"/>
                  <a:pt x="441" y="44"/>
                  <a:pt x="456" y="59"/>
                </a:cubicBezTo>
                <a:cubicBezTo>
                  <a:pt x="471" y="73"/>
                  <a:pt x="471" y="103"/>
                  <a:pt x="456" y="118"/>
                </a:cubicBezTo>
                <a:cubicBezTo>
                  <a:pt x="309" y="265"/>
                  <a:pt x="309" y="265"/>
                  <a:pt x="309" y="265"/>
                </a:cubicBezTo>
                <a:cubicBezTo>
                  <a:pt x="456" y="398"/>
                  <a:pt x="456" y="398"/>
                  <a:pt x="456" y="398"/>
                </a:cubicBezTo>
                <a:cubicBezTo>
                  <a:pt x="471" y="412"/>
                  <a:pt x="471" y="441"/>
                  <a:pt x="456" y="45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5" name="Freeform 35"/>
          <p:cNvSpPr>
            <a:spLocks noChangeArrowheads="1"/>
          </p:cNvSpPr>
          <p:nvPr userDrawn="1"/>
        </p:nvSpPr>
        <p:spPr bwMode="auto">
          <a:xfrm>
            <a:off x="1741236" y="3236542"/>
            <a:ext cx="208495" cy="50882"/>
          </a:xfrm>
          <a:custGeom>
            <a:avLst/>
            <a:gdLst>
              <a:gd name="T0" fmla="*/ 545 w 619"/>
              <a:gd name="T1" fmla="*/ 0 h 148"/>
              <a:gd name="T2" fmla="*/ 545 w 619"/>
              <a:gd name="T3" fmla="*/ 0 h 148"/>
              <a:gd name="T4" fmla="*/ 73 w 619"/>
              <a:gd name="T5" fmla="*/ 0 h 148"/>
              <a:gd name="T6" fmla="*/ 0 w 619"/>
              <a:gd name="T7" fmla="*/ 73 h 148"/>
              <a:gd name="T8" fmla="*/ 73 w 619"/>
              <a:gd name="T9" fmla="*/ 147 h 148"/>
              <a:gd name="T10" fmla="*/ 545 w 619"/>
              <a:gd name="T11" fmla="*/ 147 h 148"/>
              <a:gd name="T12" fmla="*/ 618 w 619"/>
              <a:gd name="T13" fmla="*/ 73 h 148"/>
              <a:gd name="T14" fmla="*/ 545 w 619"/>
              <a:gd name="T15" fmla="*/ 0 h 148"/>
              <a:gd name="T16" fmla="*/ 545 w 619"/>
              <a:gd name="T17" fmla="*/ 117 h 148"/>
              <a:gd name="T18" fmla="*/ 545 w 619"/>
              <a:gd name="T19" fmla="*/ 117 h 148"/>
              <a:gd name="T20" fmla="*/ 73 w 619"/>
              <a:gd name="T21" fmla="*/ 117 h 148"/>
              <a:gd name="T22" fmla="*/ 29 w 619"/>
              <a:gd name="T23" fmla="*/ 73 h 148"/>
              <a:gd name="T24" fmla="*/ 73 w 619"/>
              <a:gd name="T25" fmla="*/ 29 h 148"/>
              <a:gd name="T26" fmla="*/ 545 w 619"/>
              <a:gd name="T27" fmla="*/ 29 h 148"/>
              <a:gd name="T28" fmla="*/ 589 w 619"/>
              <a:gd name="T29" fmla="*/ 73 h 148"/>
              <a:gd name="T30" fmla="*/ 545 w 619"/>
              <a:gd name="T31" fmla="*/ 117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19" h="148">
                <a:moveTo>
                  <a:pt x="545" y="0"/>
                </a:moveTo>
                <a:lnTo>
                  <a:pt x="54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3"/>
                </a:cubicBezTo>
                <a:cubicBezTo>
                  <a:pt x="0" y="117"/>
                  <a:pt x="29" y="147"/>
                  <a:pt x="73" y="147"/>
                </a:cubicBezTo>
                <a:cubicBezTo>
                  <a:pt x="545" y="147"/>
                  <a:pt x="545" y="147"/>
                  <a:pt x="545" y="147"/>
                </a:cubicBezTo>
                <a:cubicBezTo>
                  <a:pt x="589" y="147"/>
                  <a:pt x="618" y="117"/>
                  <a:pt x="618" y="73"/>
                </a:cubicBezTo>
                <a:cubicBezTo>
                  <a:pt x="618" y="29"/>
                  <a:pt x="589" y="0"/>
                  <a:pt x="545" y="0"/>
                </a:cubicBezTo>
                <a:close/>
                <a:moveTo>
                  <a:pt x="545" y="117"/>
                </a:moveTo>
                <a:lnTo>
                  <a:pt x="545" y="117"/>
                </a:lnTo>
                <a:cubicBezTo>
                  <a:pt x="73" y="117"/>
                  <a:pt x="73" y="117"/>
                  <a:pt x="73" y="117"/>
                </a:cubicBezTo>
                <a:cubicBezTo>
                  <a:pt x="59" y="117"/>
                  <a:pt x="29" y="88"/>
                  <a:pt x="29" y="73"/>
                </a:cubicBezTo>
                <a:cubicBezTo>
                  <a:pt x="29" y="58"/>
                  <a:pt x="59" y="29"/>
                  <a:pt x="73" y="29"/>
                </a:cubicBezTo>
                <a:cubicBezTo>
                  <a:pt x="545" y="29"/>
                  <a:pt x="545" y="29"/>
                  <a:pt x="545" y="29"/>
                </a:cubicBezTo>
                <a:cubicBezTo>
                  <a:pt x="559" y="29"/>
                  <a:pt x="589" y="58"/>
                  <a:pt x="589" y="73"/>
                </a:cubicBezTo>
                <a:cubicBezTo>
                  <a:pt x="589" y="88"/>
                  <a:pt x="559" y="117"/>
                  <a:pt x="545" y="11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6" name="Freeform 36"/>
          <p:cNvSpPr>
            <a:spLocks noChangeArrowheads="1"/>
          </p:cNvSpPr>
          <p:nvPr userDrawn="1"/>
        </p:nvSpPr>
        <p:spPr bwMode="auto">
          <a:xfrm>
            <a:off x="1325457" y="3157115"/>
            <a:ext cx="214699" cy="209736"/>
          </a:xfrm>
          <a:custGeom>
            <a:avLst/>
            <a:gdLst>
              <a:gd name="T0" fmla="*/ 560 w 634"/>
              <a:gd name="T1" fmla="*/ 236 h 619"/>
              <a:gd name="T2" fmla="*/ 560 w 634"/>
              <a:gd name="T3" fmla="*/ 236 h 619"/>
              <a:gd name="T4" fmla="*/ 398 w 634"/>
              <a:gd name="T5" fmla="*/ 236 h 619"/>
              <a:gd name="T6" fmla="*/ 398 w 634"/>
              <a:gd name="T7" fmla="*/ 74 h 619"/>
              <a:gd name="T8" fmla="*/ 324 w 634"/>
              <a:gd name="T9" fmla="*/ 0 h 619"/>
              <a:gd name="T10" fmla="*/ 236 w 634"/>
              <a:gd name="T11" fmla="*/ 74 h 619"/>
              <a:gd name="T12" fmla="*/ 236 w 634"/>
              <a:gd name="T13" fmla="*/ 236 h 619"/>
              <a:gd name="T14" fmla="*/ 89 w 634"/>
              <a:gd name="T15" fmla="*/ 236 h 619"/>
              <a:gd name="T16" fmla="*/ 0 w 634"/>
              <a:gd name="T17" fmla="*/ 309 h 619"/>
              <a:gd name="T18" fmla="*/ 89 w 634"/>
              <a:gd name="T19" fmla="*/ 383 h 619"/>
              <a:gd name="T20" fmla="*/ 236 w 634"/>
              <a:gd name="T21" fmla="*/ 383 h 619"/>
              <a:gd name="T22" fmla="*/ 236 w 634"/>
              <a:gd name="T23" fmla="*/ 545 h 619"/>
              <a:gd name="T24" fmla="*/ 324 w 634"/>
              <a:gd name="T25" fmla="*/ 618 h 619"/>
              <a:gd name="T26" fmla="*/ 398 w 634"/>
              <a:gd name="T27" fmla="*/ 545 h 619"/>
              <a:gd name="T28" fmla="*/ 398 w 634"/>
              <a:gd name="T29" fmla="*/ 383 h 619"/>
              <a:gd name="T30" fmla="*/ 560 w 634"/>
              <a:gd name="T31" fmla="*/ 383 h 619"/>
              <a:gd name="T32" fmla="*/ 633 w 634"/>
              <a:gd name="T33" fmla="*/ 309 h 619"/>
              <a:gd name="T34" fmla="*/ 560 w 634"/>
              <a:gd name="T35" fmla="*/ 236 h 619"/>
              <a:gd name="T36" fmla="*/ 560 w 634"/>
              <a:gd name="T37" fmla="*/ 353 h 619"/>
              <a:gd name="T38" fmla="*/ 560 w 634"/>
              <a:gd name="T39" fmla="*/ 353 h 619"/>
              <a:gd name="T40" fmla="*/ 354 w 634"/>
              <a:gd name="T41" fmla="*/ 353 h 619"/>
              <a:gd name="T42" fmla="*/ 354 w 634"/>
              <a:gd name="T43" fmla="*/ 545 h 619"/>
              <a:gd name="T44" fmla="*/ 324 w 634"/>
              <a:gd name="T45" fmla="*/ 589 h 619"/>
              <a:gd name="T46" fmla="*/ 280 w 634"/>
              <a:gd name="T47" fmla="*/ 545 h 619"/>
              <a:gd name="T48" fmla="*/ 280 w 634"/>
              <a:gd name="T49" fmla="*/ 353 h 619"/>
              <a:gd name="T50" fmla="*/ 89 w 634"/>
              <a:gd name="T51" fmla="*/ 353 h 619"/>
              <a:gd name="T52" fmla="*/ 45 w 634"/>
              <a:gd name="T53" fmla="*/ 309 h 619"/>
              <a:gd name="T54" fmla="*/ 89 w 634"/>
              <a:gd name="T55" fmla="*/ 265 h 619"/>
              <a:gd name="T56" fmla="*/ 280 w 634"/>
              <a:gd name="T57" fmla="*/ 265 h 619"/>
              <a:gd name="T58" fmla="*/ 280 w 634"/>
              <a:gd name="T59" fmla="*/ 74 h 619"/>
              <a:gd name="T60" fmla="*/ 324 w 634"/>
              <a:gd name="T61" fmla="*/ 29 h 619"/>
              <a:gd name="T62" fmla="*/ 354 w 634"/>
              <a:gd name="T63" fmla="*/ 74 h 619"/>
              <a:gd name="T64" fmla="*/ 354 w 634"/>
              <a:gd name="T65" fmla="*/ 265 h 619"/>
              <a:gd name="T66" fmla="*/ 560 w 634"/>
              <a:gd name="T67" fmla="*/ 265 h 619"/>
              <a:gd name="T68" fmla="*/ 589 w 634"/>
              <a:gd name="T69" fmla="*/ 309 h 619"/>
              <a:gd name="T70" fmla="*/ 560 w 634"/>
              <a:gd name="T71" fmla="*/ 353 h 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634" h="619">
                <a:moveTo>
                  <a:pt x="560" y="236"/>
                </a:moveTo>
                <a:lnTo>
                  <a:pt x="560" y="236"/>
                </a:lnTo>
                <a:cubicBezTo>
                  <a:pt x="398" y="236"/>
                  <a:pt x="398" y="236"/>
                  <a:pt x="398" y="236"/>
                </a:cubicBezTo>
                <a:cubicBezTo>
                  <a:pt x="398" y="74"/>
                  <a:pt x="398" y="74"/>
                  <a:pt x="398" y="74"/>
                </a:cubicBezTo>
                <a:cubicBezTo>
                  <a:pt x="398" y="29"/>
                  <a:pt x="369" y="0"/>
                  <a:pt x="324" y="0"/>
                </a:cubicBezTo>
                <a:cubicBezTo>
                  <a:pt x="280" y="0"/>
                  <a:pt x="236" y="29"/>
                  <a:pt x="236" y="74"/>
                </a:cubicBezTo>
                <a:cubicBezTo>
                  <a:pt x="236" y="236"/>
                  <a:pt x="236" y="236"/>
                  <a:pt x="236" y="236"/>
                </a:cubicBezTo>
                <a:cubicBezTo>
                  <a:pt x="89" y="236"/>
                  <a:pt x="89" y="236"/>
                  <a:pt x="89" y="236"/>
                </a:cubicBezTo>
                <a:cubicBezTo>
                  <a:pt x="45" y="236"/>
                  <a:pt x="0" y="265"/>
                  <a:pt x="0" y="309"/>
                </a:cubicBezTo>
                <a:cubicBezTo>
                  <a:pt x="0" y="353"/>
                  <a:pt x="45" y="383"/>
                  <a:pt x="89" y="383"/>
                </a:cubicBezTo>
                <a:cubicBezTo>
                  <a:pt x="236" y="383"/>
                  <a:pt x="236" y="383"/>
                  <a:pt x="236" y="383"/>
                </a:cubicBezTo>
                <a:cubicBezTo>
                  <a:pt x="236" y="545"/>
                  <a:pt x="236" y="545"/>
                  <a:pt x="236" y="545"/>
                </a:cubicBezTo>
                <a:cubicBezTo>
                  <a:pt x="236" y="589"/>
                  <a:pt x="280" y="618"/>
                  <a:pt x="324" y="618"/>
                </a:cubicBezTo>
                <a:cubicBezTo>
                  <a:pt x="369" y="618"/>
                  <a:pt x="398" y="589"/>
                  <a:pt x="398" y="545"/>
                </a:cubicBezTo>
                <a:cubicBezTo>
                  <a:pt x="398" y="383"/>
                  <a:pt x="398" y="383"/>
                  <a:pt x="398" y="383"/>
                </a:cubicBezTo>
                <a:cubicBezTo>
                  <a:pt x="560" y="383"/>
                  <a:pt x="560" y="383"/>
                  <a:pt x="560" y="383"/>
                </a:cubicBezTo>
                <a:cubicBezTo>
                  <a:pt x="604" y="383"/>
                  <a:pt x="633" y="353"/>
                  <a:pt x="633" y="309"/>
                </a:cubicBezTo>
                <a:cubicBezTo>
                  <a:pt x="633" y="265"/>
                  <a:pt x="604" y="236"/>
                  <a:pt x="560" y="236"/>
                </a:cubicBezTo>
                <a:close/>
                <a:moveTo>
                  <a:pt x="560" y="353"/>
                </a:moveTo>
                <a:lnTo>
                  <a:pt x="560" y="353"/>
                </a:lnTo>
                <a:cubicBezTo>
                  <a:pt x="354" y="353"/>
                  <a:pt x="354" y="353"/>
                  <a:pt x="354" y="353"/>
                </a:cubicBezTo>
                <a:cubicBezTo>
                  <a:pt x="354" y="545"/>
                  <a:pt x="354" y="545"/>
                  <a:pt x="354" y="545"/>
                </a:cubicBezTo>
                <a:cubicBezTo>
                  <a:pt x="354" y="559"/>
                  <a:pt x="339" y="589"/>
                  <a:pt x="324" y="589"/>
                </a:cubicBezTo>
                <a:cubicBezTo>
                  <a:pt x="295" y="589"/>
                  <a:pt x="280" y="559"/>
                  <a:pt x="280" y="545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89" y="353"/>
                  <a:pt x="89" y="353"/>
                  <a:pt x="89" y="353"/>
                </a:cubicBezTo>
                <a:cubicBezTo>
                  <a:pt x="59" y="353"/>
                  <a:pt x="45" y="324"/>
                  <a:pt x="45" y="309"/>
                </a:cubicBezTo>
                <a:cubicBezTo>
                  <a:pt x="45" y="294"/>
                  <a:pt x="59" y="265"/>
                  <a:pt x="89" y="265"/>
                </a:cubicBezTo>
                <a:cubicBezTo>
                  <a:pt x="280" y="265"/>
                  <a:pt x="280" y="265"/>
                  <a:pt x="280" y="265"/>
                </a:cubicBezTo>
                <a:cubicBezTo>
                  <a:pt x="280" y="74"/>
                  <a:pt x="280" y="74"/>
                  <a:pt x="280" y="74"/>
                </a:cubicBezTo>
                <a:cubicBezTo>
                  <a:pt x="280" y="59"/>
                  <a:pt x="295" y="29"/>
                  <a:pt x="324" y="29"/>
                </a:cubicBezTo>
                <a:cubicBezTo>
                  <a:pt x="339" y="29"/>
                  <a:pt x="354" y="59"/>
                  <a:pt x="354" y="74"/>
                </a:cubicBezTo>
                <a:cubicBezTo>
                  <a:pt x="354" y="265"/>
                  <a:pt x="354" y="265"/>
                  <a:pt x="354" y="265"/>
                </a:cubicBezTo>
                <a:cubicBezTo>
                  <a:pt x="560" y="265"/>
                  <a:pt x="560" y="265"/>
                  <a:pt x="560" y="265"/>
                </a:cubicBezTo>
                <a:cubicBezTo>
                  <a:pt x="575" y="265"/>
                  <a:pt x="589" y="294"/>
                  <a:pt x="589" y="309"/>
                </a:cubicBezTo>
                <a:cubicBezTo>
                  <a:pt x="589" y="324"/>
                  <a:pt x="575" y="353"/>
                  <a:pt x="560" y="35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7" name="Freeform 37"/>
          <p:cNvSpPr>
            <a:spLocks noChangeArrowheads="1"/>
          </p:cNvSpPr>
          <p:nvPr userDrawn="1"/>
        </p:nvSpPr>
        <p:spPr bwMode="auto">
          <a:xfrm>
            <a:off x="909677" y="3167664"/>
            <a:ext cx="214700" cy="188638"/>
          </a:xfrm>
          <a:custGeom>
            <a:avLst/>
            <a:gdLst>
              <a:gd name="T0" fmla="*/ 73 w 634"/>
              <a:gd name="T1" fmla="*/ 162 h 561"/>
              <a:gd name="T2" fmla="*/ 73 w 634"/>
              <a:gd name="T3" fmla="*/ 162 h 561"/>
              <a:gd name="T4" fmla="*/ 544 w 634"/>
              <a:gd name="T5" fmla="*/ 162 h 561"/>
              <a:gd name="T6" fmla="*/ 633 w 634"/>
              <a:gd name="T7" fmla="*/ 89 h 561"/>
              <a:gd name="T8" fmla="*/ 544 w 634"/>
              <a:gd name="T9" fmla="*/ 0 h 561"/>
              <a:gd name="T10" fmla="*/ 73 w 634"/>
              <a:gd name="T11" fmla="*/ 0 h 561"/>
              <a:gd name="T12" fmla="*/ 0 w 634"/>
              <a:gd name="T13" fmla="*/ 89 h 561"/>
              <a:gd name="T14" fmla="*/ 73 w 634"/>
              <a:gd name="T15" fmla="*/ 162 h 561"/>
              <a:gd name="T16" fmla="*/ 73 w 634"/>
              <a:gd name="T17" fmla="*/ 45 h 561"/>
              <a:gd name="T18" fmla="*/ 73 w 634"/>
              <a:gd name="T19" fmla="*/ 45 h 561"/>
              <a:gd name="T20" fmla="*/ 544 w 634"/>
              <a:gd name="T21" fmla="*/ 45 h 561"/>
              <a:gd name="T22" fmla="*/ 588 w 634"/>
              <a:gd name="T23" fmla="*/ 89 h 561"/>
              <a:gd name="T24" fmla="*/ 544 w 634"/>
              <a:gd name="T25" fmla="*/ 118 h 561"/>
              <a:gd name="T26" fmla="*/ 73 w 634"/>
              <a:gd name="T27" fmla="*/ 118 h 561"/>
              <a:gd name="T28" fmla="*/ 44 w 634"/>
              <a:gd name="T29" fmla="*/ 89 h 561"/>
              <a:gd name="T30" fmla="*/ 73 w 634"/>
              <a:gd name="T31" fmla="*/ 45 h 561"/>
              <a:gd name="T32" fmla="*/ 544 w 634"/>
              <a:gd name="T33" fmla="*/ 207 h 561"/>
              <a:gd name="T34" fmla="*/ 544 w 634"/>
              <a:gd name="T35" fmla="*/ 207 h 561"/>
              <a:gd name="T36" fmla="*/ 73 w 634"/>
              <a:gd name="T37" fmla="*/ 207 h 561"/>
              <a:gd name="T38" fmla="*/ 0 w 634"/>
              <a:gd name="T39" fmla="*/ 280 h 561"/>
              <a:gd name="T40" fmla="*/ 73 w 634"/>
              <a:gd name="T41" fmla="*/ 354 h 561"/>
              <a:gd name="T42" fmla="*/ 544 w 634"/>
              <a:gd name="T43" fmla="*/ 354 h 561"/>
              <a:gd name="T44" fmla="*/ 633 w 634"/>
              <a:gd name="T45" fmla="*/ 280 h 561"/>
              <a:gd name="T46" fmla="*/ 544 w 634"/>
              <a:gd name="T47" fmla="*/ 207 h 561"/>
              <a:gd name="T48" fmla="*/ 544 w 634"/>
              <a:gd name="T49" fmla="*/ 324 h 561"/>
              <a:gd name="T50" fmla="*/ 544 w 634"/>
              <a:gd name="T51" fmla="*/ 324 h 561"/>
              <a:gd name="T52" fmla="*/ 73 w 634"/>
              <a:gd name="T53" fmla="*/ 324 h 561"/>
              <a:gd name="T54" fmla="*/ 44 w 634"/>
              <a:gd name="T55" fmla="*/ 280 h 561"/>
              <a:gd name="T56" fmla="*/ 73 w 634"/>
              <a:gd name="T57" fmla="*/ 236 h 561"/>
              <a:gd name="T58" fmla="*/ 544 w 634"/>
              <a:gd name="T59" fmla="*/ 236 h 561"/>
              <a:gd name="T60" fmla="*/ 588 w 634"/>
              <a:gd name="T61" fmla="*/ 280 h 561"/>
              <a:gd name="T62" fmla="*/ 544 w 634"/>
              <a:gd name="T63" fmla="*/ 324 h 561"/>
              <a:gd name="T64" fmla="*/ 544 w 634"/>
              <a:gd name="T65" fmla="*/ 398 h 561"/>
              <a:gd name="T66" fmla="*/ 544 w 634"/>
              <a:gd name="T67" fmla="*/ 398 h 561"/>
              <a:gd name="T68" fmla="*/ 73 w 634"/>
              <a:gd name="T69" fmla="*/ 398 h 561"/>
              <a:gd name="T70" fmla="*/ 0 w 634"/>
              <a:gd name="T71" fmla="*/ 471 h 561"/>
              <a:gd name="T72" fmla="*/ 73 w 634"/>
              <a:gd name="T73" fmla="*/ 560 h 561"/>
              <a:gd name="T74" fmla="*/ 544 w 634"/>
              <a:gd name="T75" fmla="*/ 560 h 561"/>
              <a:gd name="T76" fmla="*/ 633 w 634"/>
              <a:gd name="T77" fmla="*/ 471 h 561"/>
              <a:gd name="T78" fmla="*/ 544 w 634"/>
              <a:gd name="T79" fmla="*/ 398 h 561"/>
              <a:gd name="T80" fmla="*/ 544 w 634"/>
              <a:gd name="T81" fmla="*/ 516 h 561"/>
              <a:gd name="T82" fmla="*/ 544 w 634"/>
              <a:gd name="T83" fmla="*/ 516 h 561"/>
              <a:gd name="T84" fmla="*/ 73 w 634"/>
              <a:gd name="T85" fmla="*/ 516 h 561"/>
              <a:gd name="T86" fmla="*/ 44 w 634"/>
              <a:gd name="T87" fmla="*/ 471 h 561"/>
              <a:gd name="T88" fmla="*/ 73 w 634"/>
              <a:gd name="T89" fmla="*/ 442 h 561"/>
              <a:gd name="T90" fmla="*/ 544 w 634"/>
              <a:gd name="T91" fmla="*/ 442 h 561"/>
              <a:gd name="T92" fmla="*/ 588 w 634"/>
              <a:gd name="T93" fmla="*/ 471 h 561"/>
              <a:gd name="T94" fmla="*/ 544 w 634"/>
              <a:gd name="T95" fmla="*/ 516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34" h="561">
                <a:moveTo>
                  <a:pt x="73" y="162"/>
                </a:moveTo>
                <a:lnTo>
                  <a:pt x="73" y="162"/>
                </a:lnTo>
                <a:cubicBezTo>
                  <a:pt x="544" y="162"/>
                  <a:pt x="544" y="162"/>
                  <a:pt x="544" y="162"/>
                </a:cubicBezTo>
                <a:cubicBezTo>
                  <a:pt x="588" y="162"/>
                  <a:pt x="633" y="133"/>
                  <a:pt x="633" y="89"/>
                </a:cubicBezTo>
                <a:cubicBezTo>
                  <a:pt x="633" y="45"/>
                  <a:pt x="588" y="0"/>
                  <a:pt x="544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5"/>
                  <a:pt x="0" y="89"/>
                </a:cubicBezTo>
                <a:cubicBezTo>
                  <a:pt x="0" y="133"/>
                  <a:pt x="29" y="162"/>
                  <a:pt x="73" y="162"/>
                </a:cubicBezTo>
                <a:close/>
                <a:moveTo>
                  <a:pt x="73" y="45"/>
                </a:moveTo>
                <a:lnTo>
                  <a:pt x="73" y="45"/>
                </a:lnTo>
                <a:cubicBezTo>
                  <a:pt x="544" y="45"/>
                  <a:pt x="544" y="45"/>
                  <a:pt x="544" y="45"/>
                </a:cubicBezTo>
                <a:cubicBezTo>
                  <a:pt x="574" y="45"/>
                  <a:pt x="588" y="59"/>
                  <a:pt x="588" y="89"/>
                </a:cubicBezTo>
                <a:cubicBezTo>
                  <a:pt x="588" y="103"/>
                  <a:pt x="574" y="118"/>
                  <a:pt x="544" y="118"/>
                </a:cubicBezTo>
                <a:cubicBezTo>
                  <a:pt x="73" y="118"/>
                  <a:pt x="73" y="118"/>
                  <a:pt x="73" y="118"/>
                </a:cubicBezTo>
                <a:cubicBezTo>
                  <a:pt x="58" y="118"/>
                  <a:pt x="44" y="103"/>
                  <a:pt x="44" y="89"/>
                </a:cubicBezTo>
                <a:cubicBezTo>
                  <a:pt x="44" y="59"/>
                  <a:pt x="58" y="45"/>
                  <a:pt x="73" y="45"/>
                </a:cubicBezTo>
                <a:close/>
                <a:moveTo>
                  <a:pt x="544" y="207"/>
                </a:moveTo>
                <a:lnTo>
                  <a:pt x="544" y="207"/>
                </a:lnTo>
                <a:cubicBezTo>
                  <a:pt x="73" y="207"/>
                  <a:pt x="73" y="207"/>
                  <a:pt x="73" y="207"/>
                </a:cubicBezTo>
                <a:cubicBezTo>
                  <a:pt x="29" y="207"/>
                  <a:pt x="0" y="236"/>
                  <a:pt x="0" y="280"/>
                </a:cubicBezTo>
                <a:cubicBezTo>
                  <a:pt x="0" y="324"/>
                  <a:pt x="29" y="354"/>
                  <a:pt x="73" y="354"/>
                </a:cubicBezTo>
                <a:cubicBezTo>
                  <a:pt x="544" y="354"/>
                  <a:pt x="544" y="354"/>
                  <a:pt x="544" y="354"/>
                </a:cubicBezTo>
                <a:cubicBezTo>
                  <a:pt x="588" y="354"/>
                  <a:pt x="633" y="324"/>
                  <a:pt x="633" y="280"/>
                </a:cubicBezTo>
                <a:cubicBezTo>
                  <a:pt x="633" y="236"/>
                  <a:pt x="588" y="207"/>
                  <a:pt x="544" y="207"/>
                </a:cubicBezTo>
                <a:close/>
                <a:moveTo>
                  <a:pt x="544" y="324"/>
                </a:moveTo>
                <a:lnTo>
                  <a:pt x="544" y="324"/>
                </a:lnTo>
                <a:cubicBezTo>
                  <a:pt x="73" y="324"/>
                  <a:pt x="73" y="324"/>
                  <a:pt x="73" y="324"/>
                </a:cubicBezTo>
                <a:cubicBezTo>
                  <a:pt x="58" y="324"/>
                  <a:pt x="44" y="295"/>
                  <a:pt x="44" y="280"/>
                </a:cubicBezTo>
                <a:cubicBezTo>
                  <a:pt x="44" y="265"/>
                  <a:pt x="58" y="236"/>
                  <a:pt x="73" y="236"/>
                </a:cubicBezTo>
                <a:cubicBezTo>
                  <a:pt x="544" y="236"/>
                  <a:pt x="544" y="236"/>
                  <a:pt x="544" y="236"/>
                </a:cubicBezTo>
                <a:cubicBezTo>
                  <a:pt x="574" y="236"/>
                  <a:pt x="588" y="265"/>
                  <a:pt x="588" y="280"/>
                </a:cubicBezTo>
                <a:cubicBezTo>
                  <a:pt x="588" y="295"/>
                  <a:pt x="574" y="324"/>
                  <a:pt x="544" y="324"/>
                </a:cubicBezTo>
                <a:close/>
                <a:moveTo>
                  <a:pt x="544" y="398"/>
                </a:moveTo>
                <a:lnTo>
                  <a:pt x="544" y="398"/>
                </a:lnTo>
                <a:cubicBezTo>
                  <a:pt x="73" y="398"/>
                  <a:pt x="73" y="398"/>
                  <a:pt x="73" y="398"/>
                </a:cubicBezTo>
                <a:cubicBezTo>
                  <a:pt x="29" y="398"/>
                  <a:pt x="0" y="428"/>
                  <a:pt x="0" y="471"/>
                </a:cubicBezTo>
                <a:cubicBezTo>
                  <a:pt x="0" y="516"/>
                  <a:pt x="29" y="560"/>
                  <a:pt x="73" y="560"/>
                </a:cubicBezTo>
                <a:cubicBezTo>
                  <a:pt x="544" y="560"/>
                  <a:pt x="544" y="560"/>
                  <a:pt x="544" y="560"/>
                </a:cubicBezTo>
                <a:cubicBezTo>
                  <a:pt x="588" y="560"/>
                  <a:pt x="633" y="516"/>
                  <a:pt x="633" y="471"/>
                </a:cubicBezTo>
                <a:cubicBezTo>
                  <a:pt x="633" y="428"/>
                  <a:pt x="588" y="398"/>
                  <a:pt x="544" y="398"/>
                </a:cubicBezTo>
                <a:close/>
                <a:moveTo>
                  <a:pt x="544" y="516"/>
                </a:moveTo>
                <a:lnTo>
                  <a:pt x="544" y="516"/>
                </a:lnTo>
                <a:cubicBezTo>
                  <a:pt x="73" y="516"/>
                  <a:pt x="73" y="516"/>
                  <a:pt x="73" y="516"/>
                </a:cubicBezTo>
                <a:cubicBezTo>
                  <a:pt x="58" y="516"/>
                  <a:pt x="44" y="501"/>
                  <a:pt x="44" y="471"/>
                </a:cubicBezTo>
                <a:cubicBezTo>
                  <a:pt x="44" y="457"/>
                  <a:pt x="58" y="442"/>
                  <a:pt x="73" y="442"/>
                </a:cubicBezTo>
                <a:cubicBezTo>
                  <a:pt x="544" y="442"/>
                  <a:pt x="544" y="442"/>
                  <a:pt x="544" y="442"/>
                </a:cubicBezTo>
                <a:cubicBezTo>
                  <a:pt x="574" y="442"/>
                  <a:pt x="588" y="457"/>
                  <a:pt x="588" y="471"/>
                </a:cubicBezTo>
                <a:cubicBezTo>
                  <a:pt x="588" y="501"/>
                  <a:pt x="574" y="516"/>
                  <a:pt x="544" y="5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8" name="Shape 2782"/>
          <p:cNvSpPr/>
          <p:nvPr userDrawn="1"/>
        </p:nvSpPr>
        <p:spPr>
          <a:xfrm>
            <a:off x="2980472" y="2252261"/>
            <a:ext cx="209550" cy="1809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83" h="20545" extrusionOk="0">
                <a:moveTo>
                  <a:pt x="9621" y="9676"/>
                </a:moveTo>
                <a:cubicBezTo>
                  <a:pt x="9621" y="9676"/>
                  <a:pt x="9621" y="9675"/>
                  <a:pt x="9621" y="9675"/>
                </a:cubicBezTo>
                <a:lnTo>
                  <a:pt x="9620" y="9674"/>
                </a:lnTo>
                <a:cubicBezTo>
                  <a:pt x="9620" y="9674"/>
                  <a:pt x="9621" y="9676"/>
                  <a:pt x="9621" y="9676"/>
                </a:cubicBezTo>
                <a:close/>
                <a:moveTo>
                  <a:pt x="19582" y="1266"/>
                </a:moveTo>
                <a:cubicBezTo>
                  <a:pt x="18115" y="-422"/>
                  <a:pt x="15737" y="-422"/>
                  <a:pt x="14270" y="1266"/>
                </a:cubicBezTo>
                <a:lnTo>
                  <a:pt x="14934" y="2030"/>
                </a:lnTo>
                <a:cubicBezTo>
                  <a:pt x="16034" y="765"/>
                  <a:pt x="17818" y="765"/>
                  <a:pt x="18918" y="2030"/>
                </a:cubicBezTo>
                <a:cubicBezTo>
                  <a:pt x="20019" y="3297"/>
                  <a:pt x="20019" y="5351"/>
                  <a:pt x="18918" y="6618"/>
                </a:cubicBezTo>
                <a:lnTo>
                  <a:pt x="8956" y="17881"/>
                </a:lnTo>
                <a:lnTo>
                  <a:pt x="9621" y="18645"/>
                </a:lnTo>
                <a:lnTo>
                  <a:pt x="19582" y="7382"/>
                </a:lnTo>
                <a:cubicBezTo>
                  <a:pt x="21050" y="5693"/>
                  <a:pt x="21050" y="2955"/>
                  <a:pt x="19582" y="1266"/>
                </a:cubicBezTo>
                <a:moveTo>
                  <a:pt x="2315" y="17881"/>
                </a:moveTo>
                <a:cubicBezTo>
                  <a:pt x="481" y="15770"/>
                  <a:pt x="481" y="12551"/>
                  <a:pt x="2315" y="10439"/>
                </a:cubicBezTo>
                <a:cubicBezTo>
                  <a:pt x="2317" y="10437"/>
                  <a:pt x="2320" y="10434"/>
                  <a:pt x="2323" y="10431"/>
                </a:cubicBezTo>
                <a:lnTo>
                  <a:pt x="2323" y="10431"/>
                </a:lnTo>
                <a:lnTo>
                  <a:pt x="9289" y="2413"/>
                </a:lnTo>
                <a:cubicBezTo>
                  <a:pt x="9472" y="2201"/>
                  <a:pt x="9472" y="1859"/>
                  <a:pt x="9289" y="1648"/>
                </a:cubicBezTo>
                <a:cubicBezTo>
                  <a:pt x="9105" y="1437"/>
                  <a:pt x="8808" y="1437"/>
                  <a:pt x="8624" y="1648"/>
                </a:cubicBezTo>
                <a:lnTo>
                  <a:pt x="1651" y="9675"/>
                </a:lnTo>
                <a:cubicBezTo>
                  <a:pt x="-550" y="12208"/>
                  <a:pt x="-550" y="16112"/>
                  <a:pt x="1651" y="18645"/>
                </a:cubicBezTo>
                <a:cubicBezTo>
                  <a:pt x="3852" y="21178"/>
                  <a:pt x="7420" y="21178"/>
                  <a:pt x="9621" y="18645"/>
                </a:cubicBezTo>
                <a:lnTo>
                  <a:pt x="8948" y="17889"/>
                </a:lnTo>
                <a:cubicBezTo>
                  <a:pt x="7114" y="19991"/>
                  <a:pt x="4147" y="19989"/>
                  <a:pt x="2315" y="17881"/>
                </a:cubicBezTo>
                <a:moveTo>
                  <a:pt x="6300" y="13497"/>
                </a:moveTo>
                <a:cubicBezTo>
                  <a:pt x="7033" y="14341"/>
                  <a:pt x="8223" y="14341"/>
                  <a:pt x="8956" y="13497"/>
                </a:cubicBezTo>
                <a:lnTo>
                  <a:pt x="13937" y="7764"/>
                </a:lnTo>
                <a:cubicBezTo>
                  <a:pt x="14121" y="7553"/>
                  <a:pt x="14121" y="7211"/>
                  <a:pt x="13937" y="7000"/>
                </a:cubicBezTo>
                <a:cubicBezTo>
                  <a:pt x="13754" y="6789"/>
                  <a:pt x="13457" y="6789"/>
                  <a:pt x="13273" y="7000"/>
                </a:cubicBezTo>
                <a:lnTo>
                  <a:pt x="8292" y="12732"/>
                </a:lnTo>
                <a:cubicBezTo>
                  <a:pt x="7926" y="13155"/>
                  <a:pt x="7331" y="13155"/>
                  <a:pt x="6964" y="12732"/>
                </a:cubicBezTo>
                <a:cubicBezTo>
                  <a:pt x="6597" y="12310"/>
                  <a:pt x="6597" y="11626"/>
                  <a:pt x="6964" y="11204"/>
                </a:cubicBezTo>
                <a:lnTo>
                  <a:pt x="8292" y="9675"/>
                </a:lnTo>
                <a:lnTo>
                  <a:pt x="14934" y="2030"/>
                </a:lnTo>
                <a:lnTo>
                  <a:pt x="14270" y="1266"/>
                </a:lnTo>
                <a:lnTo>
                  <a:pt x="6300" y="10439"/>
                </a:lnTo>
                <a:cubicBezTo>
                  <a:pt x="5566" y="11284"/>
                  <a:pt x="5566" y="12653"/>
                  <a:pt x="6300" y="1349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grpSp>
        <p:nvGrpSpPr>
          <p:cNvPr id="169" name="Group 177"/>
          <p:cNvGrpSpPr/>
          <p:nvPr userDrawn="1"/>
        </p:nvGrpSpPr>
        <p:grpSpPr>
          <a:xfrm>
            <a:off x="3767643" y="3155683"/>
            <a:ext cx="212600" cy="212600"/>
            <a:chOff x="8783638" y="3568701"/>
            <a:chExt cx="360363" cy="360363"/>
          </a:xfrm>
          <a:solidFill>
            <a:schemeClr val="tx1"/>
          </a:solidFill>
        </p:grpSpPr>
        <p:sp>
          <p:nvSpPr>
            <p:cNvPr id="170" name="Freeform 99"/>
            <p:cNvSpPr>
              <a:spLocks noEditPoints="1"/>
            </p:cNvSpPr>
            <p:nvPr/>
          </p:nvSpPr>
          <p:spPr bwMode="auto">
            <a:xfrm>
              <a:off x="8783638" y="3568701"/>
              <a:ext cx="360363" cy="360363"/>
            </a:xfrm>
            <a:custGeom>
              <a:avLst/>
              <a:gdLst/>
              <a:ahLst/>
              <a:cxnLst>
                <a:cxn ang="0">
                  <a:pos x="80" y="38"/>
                </a:cxn>
                <a:cxn ang="0">
                  <a:pos x="62" y="0"/>
                </a:cxn>
                <a:cxn ang="0">
                  <a:pos x="35" y="39"/>
                </a:cxn>
                <a:cxn ang="0">
                  <a:pos x="31" y="41"/>
                </a:cxn>
                <a:cxn ang="0">
                  <a:pos x="12" y="38"/>
                </a:cxn>
                <a:cxn ang="0">
                  <a:pos x="0" y="111"/>
                </a:cxn>
                <a:cxn ang="0">
                  <a:pos x="23" y="123"/>
                </a:cxn>
                <a:cxn ang="0">
                  <a:pos x="34" y="116"/>
                </a:cxn>
                <a:cxn ang="0">
                  <a:pos x="35" y="116"/>
                </a:cxn>
                <a:cxn ang="0">
                  <a:pos x="73" y="123"/>
                </a:cxn>
                <a:cxn ang="0">
                  <a:pos x="108" y="115"/>
                </a:cxn>
                <a:cxn ang="0">
                  <a:pos x="110" y="104"/>
                </a:cxn>
                <a:cxn ang="0">
                  <a:pos x="116" y="84"/>
                </a:cxn>
                <a:cxn ang="0">
                  <a:pos x="120" y="64"/>
                </a:cxn>
                <a:cxn ang="0">
                  <a:pos x="123" y="55"/>
                </a:cxn>
                <a:cxn ang="0">
                  <a:pos x="112" y="40"/>
                </a:cxn>
                <a:cxn ang="0">
                  <a:pos x="23" y="115"/>
                </a:cxn>
                <a:cxn ang="0">
                  <a:pos x="8" y="111"/>
                </a:cxn>
                <a:cxn ang="0">
                  <a:pos x="12" y="46"/>
                </a:cxn>
                <a:cxn ang="0">
                  <a:pos x="27" y="50"/>
                </a:cxn>
                <a:cxn ang="0">
                  <a:pos x="115" y="56"/>
                </a:cxn>
                <a:cxn ang="0">
                  <a:pos x="100" y="61"/>
                </a:cxn>
                <a:cxn ang="0">
                  <a:pos x="100" y="65"/>
                </a:cxn>
                <a:cxn ang="0">
                  <a:pos x="114" y="72"/>
                </a:cxn>
                <a:cxn ang="0">
                  <a:pos x="96" y="81"/>
                </a:cxn>
                <a:cxn ang="0">
                  <a:pos x="96" y="84"/>
                </a:cxn>
                <a:cxn ang="0">
                  <a:pos x="109" y="92"/>
                </a:cxn>
                <a:cxn ang="0">
                  <a:pos x="92" y="100"/>
                </a:cxn>
                <a:cxn ang="0">
                  <a:pos x="92" y="104"/>
                </a:cxn>
                <a:cxn ang="0">
                  <a:pos x="102" y="109"/>
                </a:cxn>
                <a:cxn ang="0">
                  <a:pos x="94" y="115"/>
                </a:cxn>
                <a:cxn ang="0">
                  <a:pos x="52" y="113"/>
                </a:cxn>
                <a:cxn ang="0">
                  <a:pos x="31" y="105"/>
                </a:cxn>
                <a:cxn ang="0">
                  <a:pos x="34" y="48"/>
                </a:cxn>
                <a:cxn ang="0">
                  <a:pos x="58" y="11"/>
                </a:cxn>
                <a:cxn ang="0">
                  <a:pos x="73" y="26"/>
                </a:cxn>
                <a:cxn ang="0">
                  <a:pos x="111" y="47"/>
                </a:cxn>
                <a:cxn ang="0">
                  <a:pos x="115" y="56"/>
                </a:cxn>
                <a:cxn ang="0">
                  <a:pos x="115" y="56"/>
                </a:cxn>
              </a:cxnLst>
              <a:rect l="0" t="0" r="r" b="b"/>
              <a:pathLst>
                <a:path w="123" h="123">
                  <a:moveTo>
                    <a:pt x="112" y="40"/>
                  </a:moveTo>
                  <a:cubicBezTo>
                    <a:pt x="107" y="39"/>
                    <a:pt x="96" y="39"/>
                    <a:pt x="80" y="38"/>
                  </a:cubicBezTo>
                  <a:cubicBezTo>
                    <a:pt x="80" y="35"/>
                    <a:pt x="81" y="32"/>
                    <a:pt x="81" y="26"/>
                  </a:cubicBezTo>
                  <a:cubicBezTo>
                    <a:pt x="81" y="12"/>
                    <a:pt x="71" y="0"/>
                    <a:pt x="62" y="0"/>
                  </a:cubicBezTo>
                  <a:cubicBezTo>
                    <a:pt x="55" y="0"/>
                    <a:pt x="50" y="5"/>
                    <a:pt x="50" y="11"/>
                  </a:cubicBezTo>
                  <a:cubicBezTo>
                    <a:pt x="50" y="19"/>
                    <a:pt x="48" y="32"/>
                    <a:pt x="35" y="39"/>
                  </a:cubicBezTo>
                  <a:cubicBezTo>
                    <a:pt x="34" y="40"/>
                    <a:pt x="31" y="41"/>
                    <a:pt x="31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9" y="40"/>
                    <a:pt x="26" y="38"/>
                    <a:pt x="23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6" y="38"/>
                    <a:pt x="0" y="43"/>
                    <a:pt x="0" y="5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8"/>
                    <a:pt x="6" y="123"/>
                    <a:pt x="12" y="123"/>
                  </a:cubicBezTo>
                  <a:cubicBezTo>
                    <a:pt x="23" y="123"/>
                    <a:pt x="23" y="123"/>
                    <a:pt x="23" y="123"/>
                  </a:cubicBezTo>
                  <a:cubicBezTo>
                    <a:pt x="28" y="123"/>
                    <a:pt x="32" y="120"/>
                    <a:pt x="34" y="116"/>
                  </a:cubicBezTo>
                  <a:cubicBezTo>
                    <a:pt x="34" y="116"/>
                    <a:pt x="34" y="116"/>
                    <a:pt x="34" y="116"/>
                  </a:cubicBezTo>
                  <a:cubicBezTo>
                    <a:pt x="34" y="116"/>
                    <a:pt x="34" y="116"/>
                    <a:pt x="35" y="116"/>
                  </a:cubicBezTo>
                  <a:cubicBezTo>
                    <a:pt x="35" y="116"/>
                    <a:pt x="35" y="116"/>
                    <a:pt x="35" y="116"/>
                  </a:cubicBezTo>
                  <a:cubicBezTo>
                    <a:pt x="37" y="117"/>
                    <a:pt x="41" y="118"/>
                    <a:pt x="50" y="120"/>
                  </a:cubicBezTo>
                  <a:cubicBezTo>
                    <a:pt x="52" y="121"/>
                    <a:pt x="63" y="123"/>
                    <a:pt x="73" y="123"/>
                  </a:cubicBezTo>
                  <a:cubicBezTo>
                    <a:pt x="94" y="123"/>
                    <a:pt x="94" y="123"/>
                    <a:pt x="94" y="123"/>
                  </a:cubicBezTo>
                  <a:cubicBezTo>
                    <a:pt x="101" y="123"/>
                    <a:pt x="105" y="120"/>
                    <a:pt x="108" y="115"/>
                  </a:cubicBezTo>
                  <a:cubicBezTo>
                    <a:pt x="108" y="115"/>
                    <a:pt x="109" y="114"/>
                    <a:pt x="110" y="111"/>
                  </a:cubicBezTo>
                  <a:cubicBezTo>
                    <a:pt x="110" y="109"/>
                    <a:pt x="110" y="107"/>
                    <a:pt x="110" y="104"/>
                  </a:cubicBezTo>
                  <a:cubicBezTo>
                    <a:pt x="114" y="102"/>
                    <a:pt x="115" y="97"/>
                    <a:pt x="116" y="95"/>
                  </a:cubicBezTo>
                  <a:cubicBezTo>
                    <a:pt x="118" y="90"/>
                    <a:pt x="117" y="87"/>
                    <a:pt x="116" y="84"/>
                  </a:cubicBezTo>
                  <a:cubicBezTo>
                    <a:pt x="118" y="82"/>
                    <a:pt x="120" y="79"/>
                    <a:pt x="121" y="73"/>
                  </a:cubicBezTo>
                  <a:cubicBezTo>
                    <a:pt x="122" y="70"/>
                    <a:pt x="121" y="67"/>
                    <a:pt x="120" y="64"/>
                  </a:cubicBezTo>
                  <a:cubicBezTo>
                    <a:pt x="122" y="62"/>
                    <a:pt x="123" y="59"/>
                    <a:pt x="123" y="56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4"/>
                    <a:pt x="123" y="53"/>
                  </a:cubicBezTo>
                  <a:cubicBezTo>
                    <a:pt x="123" y="48"/>
                    <a:pt x="120" y="42"/>
                    <a:pt x="112" y="40"/>
                  </a:cubicBezTo>
                  <a:close/>
                  <a:moveTo>
                    <a:pt x="27" y="111"/>
                  </a:moveTo>
                  <a:cubicBezTo>
                    <a:pt x="27" y="113"/>
                    <a:pt x="26" y="115"/>
                    <a:pt x="23" y="115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0" y="115"/>
                    <a:pt x="8" y="113"/>
                    <a:pt x="8" y="11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10" y="46"/>
                    <a:pt x="12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6" y="46"/>
                    <a:pt x="27" y="48"/>
                    <a:pt x="27" y="50"/>
                  </a:cubicBezTo>
                  <a:lnTo>
                    <a:pt x="27" y="111"/>
                  </a:lnTo>
                  <a:close/>
                  <a:moveTo>
                    <a:pt x="115" y="56"/>
                  </a:moveTo>
                  <a:cubicBezTo>
                    <a:pt x="115" y="58"/>
                    <a:pt x="114" y="61"/>
                    <a:pt x="108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99" y="61"/>
                    <a:pt x="98" y="62"/>
                    <a:pt x="98" y="63"/>
                  </a:cubicBezTo>
                  <a:cubicBezTo>
                    <a:pt x="98" y="64"/>
                    <a:pt x="99" y="65"/>
                    <a:pt x="100" y="65"/>
                  </a:cubicBezTo>
                  <a:cubicBezTo>
                    <a:pt x="108" y="65"/>
                    <a:pt x="108" y="65"/>
                    <a:pt x="108" y="65"/>
                  </a:cubicBezTo>
                  <a:cubicBezTo>
                    <a:pt x="113" y="65"/>
                    <a:pt x="114" y="70"/>
                    <a:pt x="114" y="72"/>
                  </a:cubicBezTo>
                  <a:cubicBezTo>
                    <a:pt x="113" y="75"/>
                    <a:pt x="112" y="81"/>
                    <a:pt x="105" y="81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95" y="81"/>
                    <a:pt x="94" y="81"/>
                    <a:pt x="94" y="82"/>
                  </a:cubicBezTo>
                  <a:cubicBezTo>
                    <a:pt x="94" y="83"/>
                    <a:pt x="95" y="84"/>
                    <a:pt x="96" y="84"/>
                  </a:cubicBezTo>
                  <a:cubicBezTo>
                    <a:pt x="104" y="84"/>
                    <a:pt x="104" y="84"/>
                    <a:pt x="104" y="84"/>
                  </a:cubicBezTo>
                  <a:cubicBezTo>
                    <a:pt x="110" y="84"/>
                    <a:pt x="110" y="89"/>
                    <a:pt x="109" y="92"/>
                  </a:cubicBezTo>
                  <a:cubicBezTo>
                    <a:pt x="108" y="96"/>
                    <a:pt x="107" y="100"/>
                    <a:pt x="99" y="100"/>
                  </a:cubicBezTo>
                  <a:cubicBezTo>
                    <a:pt x="92" y="100"/>
                    <a:pt x="92" y="100"/>
                    <a:pt x="92" y="100"/>
                  </a:cubicBezTo>
                  <a:cubicBezTo>
                    <a:pt x="91" y="100"/>
                    <a:pt x="90" y="101"/>
                    <a:pt x="90" y="102"/>
                  </a:cubicBezTo>
                  <a:cubicBezTo>
                    <a:pt x="90" y="103"/>
                    <a:pt x="91" y="104"/>
                    <a:pt x="92" y="104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103" y="104"/>
                    <a:pt x="103" y="108"/>
                    <a:pt x="102" y="109"/>
                  </a:cubicBezTo>
                  <a:cubicBezTo>
                    <a:pt x="102" y="110"/>
                    <a:pt x="101" y="112"/>
                    <a:pt x="101" y="112"/>
                  </a:cubicBezTo>
                  <a:cubicBezTo>
                    <a:pt x="100" y="114"/>
                    <a:pt x="98" y="115"/>
                    <a:pt x="94" y="115"/>
                  </a:cubicBezTo>
                  <a:cubicBezTo>
                    <a:pt x="73" y="115"/>
                    <a:pt x="73" y="115"/>
                    <a:pt x="73" y="115"/>
                  </a:cubicBezTo>
                  <a:cubicBezTo>
                    <a:pt x="63" y="115"/>
                    <a:pt x="52" y="113"/>
                    <a:pt x="52" y="113"/>
                  </a:cubicBezTo>
                  <a:cubicBezTo>
                    <a:pt x="36" y="109"/>
                    <a:pt x="35" y="109"/>
                    <a:pt x="34" y="108"/>
                  </a:cubicBezTo>
                  <a:cubicBezTo>
                    <a:pt x="34" y="108"/>
                    <a:pt x="31" y="108"/>
                    <a:pt x="31" y="105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50"/>
                    <a:pt x="32" y="49"/>
                    <a:pt x="34" y="48"/>
                  </a:cubicBezTo>
                  <a:cubicBezTo>
                    <a:pt x="34" y="48"/>
                    <a:pt x="35" y="48"/>
                    <a:pt x="35" y="48"/>
                  </a:cubicBezTo>
                  <a:cubicBezTo>
                    <a:pt x="52" y="40"/>
                    <a:pt x="58" y="25"/>
                    <a:pt x="58" y="11"/>
                  </a:cubicBezTo>
                  <a:cubicBezTo>
                    <a:pt x="58" y="10"/>
                    <a:pt x="59" y="8"/>
                    <a:pt x="62" y="8"/>
                  </a:cubicBezTo>
                  <a:cubicBezTo>
                    <a:pt x="66" y="8"/>
                    <a:pt x="73" y="16"/>
                    <a:pt x="73" y="26"/>
                  </a:cubicBezTo>
                  <a:cubicBezTo>
                    <a:pt x="73" y="35"/>
                    <a:pt x="73" y="37"/>
                    <a:pt x="69" y="46"/>
                  </a:cubicBezTo>
                  <a:cubicBezTo>
                    <a:pt x="108" y="46"/>
                    <a:pt x="107" y="47"/>
                    <a:pt x="111" y="47"/>
                  </a:cubicBezTo>
                  <a:cubicBezTo>
                    <a:pt x="115" y="49"/>
                    <a:pt x="115" y="52"/>
                    <a:pt x="115" y="53"/>
                  </a:cubicBezTo>
                  <a:cubicBezTo>
                    <a:pt x="115" y="55"/>
                    <a:pt x="115" y="54"/>
                    <a:pt x="115" y="56"/>
                  </a:cubicBezTo>
                  <a:close/>
                  <a:moveTo>
                    <a:pt x="115" y="56"/>
                  </a:moveTo>
                  <a:cubicBezTo>
                    <a:pt x="115" y="56"/>
                    <a:pt x="115" y="56"/>
                    <a:pt x="115" y="5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71" name="Freeform 100"/>
            <p:cNvSpPr>
              <a:spLocks noEditPoints="1"/>
            </p:cNvSpPr>
            <p:nvPr/>
          </p:nvSpPr>
          <p:spPr bwMode="auto">
            <a:xfrm>
              <a:off x="8818563" y="3862388"/>
              <a:ext cx="33338" cy="31750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5"/>
                </a:cxn>
                <a:cxn ang="0">
                  <a:pos x="6" y="11"/>
                </a:cxn>
                <a:cxn ang="0">
                  <a:pos x="11" y="5"/>
                </a:cxn>
                <a:cxn ang="0">
                  <a:pos x="6" y="0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6" y="4"/>
                </a:cxn>
                <a:cxn ang="0">
                  <a:pos x="8" y="5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11" h="11">
                  <a:moveTo>
                    <a:pt x="6" y="0"/>
                  </a:moveTo>
                  <a:cubicBezTo>
                    <a:pt x="2" y="0"/>
                    <a:pt x="0" y="2"/>
                    <a:pt x="0" y="5"/>
                  </a:cubicBezTo>
                  <a:cubicBezTo>
                    <a:pt x="0" y="9"/>
                    <a:pt x="2" y="11"/>
                    <a:pt x="6" y="11"/>
                  </a:cubicBezTo>
                  <a:cubicBezTo>
                    <a:pt x="9" y="11"/>
                    <a:pt x="11" y="9"/>
                    <a:pt x="11" y="5"/>
                  </a:cubicBezTo>
                  <a:cubicBezTo>
                    <a:pt x="11" y="2"/>
                    <a:pt x="9" y="0"/>
                    <a:pt x="6" y="0"/>
                  </a:cubicBezTo>
                  <a:close/>
                  <a:moveTo>
                    <a:pt x="6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4"/>
                    <a:pt x="6" y="4"/>
                  </a:cubicBezTo>
                  <a:cubicBezTo>
                    <a:pt x="7" y="4"/>
                    <a:pt x="8" y="4"/>
                    <a:pt x="8" y="5"/>
                  </a:cubicBezTo>
                  <a:cubicBezTo>
                    <a:pt x="8" y="6"/>
                    <a:pt x="7" y="7"/>
                    <a:pt x="6" y="7"/>
                  </a:cubicBezTo>
                  <a:close/>
                  <a:moveTo>
                    <a:pt x="6" y="7"/>
                  </a:moveTo>
                  <a:cubicBezTo>
                    <a:pt x="6" y="7"/>
                    <a:pt x="6" y="7"/>
                    <a:pt x="6" y="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72" name="Freeform 99"/>
          <p:cNvSpPr>
            <a:spLocks noEditPoints="1"/>
          </p:cNvSpPr>
          <p:nvPr userDrawn="1"/>
        </p:nvSpPr>
        <p:spPr bwMode="auto">
          <a:xfrm>
            <a:off x="6136388" y="5787904"/>
            <a:ext cx="233362" cy="219075"/>
          </a:xfrm>
          <a:custGeom>
            <a:avLst/>
            <a:gdLst>
              <a:gd name="T0" fmla="*/ 2147483646 w 68"/>
              <a:gd name="T1" fmla="*/ 2147483646 h 64"/>
              <a:gd name="T2" fmla="*/ 2147483646 w 68"/>
              <a:gd name="T3" fmla="*/ 2147483646 h 64"/>
              <a:gd name="T4" fmla="*/ 2147483646 w 68"/>
              <a:gd name="T5" fmla="*/ 2147483646 h 64"/>
              <a:gd name="T6" fmla="*/ 2147483646 w 68"/>
              <a:gd name="T7" fmla="*/ 2147483646 h 64"/>
              <a:gd name="T8" fmla="*/ 2147483646 w 68"/>
              <a:gd name="T9" fmla="*/ 2147483646 h 64"/>
              <a:gd name="T10" fmla="*/ 2147483646 w 68"/>
              <a:gd name="T11" fmla="*/ 2147483646 h 64"/>
              <a:gd name="T12" fmla="*/ 0 w 68"/>
              <a:gd name="T13" fmla="*/ 2147483646 h 64"/>
              <a:gd name="T14" fmla="*/ 2147483646 w 68"/>
              <a:gd name="T15" fmla="*/ 2147483646 h 64"/>
              <a:gd name="T16" fmla="*/ 2147483646 w 68"/>
              <a:gd name="T17" fmla="*/ 2147483646 h 64"/>
              <a:gd name="T18" fmla="*/ 2147483646 w 68"/>
              <a:gd name="T19" fmla="*/ 2147483646 h 64"/>
              <a:gd name="T20" fmla="*/ 2147483646 w 68"/>
              <a:gd name="T21" fmla="*/ 2147483646 h 64"/>
              <a:gd name="T22" fmla="*/ 2147483646 w 68"/>
              <a:gd name="T23" fmla="*/ 2147483646 h 64"/>
              <a:gd name="T24" fmla="*/ 2147483646 w 68"/>
              <a:gd name="T25" fmla="*/ 2147483646 h 64"/>
              <a:gd name="T26" fmla="*/ 2147483646 w 68"/>
              <a:gd name="T27" fmla="*/ 2147483646 h 64"/>
              <a:gd name="T28" fmla="*/ 2147483646 w 68"/>
              <a:gd name="T29" fmla="*/ 2147483646 h 64"/>
              <a:gd name="T30" fmla="*/ 2147483646 w 68"/>
              <a:gd name="T31" fmla="*/ 2147483646 h 64"/>
              <a:gd name="T32" fmla="*/ 2147483646 w 68"/>
              <a:gd name="T33" fmla="*/ 2147483646 h 64"/>
              <a:gd name="T34" fmla="*/ 2147483646 w 68"/>
              <a:gd name="T35" fmla="*/ 2147483646 h 64"/>
              <a:gd name="T36" fmla="*/ 2147483646 w 68"/>
              <a:gd name="T37" fmla="*/ 2147483646 h 64"/>
              <a:gd name="T38" fmla="*/ 2147483646 w 68"/>
              <a:gd name="T39" fmla="*/ 2147483646 h 64"/>
              <a:gd name="T40" fmla="*/ 2147483646 w 68"/>
              <a:gd name="T41" fmla="*/ 0 h 64"/>
              <a:gd name="T42" fmla="*/ 2147483646 w 68"/>
              <a:gd name="T43" fmla="*/ 2147483646 h 64"/>
              <a:gd name="T44" fmla="*/ 2147483646 w 68"/>
              <a:gd name="T45" fmla="*/ 2147483646 h 64"/>
              <a:gd name="T46" fmla="*/ 2147483646 w 68"/>
              <a:gd name="T47" fmla="*/ 2147483646 h 64"/>
              <a:gd name="T48" fmla="*/ 2147483646 w 68"/>
              <a:gd name="T49" fmla="*/ 2147483646 h 64"/>
              <a:gd name="T50" fmla="*/ 2147483646 w 68"/>
              <a:gd name="T51" fmla="*/ 2147483646 h 64"/>
              <a:gd name="T52" fmla="*/ 2147483646 w 68"/>
              <a:gd name="T53" fmla="*/ 2147483646 h 64"/>
              <a:gd name="T54" fmla="*/ 2147483646 w 68"/>
              <a:gd name="T55" fmla="*/ 0 h 64"/>
              <a:gd name="T56" fmla="*/ 2147483646 w 68"/>
              <a:gd name="T57" fmla="*/ 0 h 64"/>
              <a:gd name="T58" fmla="*/ 2147483646 w 68"/>
              <a:gd name="T59" fmla="*/ 2147483646 h 64"/>
              <a:gd name="T60" fmla="*/ 2147483646 w 68"/>
              <a:gd name="T61" fmla="*/ 2147483646 h 64"/>
              <a:gd name="T62" fmla="*/ 2147483646 w 68"/>
              <a:gd name="T63" fmla="*/ 2147483646 h 64"/>
              <a:gd name="T64" fmla="*/ 2147483646 w 68"/>
              <a:gd name="T65" fmla="*/ 2147483646 h 64"/>
              <a:gd name="T66" fmla="*/ 2147483646 w 68"/>
              <a:gd name="T67" fmla="*/ 2147483646 h 64"/>
              <a:gd name="T68" fmla="*/ 2147483646 w 68"/>
              <a:gd name="T69" fmla="*/ 2147483646 h 64"/>
              <a:gd name="T70" fmla="*/ 2147483646 w 68"/>
              <a:gd name="T71" fmla="*/ 2147483646 h 64"/>
              <a:gd name="T72" fmla="*/ 2147483646 w 68"/>
              <a:gd name="T73" fmla="*/ 2147483646 h 64"/>
              <a:gd name="T74" fmla="*/ 2147483646 w 68"/>
              <a:gd name="T75" fmla="*/ 2147483646 h 64"/>
              <a:gd name="T76" fmla="*/ 2147483646 w 68"/>
              <a:gd name="T77" fmla="*/ 2147483646 h 64"/>
              <a:gd name="T78" fmla="*/ 2147483646 w 68"/>
              <a:gd name="T79" fmla="*/ 2147483646 h 64"/>
              <a:gd name="T80" fmla="*/ 2147483646 w 68"/>
              <a:gd name="T81" fmla="*/ 2147483646 h 64"/>
              <a:gd name="T82" fmla="*/ 2147483646 w 68"/>
              <a:gd name="T83" fmla="*/ 2147483646 h 64"/>
              <a:gd name="T84" fmla="*/ 2147483646 w 68"/>
              <a:gd name="T85" fmla="*/ 2147483646 h 64"/>
              <a:gd name="T86" fmla="*/ 2147483646 w 68"/>
              <a:gd name="T87" fmla="*/ 2147483646 h 64"/>
              <a:gd name="T88" fmla="*/ 2147483646 w 68"/>
              <a:gd name="T89" fmla="*/ 2147483646 h 64"/>
              <a:gd name="T90" fmla="*/ 2147483646 w 68"/>
              <a:gd name="T91" fmla="*/ 2147483646 h 64"/>
              <a:gd name="T92" fmla="*/ 2147483646 w 68"/>
              <a:gd name="T93" fmla="*/ 2147483646 h 64"/>
              <a:gd name="T94" fmla="*/ 2147483646 w 68"/>
              <a:gd name="T95" fmla="*/ 2147483646 h 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68" h="64">
                <a:moveTo>
                  <a:pt x="24" y="36"/>
                </a:moveTo>
                <a:cubicBezTo>
                  <a:pt x="18" y="33"/>
                  <a:pt x="18" y="33"/>
                  <a:pt x="18" y="33"/>
                </a:cubicBezTo>
                <a:cubicBezTo>
                  <a:pt x="10" y="42"/>
                  <a:pt x="9" y="50"/>
                  <a:pt x="9" y="50"/>
                </a:cubicBezTo>
                <a:cubicBezTo>
                  <a:pt x="2" y="36"/>
                  <a:pt x="2" y="36"/>
                  <a:pt x="2" y="36"/>
                </a:cubicBezTo>
                <a:cubicBezTo>
                  <a:pt x="0" y="34"/>
                  <a:pt x="1" y="32"/>
                  <a:pt x="1" y="32"/>
                </a:cubicBezTo>
                <a:cubicBezTo>
                  <a:pt x="1" y="32"/>
                  <a:pt x="3" y="29"/>
                  <a:pt x="6" y="24"/>
                </a:cubicBezTo>
                <a:cubicBezTo>
                  <a:pt x="0" y="21"/>
                  <a:pt x="0" y="21"/>
                  <a:pt x="0" y="21"/>
                </a:cubicBezTo>
                <a:cubicBezTo>
                  <a:pt x="17" y="22"/>
                  <a:pt x="17" y="22"/>
                  <a:pt x="17" y="22"/>
                </a:cubicBezTo>
                <a:lnTo>
                  <a:pt x="24" y="36"/>
                </a:lnTo>
                <a:close/>
                <a:moveTo>
                  <a:pt x="31" y="58"/>
                </a:moveTo>
                <a:cubicBezTo>
                  <a:pt x="31" y="59"/>
                  <a:pt x="31" y="59"/>
                  <a:pt x="31" y="59"/>
                </a:cubicBezTo>
                <a:cubicBezTo>
                  <a:pt x="15" y="58"/>
                  <a:pt x="15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9" y="51"/>
                  <a:pt x="11" y="46"/>
                  <a:pt x="12" y="43"/>
                </a:cubicBezTo>
                <a:cubicBezTo>
                  <a:pt x="12" y="43"/>
                  <a:pt x="15" y="43"/>
                  <a:pt x="31" y="44"/>
                </a:cubicBezTo>
                <a:lnTo>
                  <a:pt x="31" y="58"/>
                </a:lnTo>
                <a:close/>
                <a:moveTo>
                  <a:pt x="24" y="23"/>
                </a:moveTo>
                <a:cubicBezTo>
                  <a:pt x="12" y="16"/>
                  <a:pt x="12" y="16"/>
                  <a:pt x="12" y="16"/>
                </a:cubicBezTo>
                <a:cubicBezTo>
                  <a:pt x="11" y="15"/>
                  <a:pt x="11" y="15"/>
                  <a:pt x="11" y="15"/>
                </a:cubicBezTo>
                <a:cubicBezTo>
                  <a:pt x="19" y="2"/>
                  <a:pt x="19" y="2"/>
                  <a:pt x="19" y="2"/>
                </a:cubicBezTo>
                <a:cubicBezTo>
                  <a:pt x="21" y="0"/>
                  <a:pt x="23" y="0"/>
                  <a:pt x="25" y="0"/>
                </a:cubicBezTo>
                <a:cubicBezTo>
                  <a:pt x="29" y="0"/>
                  <a:pt x="31" y="4"/>
                  <a:pt x="34" y="6"/>
                </a:cubicBezTo>
                <a:cubicBezTo>
                  <a:pt x="34" y="6"/>
                  <a:pt x="32" y="9"/>
                  <a:pt x="24" y="23"/>
                </a:cubicBezTo>
                <a:close/>
                <a:moveTo>
                  <a:pt x="59" y="6"/>
                </a:moveTo>
                <a:cubicBezTo>
                  <a:pt x="50" y="20"/>
                  <a:pt x="50" y="20"/>
                  <a:pt x="50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40" y="16"/>
                  <a:pt x="40" y="16"/>
                  <a:pt x="40" y="16"/>
                </a:cubicBezTo>
                <a:cubicBezTo>
                  <a:pt x="35" y="4"/>
                  <a:pt x="29" y="0"/>
                  <a:pt x="29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2"/>
                  <a:pt x="49" y="2"/>
                </a:cubicBezTo>
                <a:cubicBezTo>
                  <a:pt x="49" y="2"/>
                  <a:pt x="50" y="5"/>
                  <a:pt x="53" y="9"/>
                </a:cubicBezTo>
                <a:lnTo>
                  <a:pt x="59" y="6"/>
                </a:lnTo>
                <a:close/>
                <a:moveTo>
                  <a:pt x="56" y="55"/>
                </a:moveTo>
                <a:cubicBezTo>
                  <a:pt x="55" y="58"/>
                  <a:pt x="53" y="58"/>
                  <a:pt x="53" y="58"/>
                </a:cubicBezTo>
                <a:cubicBezTo>
                  <a:pt x="53" y="58"/>
                  <a:pt x="50" y="58"/>
                  <a:pt x="44" y="58"/>
                </a:cubicBezTo>
                <a:cubicBezTo>
                  <a:pt x="45" y="64"/>
                  <a:pt x="45" y="64"/>
                  <a:pt x="45" y="64"/>
                </a:cubicBezTo>
                <a:cubicBezTo>
                  <a:pt x="36" y="51"/>
                  <a:pt x="36" y="51"/>
                  <a:pt x="36" y="51"/>
                </a:cubicBezTo>
                <a:cubicBezTo>
                  <a:pt x="44" y="37"/>
                  <a:pt x="44" y="37"/>
                  <a:pt x="44" y="37"/>
                </a:cubicBezTo>
                <a:cubicBezTo>
                  <a:pt x="44" y="43"/>
                  <a:pt x="44" y="43"/>
                  <a:pt x="44" y="43"/>
                </a:cubicBezTo>
                <a:cubicBezTo>
                  <a:pt x="57" y="45"/>
                  <a:pt x="64" y="41"/>
                  <a:pt x="64" y="41"/>
                </a:cubicBezTo>
                <a:lnTo>
                  <a:pt x="56" y="55"/>
                </a:lnTo>
                <a:close/>
                <a:moveTo>
                  <a:pt x="67" y="32"/>
                </a:moveTo>
                <a:cubicBezTo>
                  <a:pt x="68" y="34"/>
                  <a:pt x="67" y="36"/>
                  <a:pt x="66" y="38"/>
                </a:cubicBezTo>
                <a:cubicBezTo>
                  <a:pt x="64" y="41"/>
                  <a:pt x="59" y="41"/>
                  <a:pt x="56" y="42"/>
                </a:cubicBezTo>
                <a:cubicBezTo>
                  <a:pt x="56" y="42"/>
                  <a:pt x="55" y="40"/>
                  <a:pt x="46" y="26"/>
                </a:cubicBezTo>
                <a:cubicBezTo>
                  <a:pt x="58" y="18"/>
                  <a:pt x="58" y="18"/>
                  <a:pt x="58" y="18"/>
                </a:cubicBezTo>
                <a:cubicBezTo>
                  <a:pt x="59" y="18"/>
                  <a:pt x="59" y="18"/>
                  <a:pt x="59" y="18"/>
                </a:cubicBezTo>
                <a:lnTo>
                  <a:pt x="67" y="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73" name="Group 168"/>
          <p:cNvGrpSpPr/>
          <p:nvPr userDrawn="1"/>
        </p:nvGrpSpPr>
        <p:grpSpPr>
          <a:xfrm>
            <a:off x="6179585" y="5284393"/>
            <a:ext cx="192861" cy="280638"/>
            <a:chOff x="4075113" y="1909763"/>
            <a:chExt cx="247650" cy="360363"/>
          </a:xfrm>
          <a:solidFill>
            <a:schemeClr val="tx1"/>
          </a:solidFill>
        </p:grpSpPr>
        <p:sp>
          <p:nvSpPr>
            <p:cNvPr id="174" name="Freeform 78"/>
            <p:cNvSpPr>
              <a:spLocks noEditPoints="1"/>
            </p:cNvSpPr>
            <p:nvPr/>
          </p:nvSpPr>
          <p:spPr bwMode="auto">
            <a:xfrm>
              <a:off x="4075113" y="1909763"/>
              <a:ext cx="247650" cy="360363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0" y="42"/>
                </a:cxn>
                <a:cxn ang="0">
                  <a:pos x="19" y="88"/>
                </a:cxn>
                <a:cxn ang="0">
                  <a:pos x="42" y="123"/>
                </a:cxn>
                <a:cxn ang="0">
                  <a:pos x="65" y="88"/>
                </a:cxn>
                <a:cxn ang="0">
                  <a:pos x="85" y="42"/>
                </a:cxn>
                <a:cxn ang="0">
                  <a:pos x="42" y="0"/>
                </a:cxn>
                <a:cxn ang="0">
                  <a:pos x="52" y="104"/>
                </a:cxn>
                <a:cxn ang="0">
                  <a:pos x="33" y="106"/>
                </a:cxn>
                <a:cxn ang="0">
                  <a:pos x="31" y="99"/>
                </a:cxn>
                <a:cxn ang="0">
                  <a:pos x="31" y="99"/>
                </a:cxn>
                <a:cxn ang="0">
                  <a:pos x="55" y="96"/>
                </a:cxn>
                <a:cxn ang="0">
                  <a:pos x="54" y="99"/>
                </a:cxn>
                <a:cxn ang="0">
                  <a:pos x="52" y="104"/>
                </a:cxn>
                <a:cxn ang="0">
                  <a:pos x="30" y="95"/>
                </a:cxn>
                <a:cxn ang="0">
                  <a:pos x="27" y="88"/>
                </a:cxn>
                <a:cxn ang="0">
                  <a:pos x="57" y="88"/>
                </a:cxn>
                <a:cxn ang="0">
                  <a:pos x="56" y="92"/>
                </a:cxn>
                <a:cxn ang="0">
                  <a:pos x="30" y="95"/>
                </a:cxn>
                <a:cxn ang="0">
                  <a:pos x="42" y="115"/>
                </a:cxn>
                <a:cxn ang="0">
                  <a:pos x="35" y="110"/>
                </a:cxn>
                <a:cxn ang="0">
                  <a:pos x="51" y="108"/>
                </a:cxn>
                <a:cxn ang="0">
                  <a:pos x="42" y="115"/>
                </a:cxn>
                <a:cxn ang="0">
                  <a:pos x="60" y="80"/>
                </a:cxn>
                <a:cxn ang="0">
                  <a:pos x="24" y="80"/>
                </a:cxn>
                <a:cxn ang="0">
                  <a:pos x="18" y="68"/>
                </a:cxn>
                <a:cxn ang="0">
                  <a:pos x="8" y="42"/>
                </a:cxn>
                <a:cxn ang="0">
                  <a:pos x="42" y="8"/>
                </a:cxn>
                <a:cxn ang="0">
                  <a:pos x="77" y="42"/>
                </a:cxn>
                <a:cxn ang="0">
                  <a:pos x="67" y="68"/>
                </a:cxn>
                <a:cxn ang="0">
                  <a:pos x="60" y="80"/>
                </a:cxn>
                <a:cxn ang="0">
                  <a:pos x="60" y="80"/>
                </a:cxn>
                <a:cxn ang="0">
                  <a:pos x="60" y="80"/>
                </a:cxn>
              </a:cxnLst>
              <a:rect l="0" t="0" r="r" b="b"/>
              <a:pathLst>
                <a:path w="85" h="123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57"/>
                    <a:pt x="14" y="74"/>
                    <a:pt x="19" y="88"/>
                  </a:cubicBezTo>
                  <a:cubicBezTo>
                    <a:pt x="27" y="110"/>
                    <a:pt x="26" y="123"/>
                    <a:pt x="42" y="123"/>
                  </a:cubicBezTo>
                  <a:cubicBezTo>
                    <a:pt x="59" y="123"/>
                    <a:pt x="58" y="110"/>
                    <a:pt x="65" y="88"/>
                  </a:cubicBezTo>
                  <a:cubicBezTo>
                    <a:pt x="70" y="74"/>
                    <a:pt x="85" y="57"/>
                    <a:pt x="85" y="42"/>
                  </a:cubicBezTo>
                  <a:cubicBezTo>
                    <a:pt x="85" y="19"/>
                    <a:pt x="66" y="0"/>
                    <a:pt x="42" y="0"/>
                  </a:cubicBezTo>
                  <a:close/>
                  <a:moveTo>
                    <a:pt x="52" y="104"/>
                  </a:moveTo>
                  <a:cubicBezTo>
                    <a:pt x="33" y="106"/>
                    <a:pt x="33" y="106"/>
                    <a:pt x="33" y="106"/>
                  </a:cubicBezTo>
                  <a:cubicBezTo>
                    <a:pt x="33" y="104"/>
                    <a:pt x="32" y="102"/>
                    <a:pt x="31" y="99"/>
                  </a:cubicBezTo>
                  <a:cubicBezTo>
                    <a:pt x="31" y="99"/>
                    <a:pt x="31" y="99"/>
                    <a:pt x="31" y="99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4" y="97"/>
                    <a:pt x="54" y="98"/>
                    <a:pt x="54" y="99"/>
                  </a:cubicBezTo>
                  <a:cubicBezTo>
                    <a:pt x="53" y="101"/>
                    <a:pt x="53" y="103"/>
                    <a:pt x="52" y="104"/>
                  </a:cubicBezTo>
                  <a:close/>
                  <a:moveTo>
                    <a:pt x="30" y="95"/>
                  </a:moveTo>
                  <a:cubicBezTo>
                    <a:pt x="29" y="93"/>
                    <a:pt x="28" y="91"/>
                    <a:pt x="27" y="88"/>
                  </a:cubicBezTo>
                  <a:cubicBezTo>
                    <a:pt x="57" y="88"/>
                    <a:pt x="57" y="88"/>
                    <a:pt x="57" y="88"/>
                  </a:cubicBezTo>
                  <a:cubicBezTo>
                    <a:pt x="57" y="89"/>
                    <a:pt x="56" y="91"/>
                    <a:pt x="56" y="92"/>
                  </a:cubicBezTo>
                  <a:lnTo>
                    <a:pt x="30" y="95"/>
                  </a:lnTo>
                  <a:close/>
                  <a:moveTo>
                    <a:pt x="42" y="115"/>
                  </a:moveTo>
                  <a:cubicBezTo>
                    <a:pt x="38" y="115"/>
                    <a:pt x="37" y="114"/>
                    <a:pt x="35" y="110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49" y="114"/>
                    <a:pt x="47" y="115"/>
                    <a:pt x="42" y="115"/>
                  </a:cubicBezTo>
                  <a:close/>
                  <a:moveTo>
                    <a:pt x="60" y="80"/>
                  </a:moveTo>
                  <a:cubicBezTo>
                    <a:pt x="24" y="80"/>
                    <a:pt x="24" y="80"/>
                    <a:pt x="24" y="80"/>
                  </a:cubicBezTo>
                  <a:cubicBezTo>
                    <a:pt x="23" y="76"/>
                    <a:pt x="20" y="72"/>
                    <a:pt x="18" y="68"/>
                  </a:cubicBezTo>
                  <a:cubicBezTo>
                    <a:pt x="13" y="59"/>
                    <a:pt x="8" y="50"/>
                    <a:pt x="8" y="42"/>
                  </a:cubicBezTo>
                  <a:cubicBezTo>
                    <a:pt x="8" y="23"/>
                    <a:pt x="23" y="8"/>
                    <a:pt x="42" y="8"/>
                  </a:cubicBezTo>
                  <a:cubicBezTo>
                    <a:pt x="61" y="8"/>
                    <a:pt x="77" y="23"/>
                    <a:pt x="77" y="42"/>
                  </a:cubicBezTo>
                  <a:cubicBezTo>
                    <a:pt x="77" y="50"/>
                    <a:pt x="72" y="59"/>
                    <a:pt x="67" y="68"/>
                  </a:cubicBezTo>
                  <a:cubicBezTo>
                    <a:pt x="64" y="72"/>
                    <a:pt x="62" y="76"/>
                    <a:pt x="60" y="80"/>
                  </a:cubicBezTo>
                  <a:close/>
                  <a:moveTo>
                    <a:pt x="60" y="80"/>
                  </a:moveTo>
                  <a:cubicBezTo>
                    <a:pt x="60" y="80"/>
                    <a:pt x="60" y="80"/>
                    <a:pt x="60" y="8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75" name="Freeform 79"/>
            <p:cNvSpPr>
              <a:spLocks noEditPoints="1"/>
            </p:cNvSpPr>
            <p:nvPr/>
          </p:nvSpPr>
          <p:spPr bwMode="auto">
            <a:xfrm>
              <a:off x="4130675" y="1965326"/>
              <a:ext cx="73025" cy="73025"/>
            </a:xfrm>
            <a:custGeom>
              <a:avLst/>
              <a:gdLst/>
              <a:ahLst/>
              <a:cxnLst>
                <a:cxn ang="0">
                  <a:pos x="23" y="0"/>
                </a:cxn>
                <a:cxn ang="0">
                  <a:pos x="0" y="23"/>
                </a:cxn>
                <a:cxn ang="0">
                  <a:pos x="2" y="25"/>
                </a:cxn>
                <a:cxn ang="0">
                  <a:pos x="4" y="23"/>
                </a:cxn>
                <a:cxn ang="0">
                  <a:pos x="23" y="4"/>
                </a:cxn>
                <a:cxn ang="0">
                  <a:pos x="25" y="2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0" t="0" r="r" b="b"/>
              <a:pathLst>
                <a:path w="25" h="25">
                  <a:moveTo>
                    <a:pt x="23" y="0"/>
                  </a:moveTo>
                  <a:cubicBezTo>
                    <a:pt x="11" y="0"/>
                    <a:pt x="0" y="10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12"/>
                    <a:pt x="13" y="4"/>
                    <a:pt x="23" y="4"/>
                  </a:cubicBezTo>
                  <a:cubicBezTo>
                    <a:pt x="24" y="4"/>
                    <a:pt x="25" y="3"/>
                    <a:pt x="25" y="2"/>
                  </a:cubicBezTo>
                  <a:cubicBezTo>
                    <a:pt x="25" y="1"/>
                    <a:pt x="24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76" name="Freeform 234"/>
          <p:cNvSpPr>
            <a:spLocks/>
          </p:cNvSpPr>
          <p:nvPr userDrawn="1"/>
        </p:nvSpPr>
        <p:spPr bwMode="auto">
          <a:xfrm>
            <a:off x="6069479" y="3130275"/>
            <a:ext cx="233362" cy="236538"/>
          </a:xfrm>
          <a:custGeom>
            <a:avLst/>
            <a:gdLst>
              <a:gd name="T0" fmla="*/ 2147483646 w 68"/>
              <a:gd name="T1" fmla="*/ 2147483646 h 69"/>
              <a:gd name="T2" fmla="*/ 2147483646 w 68"/>
              <a:gd name="T3" fmla="*/ 2147483646 h 69"/>
              <a:gd name="T4" fmla="*/ 2147483646 w 68"/>
              <a:gd name="T5" fmla="*/ 2147483646 h 69"/>
              <a:gd name="T6" fmla="*/ 2147483646 w 68"/>
              <a:gd name="T7" fmla="*/ 2147483646 h 69"/>
              <a:gd name="T8" fmla="*/ 2147483646 w 68"/>
              <a:gd name="T9" fmla="*/ 2147483646 h 69"/>
              <a:gd name="T10" fmla="*/ 2147483646 w 68"/>
              <a:gd name="T11" fmla="*/ 2147483646 h 69"/>
              <a:gd name="T12" fmla="*/ 0 w 68"/>
              <a:gd name="T13" fmla="*/ 2147483646 h 69"/>
              <a:gd name="T14" fmla="*/ 0 w 68"/>
              <a:gd name="T15" fmla="*/ 2147483646 h 69"/>
              <a:gd name="T16" fmla="*/ 2147483646 w 68"/>
              <a:gd name="T17" fmla="*/ 2147483646 h 69"/>
              <a:gd name="T18" fmla="*/ 2147483646 w 68"/>
              <a:gd name="T19" fmla="*/ 2147483646 h 69"/>
              <a:gd name="T20" fmla="*/ 2147483646 w 68"/>
              <a:gd name="T21" fmla="*/ 2147483646 h 69"/>
              <a:gd name="T22" fmla="*/ 2147483646 w 68"/>
              <a:gd name="T23" fmla="*/ 2147483646 h 69"/>
              <a:gd name="T24" fmla="*/ 2147483646 w 68"/>
              <a:gd name="T25" fmla="*/ 2147483646 h 69"/>
              <a:gd name="T26" fmla="*/ 2147483646 w 68"/>
              <a:gd name="T27" fmla="*/ 2147483646 h 69"/>
              <a:gd name="T28" fmla="*/ 2147483646 w 68"/>
              <a:gd name="T29" fmla="*/ 2147483646 h 69"/>
              <a:gd name="T30" fmla="*/ 2147483646 w 68"/>
              <a:gd name="T31" fmla="*/ 2147483646 h 69"/>
              <a:gd name="T32" fmla="*/ 2147483646 w 68"/>
              <a:gd name="T33" fmla="*/ 2147483646 h 69"/>
              <a:gd name="T34" fmla="*/ 2147483646 w 68"/>
              <a:gd name="T35" fmla="*/ 2147483646 h 69"/>
              <a:gd name="T36" fmla="*/ 2147483646 w 68"/>
              <a:gd name="T37" fmla="*/ 2147483646 h 69"/>
              <a:gd name="T38" fmla="*/ 2147483646 w 68"/>
              <a:gd name="T39" fmla="*/ 2147483646 h 6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68" h="69">
                <a:moveTo>
                  <a:pt x="66" y="25"/>
                </a:moveTo>
                <a:cubicBezTo>
                  <a:pt x="51" y="40"/>
                  <a:pt x="51" y="40"/>
                  <a:pt x="51" y="40"/>
                </a:cubicBezTo>
                <a:cubicBezTo>
                  <a:pt x="57" y="46"/>
                  <a:pt x="57" y="46"/>
                  <a:pt x="57" y="46"/>
                </a:cubicBezTo>
                <a:cubicBezTo>
                  <a:pt x="51" y="52"/>
                  <a:pt x="51" y="52"/>
                  <a:pt x="51" y="52"/>
                </a:cubicBezTo>
                <a:cubicBezTo>
                  <a:pt x="42" y="60"/>
                  <a:pt x="30" y="61"/>
                  <a:pt x="20" y="55"/>
                </a:cubicBezTo>
                <a:cubicBezTo>
                  <a:pt x="7" y="69"/>
                  <a:pt x="7" y="69"/>
                  <a:pt x="7" y="69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62"/>
                  <a:pt x="0" y="62"/>
                  <a:pt x="0" y="62"/>
                </a:cubicBezTo>
                <a:cubicBezTo>
                  <a:pt x="14" y="48"/>
                  <a:pt x="14" y="48"/>
                  <a:pt x="14" y="48"/>
                </a:cubicBezTo>
                <a:cubicBezTo>
                  <a:pt x="7" y="39"/>
                  <a:pt x="8" y="26"/>
                  <a:pt x="17" y="18"/>
                </a:cubicBezTo>
                <a:cubicBezTo>
                  <a:pt x="23" y="12"/>
                  <a:pt x="23" y="12"/>
                  <a:pt x="23" y="12"/>
                </a:cubicBezTo>
                <a:cubicBezTo>
                  <a:pt x="29" y="17"/>
                  <a:pt x="29" y="17"/>
                  <a:pt x="29" y="17"/>
                </a:cubicBezTo>
                <a:cubicBezTo>
                  <a:pt x="44" y="2"/>
                  <a:pt x="44" y="2"/>
                  <a:pt x="44" y="2"/>
                </a:cubicBezTo>
                <a:cubicBezTo>
                  <a:pt x="46" y="0"/>
                  <a:pt x="49" y="0"/>
                  <a:pt x="51" y="2"/>
                </a:cubicBezTo>
                <a:cubicBezTo>
                  <a:pt x="52" y="4"/>
                  <a:pt x="52" y="7"/>
                  <a:pt x="51" y="9"/>
                </a:cubicBezTo>
                <a:cubicBezTo>
                  <a:pt x="35" y="24"/>
                  <a:pt x="35" y="24"/>
                  <a:pt x="35" y="24"/>
                </a:cubicBezTo>
                <a:cubicBezTo>
                  <a:pt x="44" y="33"/>
                  <a:pt x="44" y="33"/>
                  <a:pt x="44" y="33"/>
                </a:cubicBezTo>
                <a:cubicBezTo>
                  <a:pt x="60" y="18"/>
                  <a:pt x="60" y="18"/>
                  <a:pt x="60" y="18"/>
                </a:cubicBezTo>
                <a:cubicBezTo>
                  <a:pt x="61" y="16"/>
                  <a:pt x="64" y="16"/>
                  <a:pt x="66" y="18"/>
                </a:cubicBezTo>
                <a:cubicBezTo>
                  <a:pt x="68" y="20"/>
                  <a:pt x="68" y="23"/>
                  <a:pt x="66" y="2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Freeform 21"/>
          <p:cNvSpPr>
            <a:spLocks noEditPoints="1"/>
          </p:cNvSpPr>
          <p:nvPr userDrawn="1"/>
        </p:nvSpPr>
        <p:spPr bwMode="auto">
          <a:xfrm>
            <a:off x="7062794" y="5801397"/>
            <a:ext cx="236538" cy="192088"/>
          </a:xfrm>
          <a:custGeom>
            <a:avLst/>
            <a:gdLst>
              <a:gd name="T0" fmla="*/ 2147483646 w 69"/>
              <a:gd name="T1" fmla="*/ 2147483646 h 56"/>
              <a:gd name="T2" fmla="*/ 2147483646 w 69"/>
              <a:gd name="T3" fmla="*/ 2147483646 h 56"/>
              <a:gd name="T4" fmla="*/ 2147483646 w 69"/>
              <a:gd name="T5" fmla="*/ 2147483646 h 56"/>
              <a:gd name="T6" fmla="*/ 2147483646 w 69"/>
              <a:gd name="T7" fmla="*/ 2147483646 h 56"/>
              <a:gd name="T8" fmla="*/ 2147483646 w 69"/>
              <a:gd name="T9" fmla="*/ 2147483646 h 56"/>
              <a:gd name="T10" fmla="*/ 2147483646 w 69"/>
              <a:gd name="T11" fmla="*/ 2147483646 h 56"/>
              <a:gd name="T12" fmla="*/ 2147483646 w 69"/>
              <a:gd name="T13" fmla="*/ 2147483646 h 56"/>
              <a:gd name="T14" fmla="*/ 2147483646 w 69"/>
              <a:gd name="T15" fmla="*/ 2147483646 h 56"/>
              <a:gd name="T16" fmla="*/ 0 w 69"/>
              <a:gd name="T17" fmla="*/ 2147483646 h 56"/>
              <a:gd name="T18" fmla="*/ 2147483646 w 69"/>
              <a:gd name="T19" fmla="*/ 2147483646 h 56"/>
              <a:gd name="T20" fmla="*/ 2147483646 w 69"/>
              <a:gd name="T21" fmla="*/ 2147483646 h 56"/>
              <a:gd name="T22" fmla="*/ 2147483646 w 69"/>
              <a:gd name="T23" fmla="*/ 2147483646 h 56"/>
              <a:gd name="T24" fmla="*/ 2147483646 w 69"/>
              <a:gd name="T25" fmla="*/ 2147483646 h 56"/>
              <a:gd name="T26" fmla="*/ 2147483646 w 69"/>
              <a:gd name="T27" fmla="*/ 2147483646 h 56"/>
              <a:gd name="T28" fmla="*/ 2147483646 w 69"/>
              <a:gd name="T29" fmla="*/ 2147483646 h 56"/>
              <a:gd name="T30" fmla="*/ 2147483646 w 69"/>
              <a:gd name="T31" fmla="*/ 2147483646 h 56"/>
              <a:gd name="T32" fmla="*/ 2147483646 w 69"/>
              <a:gd name="T33" fmla="*/ 0 h 56"/>
              <a:gd name="T34" fmla="*/ 2147483646 w 69"/>
              <a:gd name="T35" fmla="*/ 0 h 56"/>
              <a:gd name="T36" fmla="*/ 2147483646 w 69"/>
              <a:gd name="T37" fmla="*/ 2147483646 h 56"/>
              <a:gd name="T38" fmla="*/ 2147483646 w 69"/>
              <a:gd name="T39" fmla="*/ 2147483646 h 56"/>
              <a:gd name="T40" fmla="*/ 2147483646 w 69"/>
              <a:gd name="T41" fmla="*/ 2147483646 h 56"/>
              <a:gd name="T42" fmla="*/ 2147483646 w 69"/>
              <a:gd name="T43" fmla="*/ 2147483646 h 56"/>
              <a:gd name="T44" fmla="*/ 2147483646 w 69"/>
              <a:gd name="T45" fmla="*/ 2147483646 h 56"/>
              <a:gd name="T46" fmla="*/ 2147483646 w 69"/>
              <a:gd name="T47" fmla="*/ 2147483646 h 56"/>
              <a:gd name="T48" fmla="*/ 2147483646 w 69"/>
              <a:gd name="T49" fmla="*/ 2147483646 h 56"/>
              <a:gd name="T50" fmla="*/ 2147483646 w 69"/>
              <a:gd name="T51" fmla="*/ 2147483646 h 56"/>
              <a:gd name="T52" fmla="*/ 2147483646 w 69"/>
              <a:gd name="T53" fmla="*/ 2147483646 h 56"/>
              <a:gd name="T54" fmla="*/ 2147483646 w 69"/>
              <a:gd name="T55" fmla="*/ 2147483646 h 56"/>
              <a:gd name="T56" fmla="*/ 2147483646 w 69"/>
              <a:gd name="T57" fmla="*/ 2147483646 h 56"/>
              <a:gd name="T58" fmla="*/ 2147483646 w 69"/>
              <a:gd name="T59" fmla="*/ 2147483646 h 56"/>
              <a:gd name="T60" fmla="*/ 2147483646 w 69"/>
              <a:gd name="T61" fmla="*/ 2147483646 h 56"/>
              <a:gd name="T62" fmla="*/ 2147483646 w 69"/>
              <a:gd name="T63" fmla="*/ 2147483646 h 56"/>
              <a:gd name="T64" fmla="*/ 2147483646 w 69"/>
              <a:gd name="T65" fmla="*/ 2147483646 h 56"/>
              <a:gd name="T66" fmla="*/ 2147483646 w 69"/>
              <a:gd name="T67" fmla="*/ 2147483646 h 56"/>
              <a:gd name="T68" fmla="*/ 2147483646 w 69"/>
              <a:gd name="T69" fmla="*/ 2147483646 h 56"/>
              <a:gd name="T70" fmla="*/ 2147483646 w 69"/>
              <a:gd name="T71" fmla="*/ 2147483646 h 56"/>
              <a:gd name="T72" fmla="*/ 2147483646 w 69"/>
              <a:gd name="T73" fmla="*/ 2147483646 h 56"/>
              <a:gd name="T74" fmla="*/ 2147483646 w 69"/>
              <a:gd name="T75" fmla="*/ 2147483646 h 5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69" h="56">
                <a:moveTo>
                  <a:pt x="69" y="43"/>
                </a:moveTo>
                <a:cubicBezTo>
                  <a:pt x="69" y="46"/>
                  <a:pt x="66" y="46"/>
                  <a:pt x="64" y="46"/>
                </a:cubicBezTo>
                <a:cubicBezTo>
                  <a:pt x="64" y="52"/>
                  <a:pt x="60" y="56"/>
                  <a:pt x="54" y="56"/>
                </a:cubicBezTo>
                <a:cubicBezTo>
                  <a:pt x="48" y="56"/>
                  <a:pt x="44" y="52"/>
                  <a:pt x="44" y="46"/>
                </a:cubicBezTo>
                <a:cubicBezTo>
                  <a:pt x="28" y="46"/>
                  <a:pt x="28" y="46"/>
                  <a:pt x="28" y="46"/>
                </a:cubicBezTo>
                <a:cubicBezTo>
                  <a:pt x="28" y="52"/>
                  <a:pt x="24" y="56"/>
                  <a:pt x="18" y="56"/>
                </a:cubicBezTo>
                <a:cubicBezTo>
                  <a:pt x="12" y="56"/>
                  <a:pt x="8" y="52"/>
                  <a:pt x="8" y="46"/>
                </a:cubicBezTo>
                <a:cubicBezTo>
                  <a:pt x="5" y="46"/>
                  <a:pt x="5" y="46"/>
                  <a:pt x="5" y="46"/>
                </a:cubicBezTo>
                <a:cubicBezTo>
                  <a:pt x="3" y="46"/>
                  <a:pt x="0" y="46"/>
                  <a:pt x="0" y="43"/>
                </a:cubicBezTo>
                <a:cubicBezTo>
                  <a:pt x="0" y="42"/>
                  <a:pt x="1" y="41"/>
                  <a:pt x="3" y="41"/>
                </a:cubicBezTo>
                <a:cubicBezTo>
                  <a:pt x="3" y="28"/>
                  <a:pt x="3" y="28"/>
                  <a:pt x="3" y="28"/>
                </a:cubicBezTo>
                <a:cubicBezTo>
                  <a:pt x="3" y="25"/>
                  <a:pt x="2" y="22"/>
                  <a:pt x="4" y="20"/>
                </a:cubicBezTo>
                <a:cubicBezTo>
                  <a:pt x="12" y="12"/>
                  <a:pt x="12" y="12"/>
                  <a:pt x="12" y="12"/>
                </a:cubicBezTo>
                <a:cubicBezTo>
                  <a:pt x="13" y="11"/>
                  <a:pt x="15" y="10"/>
                  <a:pt x="17" y="10"/>
                </a:cubicBezTo>
                <a:cubicBezTo>
                  <a:pt x="23" y="10"/>
                  <a:pt x="23" y="10"/>
                  <a:pt x="23" y="10"/>
                </a:cubicBezTo>
                <a:cubicBezTo>
                  <a:pt x="23" y="2"/>
                  <a:pt x="23" y="2"/>
                  <a:pt x="23" y="2"/>
                </a:cubicBezTo>
                <a:cubicBezTo>
                  <a:pt x="23" y="1"/>
                  <a:pt x="24" y="0"/>
                  <a:pt x="2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9" y="1"/>
                  <a:pt x="69" y="2"/>
                </a:cubicBezTo>
                <a:lnTo>
                  <a:pt x="69" y="43"/>
                </a:lnTo>
                <a:close/>
                <a:moveTo>
                  <a:pt x="23" y="25"/>
                </a:moveTo>
                <a:cubicBezTo>
                  <a:pt x="23" y="15"/>
                  <a:pt x="23" y="15"/>
                  <a:pt x="23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7" y="15"/>
                  <a:pt x="16" y="15"/>
                  <a:pt x="16" y="15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3"/>
                  <a:pt x="8" y="24"/>
                  <a:pt x="8" y="24"/>
                </a:cubicBezTo>
                <a:cubicBezTo>
                  <a:pt x="8" y="25"/>
                  <a:pt x="8" y="25"/>
                  <a:pt x="8" y="25"/>
                </a:cubicBezTo>
                <a:lnTo>
                  <a:pt x="23" y="25"/>
                </a:lnTo>
                <a:close/>
                <a:moveTo>
                  <a:pt x="18" y="41"/>
                </a:moveTo>
                <a:cubicBezTo>
                  <a:pt x="15" y="41"/>
                  <a:pt x="13" y="43"/>
                  <a:pt x="13" y="46"/>
                </a:cubicBezTo>
                <a:cubicBezTo>
                  <a:pt x="13" y="49"/>
                  <a:pt x="15" y="51"/>
                  <a:pt x="18" y="51"/>
                </a:cubicBezTo>
                <a:cubicBezTo>
                  <a:pt x="21" y="51"/>
                  <a:pt x="23" y="49"/>
                  <a:pt x="23" y="46"/>
                </a:cubicBezTo>
                <a:cubicBezTo>
                  <a:pt x="23" y="43"/>
                  <a:pt x="21" y="41"/>
                  <a:pt x="18" y="41"/>
                </a:cubicBezTo>
                <a:close/>
                <a:moveTo>
                  <a:pt x="54" y="41"/>
                </a:moveTo>
                <a:cubicBezTo>
                  <a:pt x="51" y="41"/>
                  <a:pt x="49" y="43"/>
                  <a:pt x="49" y="46"/>
                </a:cubicBezTo>
                <a:cubicBezTo>
                  <a:pt x="49" y="49"/>
                  <a:pt x="51" y="51"/>
                  <a:pt x="54" y="51"/>
                </a:cubicBezTo>
                <a:cubicBezTo>
                  <a:pt x="57" y="51"/>
                  <a:pt x="59" y="49"/>
                  <a:pt x="59" y="46"/>
                </a:cubicBezTo>
                <a:cubicBezTo>
                  <a:pt x="59" y="43"/>
                  <a:pt x="57" y="41"/>
                  <a:pt x="54" y="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Freeform 20"/>
          <p:cNvSpPr>
            <a:spLocks/>
          </p:cNvSpPr>
          <p:nvPr userDrawn="1"/>
        </p:nvSpPr>
        <p:spPr bwMode="auto">
          <a:xfrm>
            <a:off x="6597073" y="5768854"/>
            <a:ext cx="242380" cy="243885"/>
          </a:xfrm>
          <a:custGeom>
            <a:avLst/>
            <a:gdLst>
              <a:gd name="T0" fmla="*/ 2147483646 w 161"/>
              <a:gd name="T1" fmla="*/ 2147483646 h 162"/>
              <a:gd name="T2" fmla="*/ 2147483646 w 161"/>
              <a:gd name="T3" fmla="*/ 2147483646 h 162"/>
              <a:gd name="T4" fmla="*/ 2147483646 w 161"/>
              <a:gd name="T5" fmla="*/ 2147483646 h 162"/>
              <a:gd name="T6" fmla="*/ 0 w 161"/>
              <a:gd name="T7" fmla="*/ 0 h 162"/>
              <a:gd name="T8" fmla="*/ 2147483646 w 161"/>
              <a:gd name="T9" fmla="*/ 2147483646 h 162"/>
              <a:gd name="T10" fmla="*/ 2147483646 w 161"/>
              <a:gd name="T11" fmla="*/ 2147483646 h 162"/>
              <a:gd name="T12" fmla="*/ 2147483646 w 161"/>
              <a:gd name="T13" fmla="*/ 2147483646 h 162"/>
              <a:gd name="T14" fmla="*/ 2147483646 w 161"/>
              <a:gd name="T15" fmla="*/ 2147483646 h 16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61" h="162">
                <a:moveTo>
                  <a:pt x="161" y="141"/>
                </a:moveTo>
                <a:lnTo>
                  <a:pt x="97" y="76"/>
                </a:lnTo>
                <a:lnTo>
                  <a:pt x="149" y="50"/>
                </a:lnTo>
                <a:lnTo>
                  <a:pt x="0" y="0"/>
                </a:lnTo>
                <a:lnTo>
                  <a:pt x="50" y="150"/>
                </a:lnTo>
                <a:lnTo>
                  <a:pt x="76" y="99"/>
                </a:lnTo>
                <a:lnTo>
                  <a:pt x="139" y="162"/>
                </a:lnTo>
                <a:lnTo>
                  <a:pt x="161" y="1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2555"/>
          <p:cNvSpPr/>
          <p:nvPr userDrawn="1"/>
        </p:nvSpPr>
        <p:spPr>
          <a:xfrm>
            <a:off x="335677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0" name="Shape 2556"/>
          <p:cNvSpPr/>
          <p:nvPr userDrawn="1"/>
        </p:nvSpPr>
        <p:spPr>
          <a:xfrm>
            <a:off x="2942864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1" name="Shape 2557"/>
          <p:cNvSpPr/>
          <p:nvPr userDrawn="1"/>
        </p:nvSpPr>
        <p:spPr>
          <a:xfrm>
            <a:off x="3770693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2" name="Shape 2622"/>
          <p:cNvSpPr/>
          <p:nvPr userDrawn="1"/>
        </p:nvSpPr>
        <p:spPr>
          <a:xfrm>
            <a:off x="2953262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3" name="Shape 2660"/>
          <p:cNvSpPr/>
          <p:nvPr userDrawn="1"/>
        </p:nvSpPr>
        <p:spPr>
          <a:xfrm>
            <a:off x="4779726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3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3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1"/>
                  <a:pt x="4147" y="21600"/>
                  <a:pt x="4418" y="21600"/>
                </a:cubicBezTo>
                <a:cubicBezTo>
                  <a:pt x="4689" y="21600"/>
                  <a:pt x="4909" y="21381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1"/>
                  <a:pt x="16911" y="21600"/>
                  <a:pt x="17182" y="21600"/>
                </a:cubicBezTo>
                <a:cubicBezTo>
                  <a:pt x="17453" y="21600"/>
                  <a:pt x="17673" y="21381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pic>
        <p:nvPicPr>
          <p:cNvPr id="184" name="그래픽 4" descr="남자">
            <a:extLst>
              <a:ext uri="{FF2B5EF4-FFF2-40B4-BE49-F238E27FC236}">
                <a16:creationId xmlns:a16="http://schemas.microsoft.com/office/drawing/2014/main" id="{95B4FDAA-9C29-4FFF-B40D-10CC9EF684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2521526" y="2681874"/>
            <a:ext cx="285063" cy="285063"/>
          </a:xfrm>
          <a:prstGeom prst="rect">
            <a:avLst/>
          </a:prstGeom>
        </p:spPr>
      </p:pic>
      <p:pic>
        <p:nvPicPr>
          <p:cNvPr id="185" name="그래픽 6" descr="팀">
            <a:extLst>
              <a:ext uri="{FF2B5EF4-FFF2-40B4-BE49-F238E27FC236}">
                <a16:creationId xmlns:a16="http://schemas.microsoft.com/office/drawing/2014/main" id="{7F5FB939-EBD7-49C2-BEF5-48D232A8CD8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323539" y="2647777"/>
            <a:ext cx="353256" cy="353256"/>
          </a:xfrm>
          <a:prstGeom prst="rect">
            <a:avLst/>
          </a:prstGeom>
        </p:spPr>
      </p:pic>
      <p:pic>
        <p:nvPicPr>
          <p:cNvPr id="186" name="그래픽 8" descr="두 남자">
            <a:extLst>
              <a:ext uri="{FF2B5EF4-FFF2-40B4-BE49-F238E27FC236}">
                <a16:creationId xmlns:a16="http://schemas.microsoft.com/office/drawing/2014/main" id="{CAA34ECE-5D98-49B8-88AE-23BB184F4BE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2889365" y="2647777"/>
            <a:ext cx="353256" cy="353256"/>
          </a:xfrm>
          <a:prstGeom prst="rect">
            <a:avLst/>
          </a:prstGeom>
        </p:spPr>
      </p:pic>
      <p:sp>
        <p:nvSpPr>
          <p:cNvPr id="187" name="Freeform 35"/>
          <p:cNvSpPr>
            <a:spLocks noEditPoints="1"/>
          </p:cNvSpPr>
          <p:nvPr userDrawn="1"/>
        </p:nvSpPr>
        <p:spPr bwMode="auto">
          <a:xfrm>
            <a:off x="7491471" y="5787110"/>
            <a:ext cx="239742" cy="210913"/>
          </a:xfrm>
          <a:custGeom>
            <a:avLst/>
            <a:gdLst>
              <a:gd name="T0" fmla="*/ 2147483646 w 73"/>
              <a:gd name="T1" fmla="*/ 2147483646 h 64"/>
              <a:gd name="T2" fmla="*/ 2147483646 w 73"/>
              <a:gd name="T3" fmla="*/ 2147483646 h 64"/>
              <a:gd name="T4" fmla="*/ 2147483646 w 73"/>
              <a:gd name="T5" fmla="*/ 2147483646 h 64"/>
              <a:gd name="T6" fmla="*/ 2147483646 w 73"/>
              <a:gd name="T7" fmla="*/ 2147483646 h 64"/>
              <a:gd name="T8" fmla="*/ 2147483646 w 73"/>
              <a:gd name="T9" fmla="*/ 2147483646 h 64"/>
              <a:gd name="T10" fmla="*/ 2147483646 w 73"/>
              <a:gd name="T11" fmla="*/ 2147483646 h 64"/>
              <a:gd name="T12" fmla="*/ 2147483646 w 73"/>
              <a:gd name="T13" fmla="*/ 2147483646 h 64"/>
              <a:gd name="T14" fmla="*/ 2147483646 w 73"/>
              <a:gd name="T15" fmla="*/ 2147483646 h 64"/>
              <a:gd name="T16" fmla="*/ 2147483646 w 73"/>
              <a:gd name="T17" fmla="*/ 2147483646 h 64"/>
              <a:gd name="T18" fmla="*/ 2147483646 w 73"/>
              <a:gd name="T19" fmla="*/ 2147483646 h 64"/>
              <a:gd name="T20" fmla="*/ 2147483646 w 73"/>
              <a:gd name="T21" fmla="*/ 2147483646 h 64"/>
              <a:gd name="T22" fmla="*/ 2147483646 w 73"/>
              <a:gd name="T23" fmla="*/ 2147483646 h 64"/>
              <a:gd name="T24" fmla="*/ 2147483646 w 73"/>
              <a:gd name="T25" fmla="*/ 2147483646 h 64"/>
              <a:gd name="T26" fmla="*/ 2147483646 w 73"/>
              <a:gd name="T27" fmla="*/ 2147483646 h 64"/>
              <a:gd name="T28" fmla="*/ 0 w 73"/>
              <a:gd name="T29" fmla="*/ 2147483646 h 64"/>
              <a:gd name="T30" fmla="*/ 0 w 73"/>
              <a:gd name="T31" fmla="*/ 2147483646 h 64"/>
              <a:gd name="T32" fmla="*/ 2147483646 w 73"/>
              <a:gd name="T33" fmla="*/ 2147483646 h 64"/>
              <a:gd name="T34" fmla="*/ 2147483646 w 73"/>
              <a:gd name="T35" fmla="*/ 2147483646 h 64"/>
              <a:gd name="T36" fmla="*/ 2147483646 w 73"/>
              <a:gd name="T37" fmla="*/ 2147483646 h 64"/>
              <a:gd name="T38" fmla="*/ 2147483646 w 73"/>
              <a:gd name="T39" fmla="*/ 2147483646 h 64"/>
              <a:gd name="T40" fmla="*/ 2147483646 w 73"/>
              <a:gd name="T41" fmla="*/ 2147483646 h 64"/>
              <a:gd name="T42" fmla="*/ 2147483646 w 73"/>
              <a:gd name="T43" fmla="*/ 2147483646 h 64"/>
              <a:gd name="T44" fmla="*/ 2147483646 w 73"/>
              <a:gd name="T45" fmla="*/ 0 h 64"/>
              <a:gd name="T46" fmla="*/ 2147483646 w 73"/>
              <a:gd name="T47" fmla="*/ 0 h 64"/>
              <a:gd name="T48" fmla="*/ 2147483646 w 73"/>
              <a:gd name="T49" fmla="*/ 2147483646 h 64"/>
              <a:gd name="T50" fmla="*/ 2147483646 w 73"/>
              <a:gd name="T51" fmla="*/ 2147483646 h 64"/>
              <a:gd name="T52" fmla="*/ 2147483646 w 73"/>
              <a:gd name="T53" fmla="*/ 2147483646 h 64"/>
              <a:gd name="T54" fmla="*/ 2147483646 w 73"/>
              <a:gd name="T55" fmla="*/ 2147483646 h 64"/>
              <a:gd name="T56" fmla="*/ 2147483646 w 73"/>
              <a:gd name="T57" fmla="*/ 2147483646 h 64"/>
              <a:gd name="T58" fmla="*/ 2147483646 w 73"/>
              <a:gd name="T59" fmla="*/ 2147483646 h 64"/>
              <a:gd name="T60" fmla="*/ 2147483646 w 73"/>
              <a:gd name="T61" fmla="*/ 2147483646 h 64"/>
              <a:gd name="T62" fmla="*/ 2147483646 w 73"/>
              <a:gd name="T63" fmla="*/ 2147483646 h 64"/>
              <a:gd name="T64" fmla="*/ 2147483646 w 73"/>
              <a:gd name="T65" fmla="*/ 2147483646 h 64"/>
              <a:gd name="T66" fmla="*/ 2147483646 w 73"/>
              <a:gd name="T67" fmla="*/ 2147483646 h 64"/>
              <a:gd name="T68" fmla="*/ 2147483646 w 73"/>
              <a:gd name="T69" fmla="*/ 2147483646 h 64"/>
              <a:gd name="T70" fmla="*/ 2147483646 w 73"/>
              <a:gd name="T71" fmla="*/ 2147483646 h 64"/>
              <a:gd name="T72" fmla="*/ 2147483646 w 73"/>
              <a:gd name="T73" fmla="*/ 2147483646 h 64"/>
              <a:gd name="T74" fmla="*/ 2147483646 w 73"/>
              <a:gd name="T75" fmla="*/ 2147483646 h 64"/>
              <a:gd name="T76" fmla="*/ 2147483646 w 73"/>
              <a:gd name="T77" fmla="*/ 2147483646 h 64"/>
              <a:gd name="T78" fmla="*/ 2147483646 w 73"/>
              <a:gd name="T79" fmla="*/ 2147483646 h 64"/>
              <a:gd name="T80" fmla="*/ 2147483646 w 73"/>
              <a:gd name="T81" fmla="*/ 2147483646 h 64"/>
              <a:gd name="T82" fmla="*/ 2147483646 w 73"/>
              <a:gd name="T83" fmla="*/ 2147483646 h 64"/>
              <a:gd name="T84" fmla="*/ 2147483646 w 73"/>
              <a:gd name="T85" fmla="*/ 2147483646 h 64"/>
              <a:gd name="T86" fmla="*/ 2147483646 w 73"/>
              <a:gd name="T87" fmla="*/ 2147483646 h 64"/>
              <a:gd name="T88" fmla="*/ 2147483646 w 73"/>
              <a:gd name="T89" fmla="*/ 2147483646 h 64"/>
              <a:gd name="T90" fmla="*/ 2147483646 w 73"/>
              <a:gd name="T91" fmla="*/ 2147483646 h 64"/>
              <a:gd name="T92" fmla="*/ 2147483646 w 73"/>
              <a:gd name="T93" fmla="*/ 2147483646 h 64"/>
              <a:gd name="T94" fmla="*/ 2147483646 w 73"/>
              <a:gd name="T95" fmla="*/ 2147483646 h 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73" h="64">
                <a:moveTo>
                  <a:pt x="73" y="40"/>
                </a:moveTo>
                <a:cubicBezTo>
                  <a:pt x="73" y="53"/>
                  <a:pt x="73" y="53"/>
                  <a:pt x="73" y="53"/>
                </a:cubicBezTo>
                <a:cubicBezTo>
                  <a:pt x="73" y="54"/>
                  <a:pt x="72" y="55"/>
                  <a:pt x="72" y="55"/>
                </a:cubicBezTo>
                <a:cubicBezTo>
                  <a:pt x="68" y="55"/>
                  <a:pt x="68" y="55"/>
                  <a:pt x="68" y="55"/>
                </a:cubicBezTo>
                <a:cubicBezTo>
                  <a:pt x="68" y="57"/>
                  <a:pt x="68" y="57"/>
                  <a:pt x="68" y="57"/>
                </a:cubicBezTo>
                <a:cubicBezTo>
                  <a:pt x="68" y="61"/>
                  <a:pt x="65" y="64"/>
                  <a:pt x="61" y="64"/>
                </a:cubicBezTo>
                <a:cubicBezTo>
                  <a:pt x="58" y="64"/>
                  <a:pt x="55" y="61"/>
                  <a:pt x="55" y="57"/>
                </a:cubicBezTo>
                <a:cubicBezTo>
                  <a:pt x="55" y="55"/>
                  <a:pt x="55" y="55"/>
                  <a:pt x="55" y="55"/>
                </a:cubicBezTo>
                <a:cubicBezTo>
                  <a:pt x="18" y="55"/>
                  <a:pt x="18" y="55"/>
                  <a:pt x="18" y="55"/>
                </a:cubicBezTo>
                <a:cubicBezTo>
                  <a:pt x="18" y="57"/>
                  <a:pt x="18" y="57"/>
                  <a:pt x="18" y="57"/>
                </a:cubicBezTo>
                <a:cubicBezTo>
                  <a:pt x="18" y="61"/>
                  <a:pt x="15" y="64"/>
                  <a:pt x="11" y="64"/>
                </a:cubicBezTo>
                <a:cubicBezTo>
                  <a:pt x="7" y="64"/>
                  <a:pt x="4" y="61"/>
                  <a:pt x="4" y="57"/>
                </a:cubicBezTo>
                <a:cubicBezTo>
                  <a:pt x="4" y="55"/>
                  <a:pt x="4" y="55"/>
                  <a:pt x="4" y="55"/>
                </a:cubicBezTo>
                <a:cubicBezTo>
                  <a:pt x="1" y="55"/>
                  <a:pt x="1" y="55"/>
                  <a:pt x="1" y="55"/>
                </a:cubicBezTo>
                <a:cubicBezTo>
                  <a:pt x="0" y="55"/>
                  <a:pt x="0" y="54"/>
                  <a:pt x="0" y="53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5"/>
                  <a:pt x="3" y="32"/>
                  <a:pt x="8" y="32"/>
                </a:cubicBezTo>
                <a:cubicBezTo>
                  <a:pt x="9" y="32"/>
                  <a:pt x="9" y="32"/>
                  <a:pt x="9" y="32"/>
                </a:cubicBezTo>
                <a:cubicBezTo>
                  <a:pt x="13" y="17"/>
                  <a:pt x="13" y="17"/>
                  <a:pt x="13" y="17"/>
                </a:cubicBezTo>
                <a:cubicBezTo>
                  <a:pt x="14" y="12"/>
                  <a:pt x="18" y="9"/>
                  <a:pt x="23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27" y="1"/>
                  <a:pt x="27" y="1"/>
                  <a:pt x="27" y="1"/>
                </a:cubicBezTo>
                <a:cubicBezTo>
                  <a:pt x="27" y="0"/>
                  <a:pt x="28" y="0"/>
                  <a:pt x="28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5" y="0"/>
                  <a:pt x="45" y="0"/>
                  <a:pt x="45" y="1"/>
                </a:cubicBezTo>
                <a:cubicBezTo>
                  <a:pt x="45" y="9"/>
                  <a:pt x="45" y="9"/>
                  <a:pt x="45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5" y="9"/>
                  <a:pt x="59" y="12"/>
                  <a:pt x="60" y="17"/>
                </a:cubicBezTo>
                <a:cubicBezTo>
                  <a:pt x="64" y="32"/>
                  <a:pt x="64" y="32"/>
                  <a:pt x="64" y="32"/>
                </a:cubicBezTo>
                <a:cubicBezTo>
                  <a:pt x="65" y="32"/>
                  <a:pt x="65" y="32"/>
                  <a:pt x="65" y="32"/>
                </a:cubicBezTo>
                <a:cubicBezTo>
                  <a:pt x="69" y="32"/>
                  <a:pt x="73" y="35"/>
                  <a:pt x="73" y="40"/>
                </a:cubicBezTo>
                <a:close/>
                <a:moveTo>
                  <a:pt x="17" y="43"/>
                </a:moveTo>
                <a:cubicBezTo>
                  <a:pt x="17" y="40"/>
                  <a:pt x="14" y="37"/>
                  <a:pt x="11" y="37"/>
                </a:cubicBezTo>
                <a:cubicBezTo>
                  <a:pt x="8" y="37"/>
                  <a:pt x="5" y="40"/>
                  <a:pt x="5" y="43"/>
                </a:cubicBezTo>
                <a:cubicBezTo>
                  <a:pt x="5" y="46"/>
                  <a:pt x="8" y="49"/>
                  <a:pt x="11" y="49"/>
                </a:cubicBezTo>
                <a:cubicBezTo>
                  <a:pt x="14" y="49"/>
                  <a:pt x="17" y="46"/>
                  <a:pt x="17" y="43"/>
                </a:cubicBezTo>
                <a:close/>
                <a:moveTo>
                  <a:pt x="54" y="32"/>
                </a:moveTo>
                <a:cubicBezTo>
                  <a:pt x="51" y="19"/>
                  <a:pt x="51" y="19"/>
                  <a:pt x="51" y="19"/>
                </a:cubicBezTo>
                <a:cubicBezTo>
                  <a:pt x="51" y="19"/>
                  <a:pt x="50" y="18"/>
                  <a:pt x="50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2" y="18"/>
                  <a:pt x="21" y="19"/>
                  <a:pt x="21" y="19"/>
                </a:cubicBezTo>
                <a:cubicBezTo>
                  <a:pt x="18" y="32"/>
                  <a:pt x="18" y="32"/>
                  <a:pt x="18" y="32"/>
                </a:cubicBezTo>
                <a:lnTo>
                  <a:pt x="54" y="32"/>
                </a:lnTo>
                <a:close/>
                <a:moveTo>
                  <a:pt x="67" y="43"/>
                </a:moveTo>
                <a:cubicBezTo>
                  <a:pt x="67" y="40"/>
                  <a:pt x="65" y="37"/>
                  <a:pt x="61" y="37"/>
                </a:cubicBezTo>
                <a:cubicBezTo>
                  <a:pt x="58" y="37"/>
                  <a:pt x="56" y="40"/>
                  <a:pt x="56" y="43"/>
                </a:cubicBezTo>
                <a:cubicBezTo>
                  <a:pt x="56" y="46"/>
                  <a:pt x="58" y="49"/>
                  <a:pt x="61" y="49"/>
                </a:cubicBezTo>
                <a:cubicBezTo>
                  <a:pt x="65" y="49"/>
                  <a:pt x="67" y="46"/>
                  <a:pt x="67" y="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Freeform 87"/>
          <p:cNvSpPr>
            <a:spLocks noEditPoints="1"/>
          </p:cNvSpPr>
          <p:nvPr userDrawn="1"/>
        </p:nvSpPr>
        <p:spPr bwMode="auto">
          <a:xfrm>
            <a:off x="7050576" y="5311205"/>
            <a:ext cx="244800" cy="241200"/>
          </a:xfrm>
          <a:custGeom>
            <a:avLst/>
            <a:gdLst>
              <a:gd name="T0" fmla="*/ 2147483646 w 61"/>
              <a:gd name="T1" fmla="*/ 2147483646 h 62"/>
              <a:gd name="T2" fmla="*/ 0 w 61"/>
              <a:gd name="T3" fmla="*/ 2147483646 h 62"/>
              <a:gd name="T4" fmla="*/ 2147483646 w 61"/>
              <a:gd name="T5" fmla="*/ 0 h 62"/>
              <a:gd name="T6" fmla="*/ 2147483646 w 61"/>
              <a:gd name="T7" fmla="*/ 2147483646 h 62"/>
              <a:gd name="T8" fmla="*/ 2147483646 w 61"/>
              <a:gd name="T9" fmla="*/ 2147483646 h 62"/>
              <a:gd name="T10" fmla="*/ 2147483646 w 61"/>
              <a:gd name="T11" fmla="*/ 2147483646 h 62"/>
              <a:gd name="T12" fmla="*/ 2147483646 w 61"/>
              <a:gd name="T13" fmla="*/ 2147483646 h 62"/>
              <a:gd name="T14" fmla="*/ 2147483646 w 61"/>
              <a:gd name="T15" fmla="*/ 2147483646 h 62"/>
              <a:gd name="T16" fmla="*/ 2147483646 w 61"/>
              <a:gd name="T17" fmla="*/ 2147483646 h 62"/>
              <a:gd name="T18" fmla="*/ 2147483646 w 61"/>
              <a:gd name="T19" fmla="*/ 2147483646 h 62"/>
              <a:gd name="T20" fmla="*/ 2147483646 w 61"/>
              <a:gd name="T21" fmla="*/ 2147483646 h 62"/>
              <a:gd name="T22" fmla="*/ 2147483646 w 61"/>
              <a:gd name="T23" fmla="*/ 2147483646 h 62"/>
              <a:gd name="T24" fmla="*/ 2147483646 w 61"/>
              <a:gd name="T25" fmla="*/ 2147483646 h 62"/>
              <a:gd name="T26" fmla="*/ 2147483646 w 61"/>
              <a:gd name="T27" fmla="*/ 2147483646 h 62"/>
              <a:gd name="T28" fmla="*/ 2147483646 w 61"/>
              <a:gd name="T29" fmla="*/ 2147483646 h 62"/>
              <a:gd name="T30" fmla="*/ 2147483646 w 61"/>
              <a:gd name="T31" fmla="*/ 2147483646 h 62"/>
              <a:gd name="T32" fmla="*/ 2147483646 w 61"/>
              <a:gd name="T33" fmla="*/ 2147483646 h 62"/>
              <a:gd name="T34" fmla="*/ 2147483646 w 61"/>
              <a:gd name="T35" fmla="*/ 2147483646 h 62"/>
              <a:gd name="T36" fmla="*/ 2147483646 w 61"/>
              <a:gd name="T37" fmla="*/ 2147483646 h 62"/>
              <a:gd name="T38" fmla="*/ 2147483646 w 61"/>
              <a:gd name="T39" fmla="*/ 2147483646 h 62"/>
              <a:gd name="T40" fmla="*/ 2147483646 w 61"/>
              <a:gd name="T41" fmla="*/ 2147483646 h 62"/>
              <a:gd name="T42" fmla="*/ 2147483646 w 61"/>
              <a:gd name="T43" fmla="*/ 2147483646 h 62"/>
              <a:gd name="T44" fmla="*/ 2147483646 w 61"/>
              <a:gd name="T45" fmla="*/ 2147483646 h 62"/>
              <a:gd name="T46" fmla="*/ 2147483646 w 61"/>
              <a:gd name="T47" fmla="*/ 2147483646 h 62"/>
              <a:gd name="T48" fmla="*/ 2147483646 w 61"/>
              <a:gd name="T49" fmla="*/ 2147483646 h 62"/>
              <a:gd name="T50" fmla="*/ 2147483646 w 61"/>
              <a:gd name="T51" fmla="*/ 2147483646 h 62"/>
              <a:gd name="T52" fmla="*/ 2147483646 w 61"/>
              <a:gd name="T53" fmla="*/ 2147483646 h 62"/>
              <a:gd name="T54" fmla="*/ 2147483646 w 61"/>
              <a:gd name="T55" fmla="*/ 2147483646 h 62"/>
              <a:gd name="T56" fmla="*/ 2147483646 w 61"/>
              <a:gd name="T57" fmla="*/ 2147483646 h 6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44" y="48"/>
                </a:moveTo>
                <a:cubicBezTo>
                  <a:pt x="42" y="48"/>
                  <a:pt x="41" y="48"/>
                  <a:pt x="40" y="46"/>
                </a:cubicBezTo>
                <a:cubicBezTo>
                  <a:pt x="39" y="42"/>
                  <a:pt x="35" y="39"/>
                  <a:pt x="31" y="39"/>
                </a:cubicBezTo>
                <a:cubicBezTo>
                  <a:pt x="26" y="39"/>
                  <a:pt x="22" y="42"/>
                  <a:pt x="21" y="46"/>
                </a:cubicBezTo>
                <a:cubicBezTo>
                  <a:pt x="20" y="48"/>
                  <a:pt x="19" y="48"/>
                  <a:pt x="18" y="48"/>
                </a:cubicBezTo>
                <a:cubicBezTo>
                  <a:pt x="16" y="47"/>
                  <a:pt x="15" y="46"/>
                  <a:pt x="16" y="45"/>
                </a:cubicBezTo>
                <a:cubicBezTo>
                  <a:pt x="18" y="38"/>
                  <a:pt x="24" y="34"/>
                  <a:pt x="31" y="34"/>
                </a:cubicBezTo>
                <a:cubicBezTo>
                  <a:pt x="37" y="34"/>
                  <a:pt x="43" y="38"/>
                  <a:pt x="45" y="45"/>
                </a:cubicBezTo>
                <a:cubicBezTo>
                  <a:pt x="46" y="46"/>
                  <a:pt x="45" y="47"/>
                  <a:pt x="44" y="48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Freeform 135"/>
          <p:cNvSpPr>
            <a:spLocks noEditPoints="1"/>
          </p:cNvSpPr>
          <p:nvPr userDrawn="1"/>
        </p:nvSpPr>
        <p:spPr bwMode="auto">
          <a:xfrm>
            <a:off x="6620618" y="5311205"/>
            <a:ext cx="244800" cy="241200"/>
          </a:xfrm>
          <a:custGeom>
            <a:avLst/>
            <a:gdLst>
              <a:gd name="T0" fmla="*/ 2147483646 w 61"/>
              <a:gd name="T1" fmla="*/ 2147483646 h 62"/>
              <a:gd name="T2" fmla="*/ 0 w 61"/>
              <a:gd name="T3" fmla="*/ 2147483646 h 62"/>
              <a:gd name="T4" fmla="*/ 2147483646 w 61"/>
              <a:gd name="T5" fmla="*/ 0 h 62"/>
              <a:gd name="T6" fmla="*/ 2147483646 w 61"/>
              <a:gd name="T7" fmla="*/ 2147483646 h 62"/>
              <a:gd name="T8" fmla="*/ 2147483646 w 61"/>
              <a:gd name="T9" fmla="*/ 2147483646 h 62"/>
              <a:gd name="T10" fmla="*/ 2147483646 w 61"/>
              <a:gd name="T11" fmla="*/ 2147483646 h 62"/>
              <a:gd name="T12" fmla="*/ 2147483646 w 61"/>
              <a:gd name="T13" fmla="*/ 2147483646 h 62"/>
              <a:gd name="T14" fmla="*/ 2147483646 w 61"/>
              <a:gd name="T15" fmla="*/ 2147483646 h 62"/>
              <a:gd name="T16" fmla="*/ 2147483646 w 61"/>
              <a:gd name="T17" fmla="*/ 2147483646 h 62"/>
              <a:gd name="T18" fmla="*/ 2147483646 w 61"/>
              <a:gd name="T19" fmla="*/ 2147483646 h 62"/>
              <a:gd name="T20" fmla="*/ 2147483646 w 61"/>
              <a:gd name="T21" fmla="*/ 2147483646 h 62"/>
              <a:gd name="T22" fmla="*/ 2147483646 w 61"/>
              <a:gd name="T23" fmla="*/ 2147483646 h 62"/>
              <a:gd name="T24" fmla="*/ 2147483646 w 61"/>
              <a:gd name="T25" fmla="*/ 2147483646 h 62"/>
              <a:gd name="T26" fmla="*/ 2147483646 w 61"/>
              <a:gd name="T27" fmla="*/ 2147483646 h 62"/>
              <a:gd name="T28" fmla="*/ 2147483646 w 61"/>
              <a:gd name="T29" fmla="*/ 2147483646 h 62"/>
              <a:gd name="T30" fmla="*/ 2147483646 w 61"/>
              <a:gd name="T31" fmla="*/ 2147483646 h 62"/>
              <a:gd name="T32" fmla="*/ 2147483646 w 61"/>
              <a:gd name="T33" fmla="*/ 2147483646 h 62"/>
              <a:gd name="T34" fmla="*/ 2147483646 w 61"/>
              <a:gd name="T35" fmla="*/ 2147483646 h 62"/>
              <a:gd name="T36" fmla="*/ 2147483646 w 61"/>
              <a:gd name="T37" fmla="*/ 2147483646 h 62"/>
              <a:gd name="T38" fmla="*/ 2147483646 w 61"/>
              <a:gd name="T39" fmla="*/ 2147483646 h 62"/>
              <a:gd name="T40" fmla="*/ 2147483646 w 61"/>
              <a:gd name="T41" fmla="*/ 2147483646 h 62"/>
              <a:gd name="T42" fmla="*/ 2147483646 w 61"/>
              <a:gd name="T43" fmla="*/ 2147483646 h 62"/>
              <a:gd name="T44" fmla="*/ 2147483646 w 61"/>
              <a:gd name="T45" fmla="*/ 2147483646 h 62"/>
              <a:gd name="T46" fmla="*/ 2147483646 w 61"/>
              <a:gd name="T47" fmla="*/ 2147483646 h 62"/>
              <a:gd name="T48" fmla="*/ 2147483646 w 61"/>
              <a:gd name="T49" fmla="*/ 2147483646 h 62"/>
              <a:gd name="T50" fmla="*/ 2147483646 w 61"/>
              <a:gd name="T51" fmla="*/ 2147483646 h 62"/>
              <a:gd name="T52" fmla="*/ 2147483646 w 61"/>
              <a:gd name="T53" fmla="*/ 2147483646 h 62"/>
              <a:gd name="T54" fmla="*/ 2147483646 w 61"/>
              <a:gd name="T55" fmla="*/ 2147483646 h 62"/>
              <a:gd name="T56" fmla="*/ 2147483646 w 61"/>
              <a:gd name="T57" fmla="*/ 2147483646 h 6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31" y="49"/>
                </a:moveTo>
                <a:cubicBezTo>
                  <a:pt x="24" y="49"/>
                  <a:pt x="18" y="45"/>
                  <a:pt x="16" y="38"/>
                </a:cubicBezTo>
                <a:cubicBezTo>
                  <a:pt x="15" y="37"/>
                  <a:pt x="16" y="36"/>
                  <a:pt x="18" y="35"/>
                </a:cubicBezTo>
                <a:cubicBezTo>
                  <a:pt x="19" y="35"/>
                  <a:pt x="20" y="36"/>
                  <a:pt x="21" y="37"/>
                </a:cubicBezTo>
                <a:cubicBezTo>
                  <a:pt x="22" y="41"/>
                  <a:pt x="26" y="44"/>
                  <a:pt x="31" y="44"/>
                </a:cubicBezTo>
                <a:cubicBezTo>
                  <a:pt x="35" y="44"/>
                  <a:pt x="39" y="41"/>
                  <a:pt x="40" y="37"/>
                </a:cubicBezTo>
                <a:cubicBezTo>
                  <a:pt x="41" y="36"/>
                  <a:pt x="42" y="35"/>
                  <a:pt x="44" y="35"/>
                </a:cubicBezTo>
                <a:cubicBezTo>
                  <a:pt x="45" y="36"/>
                  <a:pt x="46" y="37"/>
                  <a:pt x="45" y="38"/>
                </a:cubicBezTo>
                <a:cubicBezTo>
                  <a:pt x="43" y="45"/>
                  <a:pt x="37" y="49"/>
                  <a:pt x="31" y="49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0" name="Group 329"/>
          <p:cNvGrpSpPr/>
          <p:nvPr userDrawn="1"/>
        </p:nvGrpSpPr>
        <p:grpSpPr>
          <a:xfrm>
            <a:off x="7897184" y="5748216"/>
            <a:ext cx="292100" cy="298451"/>
            <a:chOff x="5599113" y="3600450"/>
            <a:chExt cx="292100" cy="298451"/>
          </a:xfrm>
          <a:solidFill>
            <a:schemeClr val="tx1"/>
          </a:solidFill>
        </p:grpSpPr>
        <p:sp>
          <p:nvSpPr>
            <p:cNvPr id="191" name="Freeform 90"/>
            <p:cNvSpPr>
              <a:spLocks/>
            </p:cNvSpPr>
            <p:nvPr/>
          </p:nvSpPr>
          <p:spPr bwMode="auto">
            <a:xfrm>
              <a:off x="5599113" y="3840163"/>
              <a:ext cx="292100" cy="58738"/>
            </a:xfrm>
            <a:custGeom>
              <a:avLst/>
              <a:gdLst/>
              <a:ahLst/>
              <a:cxnLst>
                <a:cxn ang="0">
                  <a:pos x="88" y="9"/>
                </a:cxn>
                <a:cxn ang="0">
                  <a:pos x="72" y="9"/>
                </a:cxn>
                <a:cxn ang="0">
                  <a:pos x="45" y="9"/>
                </a:cxn>
                <a:cxn ang="0">
                  <a:pos x="28" y="9"/>
                </a:cxn>
                <a:cxn ang="0">
                  <a:pos x="1" y="9"/>
                </a:cxn>
                <a:cxn ang="0">
                  <a:pos x="0" y="10"/>
                </a:cxn>
                <a:cxn ang="0">
                  <a:pos x="0" y="19"/>
                </a:cxn>
                <a:cxn ang="0">
                  <a:pos x="6" y="14"/>
                </a:cxn>
                <a:cxn ang="0">
                  <a:pos x="23" y="14"/>
                </a:cxn>
                <a:cxn ang="0">
                  <a:pos x="50" y="14"/>
                </a:cxn>
                <a:cxn ang="0">
                  <a:pos x="66" y="14"/>
                </a:cxn>
                <a:cxn ang="0">
                  <a:pos x="80" y="21"/>
                </a:cxn>
                <a:cxn ang="0">
                  <a:pos x="93" y="14"/>
                </a:cxn>
                <a:cxn ang="0">
                  <a:pos x="110" y="14"/>
                </a:cxn>
                <a:cxn ang="0">
                  <a:pos x="116" y="18"/>
                </a:cxn>
                <a:cxn ang="0">
                  <a:pos x="116" y="10"/>
                </a:cxn>
                <a:cxn ang="0">
                  <a:pos x="115" y="9"/>
                </a:cxn>
                <a:cxn ang="0">
                  <a:pos x="88" y="9"/>
                </a:cxn>
              </a:cxnLst>
              <a:rect l="0" t="0" r="r" b="b"/>
              <a:pathLst>
                <a:path w="116" h="23">
                  <a:moveTo>
                    <a:pt x="88" y="9"/>
                  </a:moveTo>
                  <a:cubicBezTo>
                    <a:pt x="82" y="15"/>
                    <a:pt x="77" y="15"/>
                    <a:pt x="72" y="9"/>
                  </a:cubicBezTo>
                  <a:cubicBezTo>
                    <a:pt x="63" y="1"/>
                    <a:pt x="53" y="0"/>
                    <a:pt x="45" y="9"/>
                  </a:cubicBezTo>
                  <a:cubicBezTo>
                    <a:pt x="39" y="15"/>
                    <a:pt x="34" y="15"/>
                    <a:pt x="28" y="9"/>
                  </a:cubicBezTo>
                  <a:cubicBezTo>
                    <a:pt x="19" y="0"/>
                    <a:pt x="10" y="0"/>
                    <a:pt x="1" y="9"/>
                  </a:cubicBezTo>
                  <a:cubicBezTo>
                    <a:pt x="1" y="10"/>
                    <a:pt x="0" y="10"/>
                    <a:pt x="0" y="1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" y="18"/>
                    <a:pt x="4" y="16"/>
                    <a:pt x="6" y="14"/>
                  </a:cubicBezTo>
                  <a:cubicBezTo>
                    <a:pt x="12" y="8"/>
                    <a:pt x="17" y="8"/>
                    <a:pt x="23" y="14"/>
                  </a:cubicBezTo>
                  <a:cubicBezTo>
                    <a:pt x="32" y="23"/>
                    <a:pt x="41" y="23"/>
                    <a:pt x="50" y="14"/>
                  </a:cubicBezTo>
                  <a:cubicBezTo>
                    <a:pt x="56" y="8"/>
                    <a:pt x="61" y="8"/>
                    <a:pt x="66" y="14"/>
                  </a:cubicBezTo>
                  <a:cubicBezTo>
                    <a:pt x="71" y="19"/>
                    <a:pt x="75" y="21"/>
                    <a:pt x="80" y="21"/>
                  </a:cubicBezTo>
                  <a:cubicBezTo>
                    <a:pt x="84" y="21"/>
                    <a:pt x="89" y="19"/>
                    <a:pt x="93" y="14"/>
                  </a:cubicBezTo>
                  <a:cubicBezTo>
                    <a:pt x="99" y="8"/>
                    <a:pt x="104" y="8"/>
                    <a:pt x="110" y="14"/>
                  </a:cubicBezTo>
                  <a:cubicBezTo>
                    <a:pt x="112" y="16"/>
                    <a:pt x="114" y="17"/>
                    <a:pt x="116" y="18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06" y="0"/>
                    <a:pt x="97" y="0"/>
                    <a:pt x="88" y="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92" name="Freeform 91"/>
            <p:cNvSpPr>
              <a:spLocks noEditPoints="1"/>
            </p:cNvSpPr>
            <p:nvPr/>
          </p:nvSpPr>
          <p:spPr bwMode="auto">
            <a:xfrm>
              <a:off x="5599113" y="3600450"/>
              <a:ext cx="292100" cy="242888"/>
            </a:xfrm>
            <a:custGeom>
              <a:avLst/>
              <a:gdLst/>
              <a:ahLst/>
              <a:cxnLst>
                <a:cxn ang="0">
                  <a:pos x="115" y="82"/>
                </a:cxn>
                <a:cxn ang="0">
                  <a:pos x="88" y="82"/>
                </a:cxn>
                <a:cxn ang="0">
                  <a:pos x="87" y="84"/>
                </a:cxn>
                <a:cxn ang="0">
                  <a:pos x="87" y="65"/>
                </a:cxn>
                <a:cxn ang="0">
                  <a:pos x="97" y="55"/>
                </a:cxn>
                <a:cxn ang="0">
                  <a:pos x="98" y="51"/>
                </a:cxn>
                <a:cxn ang="0">
                  <a:pos x="96" y="49"/>
                </a:cxn>
                <a:cxn ang="0">
                  <a:pos x="87" y="46"/>
                </a:cxn>
                <a:cxn ang="0">
                  <a:pos x="87" y="43"/>
                </a:cxn>
                <a:cxn ang="0">
                  <a:pos x="87" y="29"/>
                </a:cxn>
                <a:cxn ang="0">
                  <a:pos x="87" y="21"/>
                </a:cxn>
                <a:cxn ang="0">
                  <a:pos x="79" y="21"/>
                </a:cxn>
                <a:cxn ang="0">
                  <a:pos x="79" y="14"/>
                </a:cxn>
                <a:cxn ang="0">
                  <a:pos x="72" y="14"/>
                </a:cxn>
                <a:cxn ang="0">
                  <a:pos x="65" y="14"/>
                </a:cxn>
                <a:cxn ang="0">
                  <a:pos x="65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0" y="3"/>
                </a:cxn>
                <a:cxn ang="0">
                  <a:pos x="50" y="14"/>
                </a:cxn>
                <a:cxn ang="0">
                  <a:pos x="43" y="14"/>
                </a:cxn>
                <a:cxn ang="0">
                  <a:pos x="36" y="14"/>
                </a:cxn>
                <a:cxn ang="0">
                  <a:pos x="36" y="21"/>
                </a:cxn>
                <a:cxn ang="0">
                  <a:pos x="29" y="21"/>
                </a:cxn>
                <a:cxn ang="0">
                  <a:pos x="29" y="29"/>
                </a:cxn>
                <a:cxn ang="0">
                  <a:pos x="29" y="43"/>
                </a:cxn>
                <a:cxn ang="0">
                  <a:pos x="29" y="46"/>
                </a:cxn>
                <a:cxn ang="0">
                  <a:pos x="20" y="49"/>
                </a:cxn>
                <a:cxn ang="0">
                  <a:pos x="17" y="51"/>
                </a:cxn>
                <a:cxn ang="0">
                  <a:pos x="18" y="55"/>
                </a:cxn>
                <a:cxn ang="0">
                  <a:pos x="29" y="65"/>
                </a:cxn>
                <a:cxn ang="0">
                  <a:pos x="29" y="83"/>
                </a:cxn>
                <a:cxn ang="0">
                  <a:pos x="28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92"/>
                </a:cxn>
                <a:cxn ang="0">
                  <a:pos x="6" y="87"/>
                </a:cxn>
                <a:cxn ang="0">
                  <a:pos x="23" y="87"/>
                </a:cxn>
                <a:cxn ang="0">
                  <a:pos x="50" y="87"/>
                </a:cxn>
                <a:cxn ang="0">
                  <a:pos x="51" y="87"/>
                </a:cxn>
                <a:cxn ang="0">
                  <a:pos x="66" y="87"/>
                </a:cxn>
                <a:cxn ang="0">
                  <a:pos x="66" y="87"/>
                </a:cxn>
                <a:cxn ang="0">
                  <a:pos x="80" y="94"/>
                </a:cxn>
                <a:cxn ang="0">
                  <a:pos x="93" y="87"/>
                </a:cxn>
                <a:cxn ang="0">
                  <a:pos x="110" y="87"/>
                </a:cxn>
                <a:cxn ang="0">
                  <a:pos x="116" y="92"/>
                </a:cxn>
                <a:cxn ang="0">
                  <a:pos x="116" y="83"/>
                </a:cxn>
                <a:cxn ang="0">
                  <a:pos x="115" y="82"/>
                </a:cxn>
                <a:cxn ang="0">
                  <a:pos x="79" y="43"/>
                </a:cxn>
                <a:cxn ang="0">
                  <a:pos x="58" y="36"/>
                </a:cxn>
                <a:cxn ang="0">
                  <a:pos x="36" y="43"/>
                </a:cxn>
                <a:cxn ang="0">
                  <a:pos x="36" y="29"/>
                </a:cxn>
                <a:cxn ang="0">
                  <a:pos x="43" y="29"/>
                </a:cxn>
                <a:cxn ang="0">
                  <a:pos x="43" y="21"/>
                </a:cxn>
                <a:cxn ang="0">
                  <a:pos x="72" y="21"/>
                </a:cxn>
                <a:cxn ang="0">
                  <a:pos x="72" y="29"/>
                </a:cxn>
                <a:cxn ang="0">
                  <a:pos x="79" y="29"/>
                </a:cxn>
                <a:cxn ang="0">
                  <a:pos x="79" y="43"/>
                </a:cxn>
              </a:cxnLst>
              <a:rect l="0" t="0" r="r" b="b"/>
              <a:pathLst>
                <a:path w="116" h="96">
                  <a:moveTo>
                    <a:pt x="115" y="82"/>
                  </a:moveTo>
                  <a:cubicBezTo>
                    <a:pt x="106" y="74"/>
                    <a:pt x="97" y="74"/>
                    <a:pt x="88" y="82"/>
                  </a:cubicBezTo>
                  <a:cubicBezTo>
                    <a:pt x="88" y="83"/>
                    <a:pt x="87" y="83"/>
                    <a:pt x="87" y="84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8" y="54"/>
                    <a:pt x="98" y="52"/>
                    <a:pt x="98" y="51"/>
                  </a:cubicBezTo>
                  <a:cubicBezTo>
                    <a:pt x="98" y="50"/>
                    <a:pt x="97" y="49"/>
                    <a:pt x="96" y="49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5" y="1"/>
                    <a:pt x="63" y="0"/>
                    <a:pt x="6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1"/>
                    <a:pt x="50" y="3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9" y="43"/>
                    <a:pt x="29" y="43"/>
                    <a:pt x="29" y="43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18" y="49"/>
                    <a:pt x="18" y="50"/>
                    <a:pt x="17" y="51"/>
                  </a:cubicBezTo>
                  <a:cubicBezTo>
                    <a:pt x="17" y="52"/>
                    <a:pt x="17" y="54"/>
                    <a:pt x="18" y="5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8" y="83"/>
                    <a:pt x="28" y="82"/>
                    <a:pt x="28" y="82"/>
                  </a:cubicBezTo>
                  <a:cubicBezTo>
                    <a:pt x="19" y="74"/>
                    <a:pt x="10" y="74"/>
                    <a:pt x="1" y="82"/>
                  </a:cubicBezTo>
                  <a:cubicBezTo>
                    <a:pt x="1" y="83"/>
                    <a:pt x="0" y="83"/>
                    <a:pt x="0" y="8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91"/>
                    <a:pt x="4" y="90"/>
                    <a:pt x="6" y="87"/>
                  </a:cubicBezTo>
                  <a:cubicBezTo>
                    <a:pt x="12" y="82"/>
                    <a:pt x="17" y="82"/>
                    <a:pt x="23" y="87"/>
                  </a:cubicBezTo>
                  <a:cubicBezTo>
                    <a:pt x="32" y="96"/>
                    <a:pt x="41" y="96"/>
                    <a:pt x="50" y="87"/>
                  </a:cubicBezTo>
                  <a:cubicBezTo>
                    <a:pt x="50" y="87"/>
                    <a:pt x="50" y="87"/>
                    <a:pt x="51" y="87"/>
                  </a:cubicBezTo>
                  <a:cubicBezTo>
                    <a:pt x="56" y="82"/>
                    <a:pt x="60" y="82"/>
                    <a:pt x="66" y="8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71" y="92"/>
                    <a:pt x="75" y="94"/>
                    <a:pt x="80" y="94"/>
                  </a:cubicBezTo>
                  <a:cubicBezTo>
                    <a:pt x="84" y="94"/>
                    <a:pt x="89" y="92"/>
                    <a:pt x="93" y="87"/>
                  </a:cubicBezTo>
                  <a:cubicBezTo>
                    <a:pt x="99" y="82"/>
                    <a:pt x="104" y="82"/>
                    <a:pt x="110" y="87"/>
                  </a:cubicBezTo>
                  <a:cubicBezTo>
                    <a:pt x="112" y="89"/>
                    <a:pt x="114" y="91"/>
                    <a:pt x="116" y="92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5" y="83"/>
                    <a:pt x="115" y="82"/>
                    <a:pt x="115" y="82"/>
                  </a:cubicBezTo>
                  <a:close/>
                  <a:moveTo>
                    <a:pt x="79" y="43"/>
                  </a:moveTo>
                  <a:cubicBezTo>
                    <a:pt x="58" y="36"/>
                    <a:pt x="58" y="36"/>
                    <a:pt x="58" y="36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29"/>
                    <a:pt x="72" y="29"/>
                    <a:pt x="72" y="29"/>
                  </a:cubicBezTo>
                  <a:cubicBezTo>
                    <a:pt x="79" y="29"/>
                    <a:pt x="79" y="29"/>
                    <a:pt x="79" y="29"/>
                  </a:cubicBezTo>
                  <a:lnTo>
                    <a:pt x="79" y="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93" name="Shape 2700"/>
          <p:cNvSpPr/>
          <p:nvPr userDrawn="1"/>
        </p:nvSpPr>
        <p:spPr>
          <a:xfrm>
            <a:off x="5628162" y="314376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4" y="20618"/>
                </a:moveTo>
                <a:lnTo>
                  <a:pt x="15069" y="13232"/>
                </a:lnTo>
                <a:lnTo>
                  <a:pt x="15063" y="13228"/>
                </a:lnTo>
                <a:cubicBezTo>
                  <a:pt x="15472" y="12512"/>
                  <a:pt x="15709" y="11684"/>
                  <a:pt x="15709" y="10800"/>
                </a:cubicBezTo>
                <a:cubicBezTo>
                  <a:pt x="15709" y="9192"/>
                  <a:pt x="14932" y="7768"/>
                  <a:pt x="13737" y="6873"/>
                </a:cubicBezTo>
                <a:lnTo>
                  <a:pt x="19796" y="6873"/>
                </a:lnTo>
                <a:cubicBezTo>
                  <a:pt x="20322" y="8076"/>
                  <a:pt x="20618" y="9403"/>
                  <a:pt x="20618" y="10800"/>
                </a:cubicBezTo>
                <a:cubicBezTo>
                  <a:pt x="20618" y="16221"/>
                  <a:pt x="16225" y="20615"/>
                  <a:pt x="10804" y="20618"/>
                </a:cubicBezTo>
                <a:moveTo>
                  <a:pt x="9708" y="20554"/>
                </a:moveTo>
                <a:cubicBezTo>
                  <a:pt x="4800" y="20010"/>
                  <a:pt x="982" y="15853"/>
                  <a:pt x="982" y="10800"/>
                </a:cubicBezTo>
                <a:cubicBezTo>
                  <a:pt x="982" y="9010"/>
                  <a:pt x="1468" y="7337"/>
                  <a:pt x="2305" y="5892"/>
                </a:cubicBezTo>
                <a:lnTo>
                  <a:pt x="6452" y="13076"/>
                </a:lnTo>
                <a:cubicBezTo>
                  <a:pt x="7273" y="14640"/>
                  <a:pt x="8911" y="15709"/>
                  <a:pt x="10800" y="15709"/>
                </a:cubicBezTo>
                <a:cubicBezTo>
                  <a:pt x="11487" y="15709"/>
                  <a:pt x="12141" y="15567"/>
                  <a:pt x="12734" y="15312"/>
                </a:cubicBezTo>
                <a:cubicBezTo>
                  <a:pt x="12734" y="15312"/>
                  <a:pt x="9708" y="20554"/>
                  <a:pt x="9708" y="20554"/>
                </a:cubicBezTo>
                <a:close/>
                <a:moveTo>
                  <a:pt x="7315" y="12607"/>
                </a:moveTo>
                <a:cubicBezTo>
                  <a:pt x="7034" y="12065"/>
                  <a:pt x="6873" y="11452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cubicBezTo>
                  <a:pt x="9318" y="14727"/>
                  <a:pt x="8029" y="13906"/>
                  <a:pt x="7360" y="12694"/>
                </a:cubicBezTo>
                <a:lnTo>
                  <a:pt x="7364" y="12691"/>
                </a:lnTo>
                <a:cubicBezTo>
                  <a:pt x="7364" y="12691"/>
                  <a:pt x="7315" y="12607"/>
                  <a:pt x="7315" y="12607"/>
                </a:cubicBezTo>
                <a:close/>
                <a:moveTo>
                  <a:pt x="10800" y="982"/>
                </a:moveTo>
                <a:cubicBezTo>
                  <a:pt x="14432" y="982"/>
                  <a:pt x="17596" y="2959"/>
                  <a:pt x="19294" y="5891"/>
                </a:cubicBezTo>
                <a:lnTo>
                  <a:pt x="10800" y="5891"/>
                </a:lnTo>
                <a:cubicBezTo>
                  <a:pt x="8290" y="5891"/>
                  <a:pt x="6223" y="7776"/>
                  <a:pt x="5930" y="10207"/>
                </a:cubicBezTo>
                <a:lnTo>
                  <a:pt x="2909" y="4975"/>
                </a:lnTo>
                <a:cubicBezTo>
                  <a:pt x="4697" y="2557"/>
                  <a:pt x="7561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4" name="Shape 2526"/>
          <p:cNvSpPr/>
          <p:nvPr userDrawn="1"/>
        </p:nvSpPr>
        <p:spPr>
          <a:xfrm>
            <a:off x="2115034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5" name="Shape 2625"/>
          <p:cNvSpPr/>
          <p:nvPr userDrawn="1"/>
        </p:nvSpPr>
        <p:spPr>
          <a:xfrm>
            <a:off x="3770693" y="1334087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6" name="Shape 2563"/>
          <p:cNvSpPr/>
          <p:nvPr userDrawn="1"/>
        </p:nvSpPr>
        <p:spPr>
          <a:xfrm>
            <a:off x="3361979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7" name="Shape 2766"/>
          <p:cNvSpPr/>
          <p:nvPr userDrawn="1"/>
        </p:nvSpPr>
        <p:spPr>
          <a:xfrm>
            <a:off x="8764982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1782"/>
                </a:moveTo>
                <a:lnTo>
                  <a:pt x="11782" y="11782"/>
                </a:lnTo>
                <a:lnTo>
                  <a:pt x="11782" y="15709"/>
                </a:lnTo>
                <a:lnTo>
                  <a:pt x="9818" y="15709"/>
                </a:lnTo>
                <a:lnTo>
                  <a:pt x="9818" y="11782"/>
                </a:lnTo>
                <a:lnTo>
                  <a:pt x="5891" y="11782"/>
                </a:lnTo>
                <a:lnTo>
                  <a:pt x="5891" y="9818"/>
                </a:lnTo>
                <a:lnTo>
                  <a:pt x="9818" y="9818"/>
                </a:lnTo>
                <a:lnTo>
                  <a:pt x="9818" y="5891"/>
                </a:lnTo>
                <a:lnTo>
                  <a:pt x="11782" y="5891"/>
                </a:lnTo>
                <a:lnTo>
                  <a:pt x="11782" y="9818"/>
                </a:lnTo>
                <a:lnTo>
                  <a:pt x="15709" y="9818"/>
                </a:lnTo>
                <a:cubicBezTo>
                  <a:pt x="15709" y="9818"/>
                  <a:pt x="15709" y="11782"/>
                  <a:pt x="15709" y="11782"/>
                </a:cubicBezTo>
                <a:close/>
                <a:moveTo>
                  <a:pt x="15709" y="8836"/>
                </a:moveTo>
                <a:lnTo>
                  <a:pt x="12764" y="8836"/>
                </a:lnTo>
                <a:lnTo>
                  <a:pt x="12764" y="5891"/>
                </a:lnTo>
                <a:cubicBezTo>
                  <a:pt x="12764" y="534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5349"/>
                  <a:pt x="8836" y="5891"/>
                </a:cubicBezTo>
                <a:lnTo>
                  <a:pt x="8836" y="8836"/>
                </a:lnTo>
                <a:lnTo>
                  <a:pt x="5891" y="8836"/>
                </a:lnTo>
                <a:cubicBezTo>
                  <a:pt x="5349" y="8836"/>
                  <a:pt x="4909" y="9276"/>
                  <a:pt x="4909" y="9818"/>
                </a:cubicBezTo>
                <a:lnTo>
                  <a:pt x="4909" y="11782"/>
                </a:lnTo>
                <a:cubicBezTo>
                  <a:pt x="4909" y="12324"/>
                  <a:pt x="5349" y="12764"/>
                  <a:pt x="5891" y="12764"/>
                </a:cubicBezTo>
                <a:lnTo>
                  <a:pt x="8836" y="12764"/>
                </a:lnTo>
                <a:lnTo>
                  <a:pt x="8836" y="15709"/>
                </a:lnTo>
                <a:cubicBezTo>
                  <a:pt x="8836" y="1625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6251"/>
                  <a:pt x="12764" y="15709"/>
                </a:cubicBezTo>
                <a:lnTo>
                  <a:pt x="12764" y="12764"/>
                </a:lnTo>
                <a:lnTo>
                  <a:pt x="15709" y="12764"/>
                </a:lnTo>
                <a:cubicBezTo>
                  <a:pt x="16251" y="12764"/>
                  <a:pt x="16691" y="12324"/>
                  <a:pt x="16691" y="11782"/>
                </a:cubicBezTo>
                <a:lnTo>
                  <a:pt x="16691" y="9818"/>
                </a:lnTo>
                <a:cubicBezTo>
                  <a:pt x="16691" y="9276"/>
                  <a:pt x="16251" y="8836"/>
                  <a:pt x="15709" y="8836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8" name="Shape 2708"/>
          <p:cNvSpPr/>
          <p:nvPr userDrawn="1"/>
        </p:nvSpPr>
        <p:spPr>
          <a:xfrm>
            <a:off x="4813152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888"/>
                </a:moveTo>
                <a:lnTo>
                  <a:pt x="8836" y="7712"/>
                </a:lnTo>
                <a:lnTo>
                  <a:pt x="14241" y="10800"/>
                </a:lnTo>
                <a:cubicBezTo>
                  <a:pt x="14241" y="10800"/>
                  <a:pt x="8836" y="13888"/>
                  <a:pt x="8836" y="13888"/>
                </a:cubicBezTo>
                <a:close/>
                <a:moveTo>
                  <a:pt x="15520" y="10422"/>
                </a:moveTo>
                <a:lnTo>
                  <a:pt x="15525" y="10416"/>
                </a:lnTo>
                <a:lnTo>
                  <a:pt x="15438" y="10367"/>
                </a:lnTo>
                <a:cubicBezTo>
                  <a:pt x="15425" y="10361"/>
                  <a:pt x="15414" y="10351"/>
                  <a:pt x="15401" y="10346"/>
                </a:cubicBezTo>
                <a:lnTo>
                  <a:pt x="8652" y="6489"/>
                </a:lnTo>
                <a:lnTo>
                  <a:pt x="8647" y="6495"/>
                </a:lnTo>
                <a:cubicBezTo>
                  <a:pt x="8563" y="6428"/>
                  <a:pt x="8461" y="6382"/>
                  <a:pt x="8345" y="6382"/>
                </a:cubicBezTo>
                <a:cubicBezTo>
                  <a:pt x="8075" y="6382"/>
                  <a:pt x="7855" y="6601"/>
                  <a:pt x="7855" y="6873"/>
                </a:cubicBezTo>
                <a:lnTo>
                  <a:pt x="7855" y="14727"/>
                </a:lnTo>
                <a:cubicBezTo>
                  <a:pt x="7855" y="14999"/>
                  <a:pt x="8075" y="15218"/>
                  <a:pt x="8345" y="15218"/>
                </a:cubicBezTo>
                <a:cubicBezTo>
                  <a:pt x="8461" y="15218"/>
                  <a:pt x="8563" y="15172"/>
                  <a:pt x="8647" y="15105"/>
                </a:cubicBezTo>
                <a:lnTo>
                  <a:pt x="8652" y="15111"/>
                </a:lnTo>
                <a:lnTo>
                  <a:pt x="15401" y="11254"/>
                </a:lnTo>
                <a:cubicBezTo>
                  <a:pt x="15414" y="11249"/>
                  <a:pt x="15425" y="11240"/>
                  <a:pt x="15438" y="11233"/>
                </a:cubicBezTo>
                <a:lnTo>
                  <a:pt x="15525" y="11184"/>
                </a:lnTo>
                <a:lnTo>
                  <a:pt x="15520" y="11178"/>
                </a:lnTo>
                <a:cubicBezTo>
                  <a:pt x="15632" y="11088"/>
                  <a:pt x="15709" y="10955"/>
                  <a:pt x="15709" y="10800"/>
                </a:cubicBezTo>
                <a:cubicBezTo>
                  <a:pt x="15709" y="10645"/>
                  <a:pt x="15632" y="10512"/>
                  <a:pt x="15520" y="1042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9" name="Shape 2709"/>
          <p:cNvSpPr/>
          <p:nvPr userDrawn="1"/>
        </p:nvSpPr>
        <p:spPr>
          <a:xfrm>
            <a:off x="5262534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12764" y="13745"/>
                </a:lnTo>
                <a:lnTo>
                  <a:pt x="12764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12273" y="6873"/>
                </a:lnTo>
                <a:cubicBezTo>
                  <a:pt x="12002" y="6873"/>
                  <a:pt x="11782" y="7092"/>
                  <a:pt x="11782" y="7364"/>
                </a:cubicBezTo>
                <a:lnTo>
                  <a:pt x="11782" y="14236"/>
                </a:lnTo>
                <a:cubicBezTo>
                  <a:pt x="11782" y="14508"/>
                  <a:pt x="12002" y="14727"/>
                  <a:pt x="12273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8836" y="7855"/>
                </a:lnTo>
                <a:cubicBezTo>
                  <a:pt x="8836" y="7855"/>
                  <a:pt x="8836" y="13745"/>
                  <a:pt x="8836" y="13745"/>
                </a:cubicBezTo>
                <a:close/>
                <a:moveTo>
                  <a:pt x="9327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9327" y="14727"/>
                </a:lnTo>
                <a:cubicBezTo>
                  <a:pt x="9598" y="14727"/>
                  <a:pt x="9818" y="14508"/>
                  <a:pt x="9818" y="14236"/>
                </a:cubicBezTo>
                <a:lnTo>
                  <a:pt x="9818" y="7364"/>
                </a:lnTo>
                <a:cubicBezTo>
                  <a:pt x="9818" y="7092"/>
                  <a:pt x="9598" y="6873"/>
                  <a:pt x="9327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0" name="Shape 2710"/>
          <p:cNvSpPr/>
          <p:nvPr userDrawn="1"/>
        </p:nvSpPr>
        <p:spPr>
          <a:xfrm>
            <a:off x="5702928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1" name="Shape 2688"/>
          <p:cNvSpPr/>
          <p:nvPr userDrawn="1"/>
        </p:nvSpPr>
        <p:spPr>
          <a:xfrm>
            <a:off x="6549777" y="1744874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309"/>
                </a:moveTo>
                <a:cubicBezTo>
                  <a:pt x="20618" y="10851"/>
                  <a:pt x="20178" y="11291"/>
                  <a:pt x="19636" y="11291"/>
                </a:cubicBezTo>
                <a:lnTo>
                  <a:pt x="19636" y="7364"/>
                </a:lnTo>
                <a:cubicBezTo>
                  <a:pt x="20178" y="7364"/>
                  <a:pt x="20618" y="7804"/>
                  <a:pt x="20618" y="8345"/>
                </a:cubicBezTo>
                <a:cubicBezTo>
                  <a:pt x="20618" y="8345"/>
                  <a:pt x="20618" y="10309"/>
                  <a:pt x="20618" y="10309"/>
                </a:cubicBezTo>
                <a:close/>
                <a:moveTo>
                  <a:pt x="18655" y="17182"/>
                </a:moveTo>
                <a:cubicBezTo>
                  <a:pt x="18655" y="17453"/>
                  <a:pt x="18434" y="17673"/>
                  <a:pt x="18164" y="17673"/>
                </a:cubicBezTo>
                <a:cubicBezTo>
                  <a:pt x="17893" y="17673"/>
                  <a:pt x="17673" y="17453"/>
                  <a:pt x="17673" y="17182"/>
                </a:cubicBezTo>
                <a:lnTo>
                  <a:pt x="17673" y="1473"/>
                </a:lnTo>
                <a:cubicBezTo>
                  <a:pt x="17673" y="1202"/>
                  <a:pt x="17893" y="982"/>
                  <a:pt x="18164" y="982"/>
                </a:cubicBezTo>
                <a:cubicBezTo>
                  <a:pt x="18434" y="982"/>
                  <a:pt x="18655" y="1202"/>
                  <a:pt x="18655" y="1473"/>
                </a:cubicBezTo>
                <a:cubicBezTo>
                  <a:pt x="18655" y="1473"/>
                  <a:pt x="18655" y="17182"/>
                  <a:pt x="18655" y="17182"/>
                </a:cubicBezTo>
                <a:close/>
                <a:moveTo>
                  <a:pt x="16691" y="15788"/>
                </a:moveTo>
                <a:lnTo>
                  <a:pt x="2945" y="11745"/>
                </a:lnTo>
                <a:lnTo>
                  <a:pt x="2945" y="6910"/>
                </a:lnTo>
                <a:lnTo>
                  <a:pt x="16691" y="2867"/>
                </a:lnTo>
                <a:cubicBezTo>
                  <a:pt x="16691" y="2867"/>
                  <a:pt x="16691" y="15788"/>
                  <a:pt x="16691" y="15788"/>
                </a:cubicBezTo>
                <a:close/>
                <a:moveTo>
                  <a:pt x="8251" y="18655"/>
                </a:moveTo>
                <a:lnTo>
                  <a:pt x="5357" y="18655"/>
                </a:lnTo>
                <a:lnTo>
                  <a:pt x="4126" y="13116"/>
                </a:lnTo>
                <a:lnTo>
                  <a:pt x="7167" y="14010"/>
                </a:lnTo>
                <a:cubicBezTo>
                  <a:pt x="7167" y="14010"/>
                  <a:pt x="8251" y="18655"/>
                  <a:pt x="8251" y="18655"/>
                </a:cubicBezTo>
                <a:close/>
                <a:moveTo>
                  <a:pt x="8709" y="20618"/>
                </a:moveTo>
                <a:lnTo>
                  <a:pt x="5794" y="20618"/>
                </a:lnTo>
                <a:lnTo>
                  <a:pt x="5576" y="19636"/>
                </a:lnTo>
                <a:lnTo>
                  <a:pt x="8479" y="19636"/>
                </a:lnTo>
                <a:cubicBezTo>
                  <a:pt x="8479" y="19636"/>
                  <a:pt x="8709" y="20618"/>
                  <a:pt x="8709" y="20618"/>
                </a:cubicBezTo>
                <a:close/>
                <a:moveTo>
                  <a:pt x="1964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1964" y="6873"/>
                </a:lnTo>
                <a:cubicBezTo>
                  <a:pt x="1964" y="6873"/>
                  <a:pt x="1964" y="11782"/>
                  <a:pt x="1964" y="11782"/>
                </a:cubicBezTo>
                <a:close/>
                <a:moveTo>
                  <a:pt x="19636" y="6382"/>
                </a:moveTo>
                <a:lnTo>
                  <a:pt x="19636" y="1473"/>
                </a:lnTo>
                <a:cubicBezTo>
                  <a:pt x="19636" y="659"/>
                  <a:pt x="18977" y="0"/>
                  <a:pt x="18164" y="0"/>
                </a:cubicBezTo>
                <a:cubicBezTo>
                  <a:pt x="17350" y="0"/>
                  <a:pt x="16691" y="659"/>
                  <a:pt x="16691" y="1473"/>
                </a:cubicBezTo>
                <a:lnTo>
                  <a:pt x="16691" y="1844"/>
                </a:lnTo>
                <a:lnTo>
                  <a:pt x="2459" y="6029"/>
                </a:lnTo>
                <a:cubicBezTo>
                  <a:pt x="2313" y="5944"/>
                  <a:pt x="2145" y="5891"/>
                  <a:pt x="1964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11782"/>
                </a:lnTo>
                <a:cubicBezTo>
                  <a:pt x="0" y="12324"/>
                  <a:pt x="440" y="12764"/>
                  <a:pt x="982" y="12764"/>
                </a:cubicBezTo>
                <a:lnTo>
                  <a:pt x="1964" y="12764"/>
                </a:lnTo>
                <a:cubicBezTo>
                  <a:pt x="2145" y="12764"/>
                  <a:pt x="2313" y="12711"/>
                  <a:pt x="2458" y="12626"/>
                </a:cubicBezTo>
                <a:lnTo>
                  <a:pt x="3050" y="12799"/>
                </a:lnTo>
                <a:lnTo>
                  <a:pt x="4921" y="21216"/>
                </a:lnTo>
                <a:lnTo>
                  <a:pt x="4930" y="21214"/>
                </a:lnTo>
                <a:cubicBezTo>
                  <a:pt x="4979" y="21433"/>
                  <a:pt x="5166" y="21600"/>
                  <a:pt x="5400" y="21600"/>
                </a:cubicBezTo>
                <a:lnTo>
                  <a:pt x="9327" y="21600"/>
                </a:lnTo>
                <a:cubicBezTo>
                  <a:pt x="9598" y="21600"/>
                  <a:pt x="9818" y="21381"/>
                  <a:pt x="9818" y="21109"/>
                </a:cubicBezTo>
                <a:cubicBezTo>
                  <a:pt x="9818" y="21072"/>
                  <a:pt x="9805" y="21039"/>
                  <a:pt x="9797" y="21005"/>
                </a:cubicBezTo>
                <a:lnTo>
                  <a:pt x="9806" y="21003"/>
                </a:lnTo>
                <a:lnTo>
                  <a:pt x="8249" y="14329"/>
                </a:lnTo>
                <a:lnTo>
                  <a:pt x="16691" y="16811"/>
                </a:lnTo>
                <a:lnTo>
                  <a:pt x="16691" y="17182"/>
                </a:lnTo>
                <a:cubicBezTo>
                  <a:pt x="16691" y="17995"/>
                  <a:pt x="17350" y="18655"/>
                  <a:pt x="18164" y="18655"/>
                </a:cubicBezTo>
                <a:cubicBezTo>
                  <a:pt x="18977" y="18655"/>
                  <a:pt x="19636" y="17995"/>
                  <a:pt x="19636" y="17182"/>
                </a:cubicBezTo>
                <a:lnTo>
                  <a:pt x="19636" y="12273"/>
                </a:lnTo>
                <a:cubicBezTo>
                  <a:pt x="20721" y="12273"/>
                  <a:pt x="21600" y="11394"/>
                  <a:pt x="21600" y="10309"/>
                </a:cubicBezTo>
                <a:lnTo>
                  <a:pt x="21600" y="8345"/>
                </a:lnTo>
                <a:cubicBezTo>
                  <a:pt x="21600" y="7261"/>
                  <a:pt x="20721" y="6382"/>
                  <a:pt x="19636" y="63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2" name="TextBox 201"/>
          <p:cNvSpPr txBox="1"/>
          <p:nvPr userDrawn="1"/>
        </p:nvSpPr>
        <p:spPr>
          <a:xfrm>
            <a:off x="4691786" y="6313661"/>
            <a:ext cx="1957587" cy="441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/>
              <a:t>아이콘 색상 변경 가능 </a:t>
            </a:r>
            <a:r>
              <a:rPr lang="en-US" altLang="ko-KR" sz="800" dirty="0" smtClean="0"/>
              <a:t>– </a:t>
            </a:r>
            <a:r>
              <a:rPr lang="ko-KR" altLang="en-US" sz="800" smtClean="0"/>
              <a:t>도형채우기</a:t>
            </a:r>
            <a:endParaRPr lang="en-US" altLang="ko-KR" sz="8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/>
              <a:t>이미지 확대 가능 </a:t>
            </a:r>
            <a:r>
              <a:rPr lang="en-US" altLang="ko-KR" sz="800" dirty="0" smtClean="0"/>
              <a:t>- </a:t>
            </a:r>
            <a:r>
              <a:rPr lang="ko-KR" altLang="en-US" sz="800"/>
              <a:t>벡터 이미지 </a:t>
            </a:r>
          </a:p>
        </p:txBody>
      </p:sp>
      <p:sp>
        <p:nvSpPr>
          <p:cNvPr id="203" name="Freeform 106"/>
          <p:cNvSpPr>
            <a:spLocks noEditPoints="1"/>
          </p:cNvSpPr>
          <p:nvPr userDrawn="1"/>
        </p:nvSpPr>
        <p:spPr bwMode="auto">
          <a:xfrm>
            <a:off x="8357746" y="5756342"/>
            <a:ext cx="297632" cy="234332"/>
          </a:xfrm>
          <a:custGeom>
            <a:avLst/>
            <a:gdLst>
              <a:gd name="T0" fmla="*/ 2147483646 w 64"/>
              <a:gd name="T1" fmla="*/ 2147483646 h 55"/>
              <a:gd name="T2" fmla="*/ 2147483646 w 64"/>
              <a:gd name="T3" fmla="*/ 2147483646 h 55"/>
              <a:gd name="T4" fmla="*/ 2147483646 w 64"/>
              <a:gd name="T5" fmla="*/ 2147483646 h 55"/>
              <a:gd name="T6" fmla="*/ 2147483646 w 64"/>
              <a:gd name="T7" fmla="*/ 2147483646 h 55"/>
              <a:gd name="T8" fmla="*/ 2147483646 w 64"/>
              <a:gd name="T9" fmla="*/ 2147483646 h 55"/>
              <a:gd name="T10" fmla="*/ 2147483646 w 64"/>
              <a:gd name="T11" fmla="*/ 2147483646 h 55"/>
              <a:gd name="T12" fmla="*/ 2147483646 w 64"/>
              <a:gd name="T13" fmla="*/ 2147483646 h 55"/>
              <a:gd name="T14" fmla="*/ 2147483646 w 64"/>
              <a:gd name="T15" fmla="*/ 2147483646 h 55"/>
              <a:gd name="T16" fmla="*/ 2147483646 w 64"/>
              <a:gd name="T17" fmla="*/ 2147483646 h 55"/>
              <a:gd name="T18" fmla="*/ 0 w 64"/>
              <a:gd name="T19" fmla="*/ 2147483646 h 55"/>
              <a:gd name="T20" fmla="*/ 0 w 64"/>
              <a:gd name="T21" fmla="*/ 2147483646 h 55"/>
              <a:gd name="T22" fmla="*/ 2147483646 w 64"/>
              <a:gd name="T23" fmla="*/ 2147483646 h 55"/>
              <a:gd name="T24" fmla="*/ 2147483646 w 64"/>
              <a:gd name="T25" fmla="*/ 2147483646 h 55"/>
              <a:gd name="T26" fmla="*/ 2147483646 w 64"/>
              <a:gd name="T27" fmla="*/ 2147483646 h 55"/>
              <a:gd name="T28" fmla="*/ 2147483646 w 64"/>
              <a:gd name="T29" fmla="*/ 2147483646 h 55"/>
              <a:gd name="T30" fmla="*/ 2147483646 w 64"/>
              <a:gd name="T31" fmla="*/ 0 h 55"/>
              <a:gd name="T32" fmla="*/ 2147483646 w 64"/>
              <a:gd name="T33" fmla="*/ 2147483646 h 55"/>
              <a:gd name="T34" fmla="*/ 2147483646 w 64"/>
              <a:gd name="T35" fmla="*/ 2147483646 h 55"/>
              <a:gd name="T36" fmla="*/ 2147483646 w 64"/>
              <a:gd name="T37" fmla="*/ 2147483646 h 55"/>
              <a:gd name="T38" fmla="*/ 2147483646 w 64"/>
              <a:gd name="T39" fmla="*/ 2147483646 h 55"/>
              <a:gd name="T40" fmla="*/ 2147483646 w 64"/>
              <a:gd name="T41" fmla="*/ 2147483646 h 55"/>
              <a:gd name="T42" fmla="*/ 2147483646 w 64"/>
              <a:gd name="T43" fmla="*/ 2147483646 h 55"/>
              <a:gd name="T44" fmla="*/ 2147483646 w 64"/>
              <a:gd name="T45" fmla="*/ 2147483646 h 55"/>
              <a:gd name="T46" fmla="*/ 2147483646 w 64"/>
              <a:gd name="T47" fmla="*/ 2147483646 h 55"/>
              <a:gd name="T48" fmla="*/ 2147483646 w 64"/>
              <a:gd name="T49" fmla="*/ 2147483646 h 55"/>
              <a:gd name="T50" fmla="*/ 2147483646 w 64"/>
              <a:gd name="T51" fmla="*/ 2147483646 h 55"/>
              <a:gd name="T52" fmla="*/ 2147483646 w 64"/>
              <a:gd name="T53" fmla="*/ 2147483646 h 55"/>
              <a:gd name="T54" fmla="*/ 2147483646 w 64"/>
              <a:gd name="T55" fmla="*/ 2147483646 h 55"/>
              <a:gd name="T56" fmla="*/ 2147483646 w 64"/>
              <a:gd name="T57" fmla="*/ 2147483646 h 55"/>
              <a:gd name="T58" fmla="*/ 2147483646 w 64"/>
              <a:gd name="T59" fmla="*/ 2147483646 h 55"/>
              <a:gd name="T60" fmla="*/ 2147483646 w 64"/>
              <a:gd name="T61" fmla="*/ 2147483646 h 55"/>
              <a:gd name="T62" fmla="*/ 2147483646 w 64"/>
              <a:gd name="T63" fmla="*/ 2147483646 h 55"/>
              <a:gd name="T64" fmla="*/ 2147483646 w 64"/>
              <a:gd name="T65" fmla="*/ 2147483646 h 55"/>
              <a:gd name="T66" fmla="*/ 2147483646 w 64"/>
              <a:gd name="T67" fmla="*/ 2147483646 h 55"/>
              <a:gd name="T68" fmla="*/ 2147483646 w 64"/>
              <a:gd name="T69" fmla="*/ 2147483646 h 55"/>
              <a:gd name="T70" fmla="*/ 2147483646 w 64"/>
              <a:gd name="T71" fmla="*/ 2147483646 h 55"/>
              <a:gd name="T72" fmla="*/ 2147483646 w 64"/>
              <a:gd name="T73" fmla="*/ 2147483646 h 55"/>
              <a:gd name="T74" fmla="*/ 2147483646 w 64"/>
              <a:gd name="T75" fmla="*/ 2147483646 h 55"/>
              <a:gd name="T76" fmla="*/ 2147483646 w 64"/>
              <a:gd name="T77" fmla="*/ 2147483646 h 55"/>
              <a:gd name="T78" fmla="*/ 2147483646 w 64"/>
              <a:gd name="T79" fmla="*/ 2147483646 h 55"/>
              <a:gd name="T80" fmla="*/ 2147483646 w 64"/>
              <a:gd name="T81" fmla="*/ 2147483646 h 55"/>
              <a:gd name="T82" fmla="*/ 2147483646 w 64"/>
              <a:gd name="T83" fmla="*/ 2147483646 h 55"/>
              <a:gd name="T84" fmla="*/ 2147483646 w 64"/>
              <a:gd name="T85" fmla="*/ 2147483646 h 55"/>
              <a:gd name="T86" fmla="*/ 2147483646 w 64"/>
              <a:gd name="T87" fmla="*/ 2147483646 h 55"/>
              <a:gd name="T88" fmla="*/ 2147483646 w 64"/>
              <a:gd name="T89" fmla="*/ 2147483646 h 55"/>
              <a:gd name="T90" fmla="*/ 2147483646 w 64"/>
              <a:gd name="T91" fmla="*/ 2147483646 h 55"/>
              <a:gd name="T92" fmla="*/ 2147483646 w 64"/>
              <a:gd name="T93" fmla="*/ 2147483646 h 5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64" h="55">
                <a:moveTo>
                  <a:pt x="55" y="32"/>
                </a:moveTo>
                <a:cubicBezTo>
                  <a:pt x="49" y="32"/>
                  <a:pt x="49" y="32"/>
                  <a:pt x="49" y="32"/>
                </a:cubicBezTo>
                <a:cubicBezTo>
                  <a:pt x="48" y="33"/>
                  <a:pt x="48" y="35"/>
                  <a:pt x="47" y="36"/>
                </a:cubicBezTo>
                <a:cubicBezTo>
                  <a:pt x="47" y="36"/>
                  <a:pt x="47" y="37"/>
                  <a:pt x="47" y="38"/>
                </a:cubicBezTo>
                <a:cubicBezTo>
                  <a:pt x="47" y="40"/>
                  <a:pt x="47" y="42"/>
                  <a:pt x="45" y="44"/>
                </a:cubicBezTo>
                <a:cubicBezTo>
                  <a:pt x="45" y="51"/>
                  <a:pt x="41" y="55"/>
                  <a:pt x="34" y="55"/>
                </a:cubicBezTo>
                <a:cubicBezTo>
                  <a:pt x="30" y="55"/>
                  <a:pt x="26" y="53"/>
                  <a:pt x="23" y="52"/>
                </a:cubicBezTo>
                <a:cubicBezTo>
                  <a:pt x="20" y="51"/>
                  <a:pt x="17" y="50"/>
                  <a:pt x="15" y="50"/>
                </a:cubicBezTo>
                <a:cubicBezTo>
                  <a:pt x="4" y="50"/>
                  <a:pt x="4" y="50"/>
                  <a:pt x="4" y="50"/>
                </a:cubicBezTo>
                <a:cubicBezTo>
                  <a:pt x="2" y="50"/>
                  <a:pt x="0" y="48"/>
                  <a:pt x="0" y="45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0"/>
                  <a:pt x="2" y="18"/>
                  <a:pt x="4" y="18"/>
                </a:cubicBezTo>
                <a:cubicBezTo>
                  <a:pt x="15" y="18"/>
                  <a:pt x="15" y="18"/>
                  <a:pt x="15" y="18"/>
                </a:cubicBezTo>
                <a:cubicBezTo>
                  <a:pt x="16" y="18"/>
                  <a:pt x="19" y="15"/>
                  <a:pt x="20" y="14"/>
                </a:cubicBezTo>
                <a:cubicBezTo>
                  <a:pt x="21" y="12"/>
                  <a:pt x="22" y="11"/>
                  <a:pt x="23" y="9"/>
                </a:cubicBezTo>
                <a:cubicBezTo>
                  <a:pt x="25" y="6"/>
                  <a:pt x="27" y="0"/>
                  <a:pt x="32" y="0"/>
                </a:cubicBezTo>
                <a:cubicBezTo>
                  <a:pt x="37" y="0"/>
                  <a:pt x="42" y="3"/>
                  <a:pt x="42" y="9"/>
                </a:cubicBezTo>
                <a:cubicBezTo>
                  <a:pt x="42" y="10"/>
                  <a:pt x="42" y="12"/>
                  <a:pt x="41" y="13"/>
                </a:cubicBezTo>
                <a:cubicBezTo>
                  <a:pt x="55" y="13"/>
                  <a:pt x="55" y="13"/>
                  <a:pt x="55" y="13"/>
                </a:cubicBezTo>
                <a:cubicBezTo>
                  <a:pt x="60" y="13"/>
                  <a:pt x="64" y="18"/>
                  <a:pt x="64" y="23"/>
                </a:cubicBezTo>
                <a:cubicBezTo>
                  <a:pt x="64" y="28"/>
                  <a:pt x="60" y="32"/>
                  <a:pt x="55" y="32"/>
                </a:cubicBezTo>
                <a:close/>
                <a:moveTo>
                  <a:pt x="7" y="41"/>
                </a:moveTo>
                <a:cubicBezTo>
                  <a:pt x="5" y="41"/>
                  <a:pt x="4" y="42"/>
                  <a:pt x="4" y="43"/>
                </a:cubicBezTo>
                <a:cubicBezTo>
                  <a:pt x="4" y="44"/>
                  <a:pt x="5" y="45"/>
                  <a:pt x="7" y="45"/>
                </a:cubicBezTo>
                <a:cubicBezTo>
                  <a:pt x="8" y="45"/>
                  <a:pt x="9" y="44"/>
                  <a:pt x="9" y="43"/>
                </a:cubicBezTo>
                <a:cubicBezTo>
                  <a:pt x="9" y="42"/>
                  <a:pt x="8" y="41"/>
                  <a:pt x="7" y="41"/>
                </a:cubicBezTo>
                <a:close/>
                <a:moveTo>
                  <a:pt x="55" y="18"/>
                </a:moveTo>
                <a:cubicBezTo>
                  <a:pt x="34" y="18"/>
                  <a:pt x="34" y="18"/>
                  <a:pt x="34" y="18"/>
                </a:cubicBezTo>
                <a:cubicBezTo>
                  <a:pt x="34" y="16"/>
                  <a:pt x="37" y="13"/>
                  <a:pt x="37" y="9"/>
                </a:cubicBezTo>
                <a:cubicBezTo>
                  <a:pt x="37" y="5"/>
                  <a:pt x="35" y="4"/>
                  <a:pt x="32" y="4"/>
                </a:cubicBezTo>
                <a:cubicBezTo>
                  <a:pt x="31" y="4"/>
                  <a:pt x="29" y="8"/>
                  <a:pt x="29" y="9"/>
                </a:cubicBezTo>
                <a:cubicBezTo>
                  <a:pt x="28" y="10"/>
                  <a:pt x="28" y="11"/>
                  <a:pt x="27" y="12"/>
                </a:cubicBezTo>
                <a:cubicBezTo>
                  <a:pt x="26" y="13"/>
                  <a:pt x="25" y="15"/>
                  <a:pt x="23" y="17"/>
                </a:cubicBezTo>
                <a:cubicBezTo>
                  <a:pt x="21" y="19"/>
                  <a:pt x="18" y="23"/>
                  <a:pt x="15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3" y="45"/>
                  <a:pt x="13" y="45"/>
                  <a:pt x="13" y="45"/>
                </a:cubicBezTo>
                <a:cubicBezTo>
                  <a:pt x="15" y="45"/>
                  <a:pt x="15" y="45"/>
                  <a:pt x="15" y="45"/>
                </a:cubicBezTo>
                <a:cubicBezTo>
                  <a:pt x="21" y="45"/>
                  <a:pt x="27" y="50"/>
                  <a:pt x="34" y="50"/>
                </a:cubicBezTo>
                <a:cubicBezTo>
                  <a:pt x="38" y="50"/>
                  <a:pt x="41" y="48"/>
                  <a:pt x="41" y="44"/>
                </a:cubicBezTo>
                <a:cubicBezTo>
                  <a:pt x="41" y="43"/>
                  <a:pt x="41" y="43"/>
                  <a:pt x="40" y="42"/>
                </a:cubicBezTo>
                <a:cubicBezTo>
                  <a:pt x="42" y="41"/>
                  <a:pt x="43" y="39"/>
                  <a:pt x="43" y="38"/>
                </a:cubicBezTo>
                <a:cubicBezTo>
                  <a:pt x="43" y="37"/>
                  <a:pt x="43" y="36"/>
                  <a:pt x="42" y="35"/>
                </a:cubicBezTo>
                <a:cubicBezTo>
                  <a:pt x="43" y="34"/>
                  <a:pt x="44" y="33"/>
                  <a:pt x="44" y="31"/>
                </a:cubicBezTo>
                <a:cubicBezTo>
                  <a:pt x="44" y="30"/>
                  <a:pt x="44" y="28"/>
                  <a:pt x="43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7" y="27"/>
                  <a:pt x="59" y="25"/>
                  <a:pt x="59" y="23"/>
                </a:cubicBezTo>
                <a:cubicBezTo>
                  <a:pt x="59" y="20"/>
                  <a:pt x="57" y="18"/>
                  <a:pt x="55" y="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Freeform 8"/>
          <p:cNvSpPr>
            <a:spLocks/>
          </p:cNvSpPr>
          <p:nvPr userDrawn="1"/>
        </p:nvSpPr>
        <p:spPr bwMode="auto">
          <a:xfrm>
            <a:off x="8737107" y="5733720"/>
            <a:ext cx="276105" cy="273259"/>
          </a:xfrm>
          <a:custGeom>
            <a:avLst/>
            <a:gdLst>
              <a:gd name="T0" fmla="*/ 2147483646 w 120"/>
              <a:gd name="T1" fmla="*/ 2147483646 h 119"/>
              <a:gd name="T2" fmla="*/ 2147483646 w 120"/>
              <a:gd name="T3" fmla="*/ 2147483646 h 119"/>
              <a:gd name="T4" fmla="*/ 2147483646 w 120"/>
              <a:gd name="T5" fmla="*/ 2147483646 h 119"/>
              <a:gd name="T6" fmla="*/ 2147483646 w 120"/>
              <a:gd name="T7" fmla="*/ 2147483646 h 119"/>
              <a:gd name="T8" fmla="*/ 2147483646 w 120"/>
              <a:gd name="T9" fmla="*/ 2147483646 h 119"/>
              <a:gd name="T10" fmla="*/ 2147483646 w 120"/>
              <a:gd name="T11" fmla="*/ 2147483646 h 119"/>
              <a:gd name="T12" fmla="*/ 2147483646 w 120"/>
              <a:gd name="T13" fmla="*/ 2147483646 h 119"/>
              <a:gd name="T14" fmla="*/ 2147483646 w 120"/>
              <a:gd name="T15" fmla="*/ 2147483646 h 119"/>
              <a:gd name="T16" fmla="*/ 2147483646 w 120"/>
              <a:gd name="T17" fmla="*/ 2147483646 h 119"/>
              <a:gd name="T18" fmla="*/ 2147483646 w 120"/>
              <a:gd name="T19" fmla="*/ 2147483646 h 119"/>
              <a:gd name="T20" fmla="*/ 2147483646 w 120"/>
              <a:gd name="T21" fmla="*/ 2147483646 h 119"/>
              <a:gd name="T22" fmla="*/ 2147483646 w 120"/>
              <a:gd name="T23" fmla="*/ 2147483646 h 119"/>
              <a:gd name="T24" fmla="*/ 2147483646 w 120"/>
              <a:gd name="T25" fmla="*/ 2147483646 h 119"/>
              <a:gd name="T26" fmla="*/ 2147483646 w 120"/>
              <a:gd name="T27" fmla="*/ 2147483646 h 119"/>
              <a:gd name="T28" fmla="*/ 2147483646 w 120"/>
              <a:gd name="T29" fmla="*/ 2147483646 h 119"/>
              <a:gd name="T30" fmla="*/ 2147483646 w 120"/>
              <a:gd name="T31" fmla="*/ 2147483646 h 119"/>
              <a:gd name="T32" fmla="*/ 2147483646 w 120"/>
              <a:gd name="T33" fmla="*/ 2147483646 h 119"/>
              <a:gd name="T34" fmla="*/ 2147483646 w 120"/>
              <a:gd name="T35" fmla="*/ 2147483646 h 119"/>
              <a:gd name="T36" fmla="*/ 2147483646 w 120"/>
              <a:gd name="T37" fmla="*/ 2147483646 h 119"/>
              <a:gd name="T38" fmla="*/ 2147483646 w 120"/>
              <a:gd name="T39" fmla="*/ 2147483646 h 119"/>
              <a:gd name="T40" fmla="*/ 2147483646 w 120"/>
              <a:gd name="T41" fmla="*/ 2147483646 h 119"/>
              <a:gd name="T42" fmla="*/ 2147483646 w 120"/>
              <a:gd name="T43" fmla="*/ 2147483646 h 119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20" h="119">
                <a:moveTo>
                  <a:pt x="39" y="119"/>
                </a:moveTo>
                <a:cubicBezTo>
                  <a:pt x="89" y="119"/>
                  <a:pt x="89" y="119"/>
                  <a:pt x="89" y="119"/>
                </a:cubicBezTo>
                <a:cubicBezTo>
                  <a:pt x="89" y="119"/>
                  <a:pt x="109" y="68"/>
                  <a:pt x="114" y="52"/>
                </a:cubicBezTo>
                <a:cubicBezTo>
                  <a:pt x="120" y="36"/>
                  <a:pt x="106" y="32"/>
                  <a:pt x="100" y="47"/>
                </a:cubicBezTo>
                <a:cubicBezTo>
                  <a:pt x="96" y="58"/>
                  <a:pt x="94" y="60"/>
                  <a:pt x="94" y="60"/>
                </a:cubicBezTo>
                <a:cubicBezTo>
                  <a:pt x="94" y="60"/>
                  <a:pt x="88" y="60"/>
                  <a:pt x="89" y="53"/>
                </a:cubicBezTo>
                <a:cubicBezTo>
                  <a:pt x="90" y="45"/>
                  <a:pt x="92" y="34"/>
                  <a:pt x="94" y="18"/>
                </a:cubicBezTo>
                <a:cubicBezTo>
                  <a:pt x="96" y="8"/>
                  <a:pt x="80" y="7"/>
                  <a:pt x="79" y="15"/>
                </a:cubicBezTo>
                <a:cubicBezTo>
                  <a:pt x="78" y="23"/>
                  <a:pt x="75" y="45"/>
                  <a:pt x="74" y="50"/>
                </a:cubicBezTo>
                <a:cubicBezTo>
                  <a:pt x="73" y="55"/>
                  <a:pt x="67" y="59"/>
                  <a:pt x="66" y="47"/>
                </a:cubicBezTo>
                <a:cubicBezTo>
                  <a:pt x="66" y="39"/>
                  <a:pt x="65" y="27"/>
                  <a:pt x="65" y="11"/>
                </a:cubicBezTo>
                <a:cubicBezTo>
                  <a:pt x="65" y="0"/>
                  <a:pt x="48" y="1"/>
                  <a:pt x="48" y="11"/>
                </a:cubicBezTo>
                <a:cubicBezTo>
                  <a:pt x="48" y="18"/>
                  <a:pt x="49" y="46"/>
                  <a:pt x="49" y="52"/>
                </a:cubicBezTo>
                <a:cubicBezTo>
                  <a:pt x="49" y="57"/>
                  <a:pt x="46" y="59"/>
                  <a:pt x="43" y="51"/>
                </a:cubicBezTo>
                <a:cubicBezTo>
                  <a:pt x="39" y="43"/>
                  <a:pt x="35" y="34"/>
                  <a:pt x="32" y="26"/>
                </a:cubicBezTo>
                <a:cubicBezTo>
                  <a:pt x="27" y="14"/>
                  <a:pt x="13" y="22"/>
                  <a:pt x="16" y="30"/>
                </a:cubicBezTo>
                <a:cubicBezTo>
                  <a:pt x="19" y="37"/>
                  <a:pt x="26" y="53"/>
                  <a:pt x="31" y="66"/>
                </a:cubicBezTo>
                <a:cubicBezTo>
                  <a:pt x="34" y="72"/>
                  <a:pt x="37" y="84"/>
                  <a:pt x="29" y="78"/>
                </a:cubicBezTo>
                <a:cubicBezTo>
                  <a:pt x="23" y="73"/>
                  <a:pt x="21" y="69"/>
                  <a:pt x="14" y="64"/>
                </a:cubicBezTo>
                <a:cubicBezTo>
                  <a:pt x="7" y="60"/>
                  <a:pt x="0" y="69"/>
                  <a:pt x="3" y="73"/>
                </a:cubicBezTo>
                <a:cubicBezTo>
                  <a:pt x="9" y="80"/>
                  <a:pt x="19" y="91"/>
                  <a:pt x="26" y="102"/>
                </a:cubicBezTo>
                <a:cubicBezTo>
                  <a:pt x="31" y="110"/>
                  <a:pt x="39" y="119"/>
                  <a:pt x="39" y="11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Freeform 53"/>
          <p:cNvSpPr>
            <a:spLocks noEditPoints="1"/>
          </p:cNvSpPr>
          <p:nvPr userDrawn="1"/>
        </p:nvSpPr>
        <p:spPr bwMode="auto">
          <a:xfrm>
            <a:off x="9131078" y="5756342"/>
            <a:ext cx="222188" cy="250638"/>
          </a:xfrm>
          <a:custGeom>
            <a:avLst/>
            <a:gdLst>
              <a:gd name="T0" fmla="*/ 0 w 103"/>
              <a:gd name="T1" fmla="*/ 2147483646 h 116"/>
              <a:gd name="T2" fmla="*/ 0 w 103"/>
              <a:gd name="T3" fmla="*/ 2147483646 h 116"/>
              <a:gd name="T4" fmla="*/ 2147483646 w 103"/>
              <a:gd name="T5" fmla="*/ 2147483646 h 116"/>
              <a:gd name="T6" fmla="*/ 2147483646 w 103"/>
              <a:gd name="T7" fmla="*/ 2147483646 h 116"/>
              <a:gd name="T8" fmla="*/ 2147483646 w 103"/>
              <a:gd name="T9" fmla="*/ 2147483646 h 116"/>
              <a:gd name="T10" fmla="*/ 2147483646 w 103"/>
              <a:gd name="T11" fmla="*/ 2147483646 h 116"/>
              <a:gd name="T12" fmla="*/ 2147483646 w 103"/>
              <a:gd name="T13" fmla="*/ 2147483646 h 116"/>
              <a:gd name="T14" fmla="*/ 2147483646 w 103"/>
              <a:gd name="T15" fmla="*/ 2147483646 h 116"/>
              <a:gd name="T16" fmla="*/ 2147483646 w 103"/>
              <a:gd name="T17" fmla="*/ 2147483646 h 116"/>
              <a:gd name="T18" fmla="*/ 2147483646 w 103"/>
              <a:gd name="T19" fmla="*/ 2147483646 h 116"/>
              <a:gd name="T20" fmla="*/ 2147483646 w 103"/>
              <a:gd name="T21" fmla="*/ 2147483646 h 116"/>
              <a:gd name="T22" fmla="*/ 2147483646 w 103"/>
              <a:gd name="T23" fmla="*/ 2147483646 h 116"/>
              <a:gd name="T24" fmla="*/ 2147483646 w 103"/>
              <a:gd name="T25" fmla="*/ 2147483646 h 116"/>
              <a:gd name="T26" fmla="*/ 2147483646 w 103"/>
              <a:gd name="T27" fmla="*/ 0 h 116"/>
              <a:gd name="T28" fmla="*/ 2147483646 w 103"/>
              <a:gd name="T29" fmla="*/ 0 h 116"/>
              <a:gd name="T30" fmla="*/ 2147483646 w 103"/>
              <a:gd name="T31" fmla="*/ 2147483646 h 116"/>
              <a:gd name="T32" fmla="*/ 2147483646 w 103"/>
              <a:gd name="T33" fmla="*/ 2147483646 h 116"/>
              <a:gd name="T34" fmla="*/ 2147483646 w 103"/>
              <a:gd name="T35" fmla="*/ 2147483646 h 116"/>
              <a:gd name="T36" fmla="*/ 2147483646 w 103"/>
              <a:gd name="T37" fmla="*/ 2147483646 h 116"/>
              <a:gd name="T38" fmla="*/ 2147483646 w 103"/>
              <a:gd name="T39" fmla="*/ 2147483646 h 116"/>
              <a:gd name="T40" fmla="*/ 0 w 103"/>
              <a:gd name="T41" fmla="*/ 2147483646 h 116"/>
              <a:gd name="T42" fmla="*/ 2147483646 w 103"/>
              <a:gd name="T43" fmla="*/ 2147483646 h 116"/>
              <a:gd name="T44" fmla="*/ 2147483646 w 103"/>
              <a:gd name="T45" fmla="*/ 2147483646 h 116"/>
              <a:gd name="T46" fmla="*/ 2147483646 w 103"/>
              <a:gd name="T47" fmla="*/ 2147483646 h 116"/>
              <a:gd name="T48" fmla="*/ 2147483646 w 103"/>
              <a:gd name="T49" fmla="*/ 2147483646 h 116"/>
              <a:gd name="T50" fmla="*/ 2147483646 w 103"/>
              <a:gd name="T51" fmla="*/ 2147483646 h 116"/>
              <a:gd name="T52" fmla="*/ 2147483646 w 103"/>
              <a:gd name="T53" fmla="*/ 2147483646 h 116"/>
              <a:gd name="T54" fmla="*/ 2147483646 w 103"/>
              <a:gd name="T55" fmla="*/ 2147483646 h 116"/>
              <a:gd name="T56" fmla="*/ 2147483646 w 103"/>
              <a:gd name="T57" fmla="*/ 2147483646 h 116"/>
              <a:gd name="T58" fmla="*/ 2147483646 w 103"/>
              <a:gd name="T59" fmla="*/ 2147483646 h 116"/>
              <a:gd name="T60" fmla="*/ 2147483646 w 103"/>
              <a:gd name="T61" fmla="*/ 2147483646 h 116"/>
              <a:gd name="T62" fmla="*/ 2147483646 w 103"/>
              <a:gd name="T63" fmla="*/ 2147483646 h 116"/>
              <a:gd name="T64" fmla="*/ 2147483646 w 103"/>
              <a:gd name="T65" fmla="*/ 2147483646 h 116"/>
              <a:gd name="T66" fmla="*/ 2147483646 w 103"/>
              <a:gd name="T67" fmla="*/ 2147483646 h 116"/>
              <a:gd name="T68" fmla="*/ 2147483646 w 103"/>
              <a:gd name="T69" fmla="*/ 2147483646 h 116"/>
              <a:gd name="T70" fmla="*/ 2147483646 w 103"/>
              <a:gd name="T71" fmla="*/ 2147483646 h 116"/>
              <a:gd name="T72" fmla="*/ 2147483646 w 103"/>
              <a:gd name="T73" fmla="*/ 2147483646 h 116"/>
              <a:gd name="T74" fmla="*/ 2147483646 w 103"/>
              <a:gd name="T75" fmla="*/ 2147483646 h 116"/>
              <a:gd name="T76" fmla="*/ 2147483646 w 103"/>
              <a:gd name="T77" fmla="*/ 2147483646 h 116"/>
              <a:gd name="T78" fmla="*/ 2147483646 w 103"/>
              <a:gd name="T79" fmla="*/ 2147483646 h 116"/>
              <a:gd name="T80" fmla="*/ 2147483646 w 103"/>
              <a:gd name="T81" fmla="*/ 2147483646 h 116"/>
              <a:gd name="T82" fmla="*/ 2147483646 w 103"/>
              <a:gd name="T83" fmla="*/ 2147483646 h 116"/>
              <a:gd name="T84" fmla="*/ 2147483646 w 103"/>
              <a:gd name="T85" fmla="*/ 2147483646 h 116"/>
              <a:gd name="T86" fmla="*/ 2147483646 w 103"/>
              <a:gd name="T87" fmla="*/ 2147483646 h 116"/>
              <a:gd name="T88" fmla="*/ 2147483646 w 103"/>
              <a:gd name="T89" fmla="*/ 2147483646 h 116"/>
              <a:gd name="T90" fmla="*/ 2147483646 w 103"/>
              <a:gd name="T91" fmla="*/ 2147483646 h 116"/>
              <a:gd name="T92" fmla="*/ 2147483646 w 103"/>
              <a:gd name="T93" fmla="*/ 2147483646 h 116"/>
              <a:gd name="T94" fmla="*/ 2147483646 w 103"/>
              <a:gd name="T95" fmla="*/ 2147483646 h 116"/>
              <a:gd name="T96" fmla="*/ 2147483646 w 103"/>
              <a:gd name="T97" fmla="*/ 2147483646 h 116"/>
              <a:gd name="T98" fmla="*/ 2147483646 w 103"/>
              <a:gd name="T99" fmla="*/ 2147483646 h 116"/>
              <a:gd name="T100" fmla="*/ 2147483646 w 103"/>
              <a:gd name="T101" fmla="*/ 2147483646 h 116"/>
              <a:gd name="T102" fmla="*/ 2147483646 w 103"/>
              <a:gd name="T103" fmla="*/ 2147483646 h 116"/>
              <a:gd name="T104" fmla="*/ 2147483646 w 103"/>
              <a:gd name="T105" fmla="*/ 2147483646 h 116"/>
              <a:gd name="T106" fmla="*/ 2147483646 w 103"/>
              <a:gd name="T107" fmla="*/ 2147483646 h 116"/>
              <a:gd name="T108" fmla="*/ 2147483646 w 103"/>
              <a:gd name="T109" fmla="*/ 2147483646 h 116"/>
              <a:gd name="T110" fmla="*/ 2147483646 w 103"/>
              <a:gd name="T111" fmla="*/ 2147483646 h 116"/>
              <a:gd name="T112" fmla="*/ 2147483646 w 103"/>
              <a:gd name="T113" fmla="*/ 2147483646 h 116"/>
              <a:gd name="T114" fmla="*/ 2147483646 w 103"/>
              <a:gd name="T115" fmla="*/ 2147483646 h 11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103" h="116">
                <a:moveTo>
                  <a:pt x="0" y="29"/>
                </a:moveTo>
                <a:cubicBezTo>
                  <a:pt x="0" y="87"/>
                  <a:pt x="0" y="87"/>
                  <a:pt x="0" y="87"/>
                </a:cubicBezTo>
                <a:cubicBezTo>
                  <a:pt x="0" y="101"/>
                  <a:pt x="0" y="116"/>
                  <a:pt x="22" y="116"/>
                </a:cubicBezTo>
                <a:cubicBezTo>
                  <a:pt x="51" y="116"/>
                  <a:pt x="51" y="116"/>
                  <a:pt x="51" y="116"/>
                </a:cubicBezTo>
                <a:cubicBezTo>
                  <a:pt x="68" y="116"/>
                  <a:pt x="72" y="107"/>
                  <a:pt x="73" y="97"/>
                </a:cubicBezTo>
                <a:cubicBezTo>
                  <a:pt x="100" y="63"/>
                  <a:pt x="100" y="63"/>
                  <a:pt x="100" y="63"/>
                </a:cubicBezTo>
                <a:cubicBezTo>
                  <a:pt x="103" y="60"/>
                  <a:pt x="102" y="56"/>
                  <a:pt x="100" y="53"/>
                </a:cubicBezTo>
                <a:cubicBezTo>
                  <a:pt x="99" y="52"/>
                  <a:pt x="94" y="48"/>
                  <a:pt x="87" y="48"/>
                </a:cubicBezTo>
                <a:cubicBezTo>
                  <a:pt x="84" y="48"/>
                  <a:pt x="80" y="49"/>
                  <a:pt x="75" y="53"/>
                </a:cubicBezTo>
                <a:cubicBezTo>
                  <a:pt x="66" y="62"/>
                  <a:pt x="66" y="62"/>
                  <a:pt x="66" y="62"/>
                </a:cubicBezTo>
                <a:cubicBezTo>
                  <a:pt x="66" y="14"/>
                  <a:pt x="66" y="14"/>
                  <a:pt x="66" y="14"/>
                </a:cubicBezTo>
                <a:cubicBezTo>
                  <a:pt x="66" y="10"/>
                  <a:pt x="62" y="7"/>
                  <a:pt x="58" y="7"/>
                </a:cubicBezTo>
                <a:cubicBezTo>
                  <a:pt x="51" y="7"/>
                  <a:pt x="51" y="7"/>
                  <a:pt x="51" y="7"/>
                </a:cubicBezTo>
                <a:cubicBezTo>
                  <a:pt x="51" y="3"/>
                  <a:pt x="48" y="0"/>
                  <a:pt x="44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3" y="0"/>
                  <a:pt x="29" y="3"/>
                  <a:pt x="29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18" y="7"/>
                  <a:pt x="15" y="10"/>
                  <a:pt x="15" y="14"/>
                </a:cubicBezTo>
                <a:cubicBezTo>
                  <a:pt x="15" y="22"/>
                  <a:pt x="15" y="22"/>
                  <a:pt x="15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4" y="22"/>
                  <a:pt x="0" y="25"/>
                  <a:pt x="0" y="29"/>
                </a:cubicBezTo>
                <a:close/>
                <a:moveTo>
                  <a:pt x="8" y="29"/>
                </a:moveTo>
                <a:cubicBezTo>
                  <a:pt x="15" y="29"/>
                  <a:pt x="15" y="29"/>
                  <a:pt x="15" y="29"/>
                </a:cubicBezTo>
                <a:cubicBezTo>
                  <a:pt x="15" y="36"/>
                  <a:pt x="15" y="36"/>
                  <a:pt x="15" y="36"/>
                </a:cubicBezTo>
                <a:cubicBezTo>
                  <a:pt x="15" y="58"/>
                  <a:pt x="15" y="58"/>
                  <a:pt x="15" y="58"/>
                </a:cubicBezTo>
                <a:cubicBezTo>
                  <a:pt x="22" y="58"/>
                  <a:pt x="22" y="58"/>
                  <a:pt x="22" y="58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14"/>
                  <a:pt x="22" y="14"/>
                  <a:pt x="22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22"/>
                  <a:pt x="29" y="22"/>
                  <a:pt x="29" y="22"/>
                </a:cubicBezTo>
                <a:cubicBezTo>
                  <a:pt x="29" y="58"/>
                  <a:pt x="29" y="58"/>
                  <a:pt x="29" y="58"/>
                </a:cubicBezTo>
                <a:cubicBezTo>
                  <a:pt x="37" y="58"/>
                  <a:pt x="37" y="58"/>
                  <a:pt x="37" y="58"/>
                </a:cubicBezTo>
                <a:cubicBezTo>
                  <a:pt x="37" y="14"/>
                  <a:pt x="37" y="14"/>
                  <a:pt x="37" y="14"/>
                </a:cubicBezTo>
                <a:cubicBezTo>
                  <a:pt x="37" y="7"/>
                  <a:pt x="37" y="7"/>
                  <a:pt x="37" y="7"/>
                </a:cubicBezTo>
                <a:cubicBezTo>
                  <a:pt x="44" y="7"/>
                  <a:pt x="44" y="7"/>
                  <a:pt x="44" y="7"/>
                </a:cubicBezTo>
                <a:cubicBezTo>
                  <a:pt x="44" y="14"/>
                  <a:pt x="44" y="14"/>
                  <a:pt x="44" y="14"/>
                </a:cubicBezTo>
                <a:cubicBezTo>
                  <a:pt x="44" y="58"/>
                  <a:pt x="44" y="58"/>
                  <a:pt x="44" y="58"/>
                </a:cubicBezTo>
                <a:cubicBezTo>
                  <a:pt x="51" y="58"/>
                  <a:pt x="51" y="58"/>
                  <a:pt x="51" y="58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2"/>
                  <a:pt x="51" y="22"/>
                  <a:pt x="51" y="22"/>
                </a:cubicBezTo>
                <a:cubicBezTo>
                  <a:pt x="51" y="14"/>
                  <a:pt x="51" y="14"/>
                  <a:pt x="51" y="14"/>
                </a:cubicBezTo>
                <a:cubicBezTo>
                  <a:pt x="58" y="14"/>
                  <a:pt x="58" y="14"/>
                  <a:pt x="58" y="14"/>
                </a:cubicBezTo>
                <a:cubicBezTo>
                  <a:pt x="58" y="22"/>
                  <a:pt x="58" y="22"/>
                  <a:pt x="58" y="22"/>
                </a:cubicBezTo>
                <a:cubicBezTo>
                  <a:pt x="58" y="29"/>
                  <a:pt x="58" y="29"/>
                  <a:pt x="58" y="29"/>
                </a:cubicBezTo>
                <a:cubicBezTo>
                  <a:pt x="58" y="73"/>
                  <a:pt x="58" y="73"/>
                  <a:pt x="58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73" y="65"/>
                  <a:pt x="80" y="58"/>
                </a:cubicBezTo>
                <a:cubicBezTo>
                  <a:pt x="83" y="56"/>
                  <a:pt x="85" y="55"/>
                  <a:pt x="87" y="55"/>
                </a:cubicBezTo>
                <a:cubicBezTo>
                  <a:pt x="92" y="55"/>
                  <a:pt x="95" y="58"/>
                  <a:pt x="95" y="58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5" y="104"/>
                  <a:pt x="63" y="109"/>
                  <a:pt x="51" y="109"/>
                </a:cubicBezTo>
                <a:cubicBezTo>
                  <a:pt x="37" y="109"/>
                  <a:pt x="37" y="109"/>
                  <a:pt x="22" y="109"/>
                </a:cubicBezTo>
                <a:cubicBezTo>
                  <a:pt x="8" y="109"/>
                  <a:pt x="8" y="102"/>
                  <a:pt x="8" y="87"/>
                </a:cubicBezTo>
                <a:cubicBezTo>
                  <a:pt x="8" y="76"/>
                  <a:pt x="8" y="49"/>
                  <a:pt x="8" y="36"/>
                </a:cubicBezTo>
                <a:lnTo>
                  <a:pt x="8" y="2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2453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0" y="18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3" name="직사각형 2"/>
          <p:cNvSpPr/>
          <p:nvPr userDrawn="1"/>
        </p:nvSpPr>
        <p:spPr>
          <a:xfrm>
            <a:off x="0" y="3295860"/>
            <a:ext cx="9906000" cy="35621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3592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/>
          <p:nvPr userDrawn="1"/>
        </p:nvSpPr>
        <p:spPr>
          <a:xfrm>
            <a:off x="0" y="1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D8DADB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3392038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3A620-34FB-4A04-8793-073963225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00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93" r:id="rId2"/>
    <p:sldLayoutId id="2147483696" r:id="rId3"/>
    <p:sldLayoutId id="2147483697" r:id="rId4"/>
    <p:sldLayoutId id="2147483663" r:id="rId5"/>
    <p:sldLayoutId id="2147483664" r:id="rId6"/>
    <p:sldLayoutId id="2147483695" r:id="rId7"/>
    <p:sldLayoutId id="2147483699" r:id="rId8"/>
    <p:sldLayoutId id="2147483703" r:id="rId9"/>
    <p:sldLayoutId id="2147483661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0"/>
          <p:cNvSpPr txBox="1">
            <a:spLocks/>
          </p:cNvSpPr>
          <p:nvPr/>
        </p:nvSpPr>
        <p:spPr>
          <a:xfrm flipH="1">
            <a:off x="4439902" y="2188378"/>
            <a:ext cx="4804765" cy="60137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3300"/>
              </a:lnSpc>
              <a:buNone/>
            </a:pPr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</a:t>
            </a:r>
          </a:p>
          <a:p>
            <a:pPr marL="0" indent="0" algn="r">
              <a:lnSpc>
                <a:spcPts val="3300"/>
              </a:lnSpc>
              <a:buNone/>
            </a:pPr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(New DDA v1.6)</a:t>
            </a:r>
          </a:p>
          <a:p>
            <a:pPr marL="0" indent="0" algn="r">
              <a:lnSpc>
                <a:spcPts val="3300"/>
              </a:lnSpc>
              <a:buNone/>
            </a:pP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074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Document History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3806" y="1236617"/>
            <a:ext cx="741998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v1.0: </a:t>
            </a:r>
            <a:r>
              <a:rPr lang="ko-KR" altLang="en-US" dirty="0" smtClean="0"/>
              <a:t>초기 버전</a:t>
            </a:r>
            <a:endParaRPr lang="en-US" altLang="ko-KR" dirty="0" smtClean="0"/>
          </a:p>
          <a:p>
            <a:r>
              <a:rPr lang="en-US" altLang="ko-KR" dirty="0" smtClean="0"/>
              <a:t>v1.1: </a:t>
            </a:r>
            <a:r>
              <a:rPr lang="ko-KR" altLang="en-US" dirty="0" smtClean="0"/>
              <a:t>검사 </a:t>
            </a:r>
            <a:r>
              <a:rPr lang="en-US" altLang="ko-KR" dirty="0" smtClean="0"/>
              <a:t>type </a:t>
            </a:r>
            <a:r>
              <a:rPr lang="ko-KR" altLang="en-US" dirty="0" smtClean="0"/>
              <a:t>부분에서 </a:t>
            </a:r>
            <a:r>
              <a:rPr lang="en-US" altLang="ko-KR" dirty="0" smtClean="0"/>
              <a:t>calibration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번이 되도록 수정</a:t>
            </a:r>
            <a:endParaRPr lang="en-US" altLang="ko-KR" dirty="0" smtClean="0"/>
          </a:p>
          <a:p>
            <a:r>
              <a:rPr lang="en-US" altLang="ko-KR" dirty="0" smtClean="0"/>
              <a:t>v1.2: Wafer calibration</a:t>
            </a:r>
            <a:r>
              <a:rPr lang="ko-KR" altLang="en-US" dirty="0" smtClean="0"/>
              <a:t>용 위치 에러 반환 추가</a:t>
            </a:r>
            <a:endParaRPr lang="en-US" altLang="ko-KR" dirty="0" smtClean="0"/>
          </a:p>
          <a:p>
            <a:r>
              <a:rPr lang="en-US" altLang="ko-KR" dirty="0" smtClean="0"/>
              <a:t>v1.3: Bottom Cal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Inspection </a:t>
            </a:r>
            <a:r>
              <a:rPr lang="ko-KR" altLang="en-US" dirty="0" smtClean="0"/>
              <a:t>에 대하여 </a:t>
            </a:r>
            <a:r>
              <a:rPr lang="en-US" altLang="ko-KR" dirty="0" smtClean="0"/>
              <a:t>Response </a:t>
            </a:r>
            <a:r>
              <a:rPr lang="ko-KR" altLang="en-US" dirty="0" smtClean="0"/>
              <a:t>수정 </a:t>
            </a:r>
            <a:endParaRPr lang="en-US" altLang="ko-KR" dirty="0" smtClean="0"/>
          </a:p>
          <a:p>
            <a:r>
              <a:rPr lang="en-US" altLang="ko-KR" dirty="0" smtClean="0"/>
              <a:t>v1.4: Wafer Calibration Left/Right </a:t>
            </a:r>
            <a:r>
              <a:rPr lang="ko-KR" altLang="en-US" dirty="0" smtClean="0"/>
              <a:t>구분 </a:t>
            </a:r>
            <a:r>
              <a:rPr lang="en-US" altLang="ko-KR" dirty="0" smtClean="0"/>
              <a:t>ID</a:t>
            </a:r>
            <a:r>
              <a:rPr lang="ko-KR" altLang="en-US" dirty="0" smtClean="0"/>
              <a:t> 추가</a:t>
            </a:r>
            <a:r>
              <a:rPr lang="en-US" altLang="ko-KR" dirty="0" smtClean="0"/>
              <a:t>, Bottom Cal </a:t>
            </a:r>
            <a:r>
              <a:rPr lang="ko-KR" altLang="en-US" dirty="0" smtClean="0"/>
              <a:t>시 </a:t>
            </a:r>
            <a:r>
              <a:rPr lang="en-US" altLang="ko-KR" dirty="0" smtClean="0"/>
              <a:t>Picker</a:t>
            </a:r>
            <a:r>
              <a:rPr lang="ko-KR" altLang="en-US" dirty="0" smtClean="0"/>
              <a:t> </a:t>
            </a:r>
            <a:r>
              <a:rPr lang="en-US" altLang="ko-KR" dirty="0" smtClean="0"/>
              <a:t>ID</a:t>
            </a:r>
            <a:r>
              <a:rPr lang="ko-KR" altLang="en-US" dirty="0" smtClean="0"/>
              <a:t> 추가</a:t>
            </a:r>
            <a:endParaRPr lang="en-US" altLang="ko-KR" dirty="0" smtClean="0"/>
          </a:p>
          <a:p>
            <a:r>
              <a:rPr lang="en-US" altLang="ko-KR" dirty="0" smtClean="0"/>
              <a:t>V1.5: Light Control Interface </a:t>
            </a:r>
            <a:r>
              <a:rPr lang="ko-KR" altLang="en-US" dirty="0" smtClean="0"/>
              <a:t>수정</a:t>
            </a:r>
            <a:r>
              <a:rPr lang="en-US" altLang="ko-KR" dirty="0" smtClean="0"/>
              <a:t>, Bottom </a:t>
            </a:r>
            <a:r>
              <a:rPr lang="ko-KR" altLang="en-US" dirty="0" smtClean="0"/>
              <a:t>검사 </a:t>
            </a:r>
            <a:r>
              <a:rPr lang="en-US" altLang="ko-KR" dirty="0" smtClean="0"/>
              <a:t>D </a:t>
            </a:r>
            <a:r>
              <a:rPr lang="ko-KR" altLang="en-US" dirty="0" smtClean="0"/>
              <a:t>항목 삭제</a:t>
            </a:r>
            <a:r>
              <a:rPr lang="en-US" altLang="ko-KR" dirty="0" smtClean="0"/>
              <a:t>.</a:t>
            </a:r>
          </a:p>
          <a:p>
            <a:r>
              <a:rPr lang="en-US" altLang="ko-KR" b="1" dirty="0" smtClean="0"/>
              <a:t>V1.6: </a:t>
            </a:r>
            <a:br>
              <a:rPr lang="en-US" altLang="ko-KR" b="1" dirty="0" smtClean="0"/>
            </a:br>
            <a:r>
              <a:rPr lang="ko-KR" altLang="en-US" b="1" dirty="0" smtClean="0"/>
              <a:t>① </a:t>
            </a:r>
            <a:r>
              <a:rPr lang="en-US" altLang="ko-KR" b="1" dirty="0" smtClean="0"/>
              <a:t>Wafer Calibration Interface</a:t>
            </a:r>
            <a:r>
              <a:rPr lang="ko-KR" altLang="en-US" b="1" dirty="0" smtClean="0"/>
              <a:t>의 </a:t>
            </a:r>
            <a:r>
              <a:rPr lang="en-US" altLang="ko-KR" b="1" dirty="0" smtClean="0"/>
              <a:t>Target ID </a:t>
            </a:r>
            <a:r>
              <a:rPr lang="ko-KR" altLang="en-US" b="1" dirty="0" smtClean="0"/>
              <a:t>문자열</a:t>
            </a:r>
            <a:r>
              <a:rPr lang="en-US" altLang="ko-KR" b="1" dirty="0" smtClean="0"/>
              <a:t>(Left/Right)</a:t>
            </a:r>
            <a:r>
              <a:rPr lang="ko-KR" altLang="en-US" b="1" dirty="0" smtClean="0"/>
              <a:t>추가</a:t>
            </a:r>
            <a:r>
              <a:rPr lang="en-US" altLang="ko-KR" b="1" dirty="0" smtClean="0"/>
              <a:t>.</a:t>
            </a:r>
          </a:p>
          <a:p>
            <a:r>
              <a:rPr lang="ko-KR" altLang="en-US" b="1" dirty="0" smtClean="0"/>
              <a:t>② </a:t>
            </a:r>
            <a:r>
              <a:rPr lang="en-US" altLang="ko-KR" b="1" dirty="0" smtClean="0"/>
              <a:t>Wafer Inspection Interface </a:t>
            </a:r>
            <a:r>
              <a:rPr lang="ko-KR" altLang="en-US" b="1" dirty="0" smtClean="0"/>
              <a:t>의 </a:t>
            </a:r>
            <a:r>
              <a:rPr lang="en-US" altLang="ko-KR" b="1" dirty="0" smtClean="0"/>
              <a:t>Teaching Response </a:t>
            </a:r>
            <a:r>
              <a:rPr lang="ko-KR" altLang="en-US" b="1" dirty="0" smtClean="0"/>
              <a:t>추가</a:t>
            </a:r>
            <a:r>
              <a:rPr lang="en-US" altLang="ko-KR" b="1" dirty="0" smtClean="0"/>
              <a:t>.</a:t>
            </a:r>
            <a:br>
              <a:rPr lang="en-US" altLang="ko-KR" b="1" dirty="0" smtClean="0"/>
            </a:br>
            <a:r>
              <a:rPr lang="ko-KR" altLang="en-US" b="1" dirty="0" smtClean="0"/>
              <a:t>③ </a:t>
            </a:r>
            <a:r>
              <a:rPr lang="en-US" altLang="ko-KR" b="1" dirty="0" smtClean="0"/>
              <a:t>Bottom Calibration Interface</a:t>
            </a:r>
            <a:r>
              <a:rPr lang="ko-KR" altLang="en-US" b="1" dirty="0" smtClean="0"/>
              <a:t>의 </a:t>
            </a:r>
            <a:r>
              <a:rPr lang="en-US" altLang="ko-KR" b="1" dirty="0" smtClean="0"/>
              <a:t>Flying Calibration Response </a:t>
            </a:r>
            <a:r>
              <a:rPr lang="ko-KR" altLang="en-US" b="1" dirty="0" smtClean="0"/>
              <a:t>추가</a:t>
            </a:r>
            <a:r>
              <a:rPr lang="en-US" altLang="ko-KR" b="1" dirty="0" smtClean="0"/>
              <a:t>.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70573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381628" y="933208"/>
            <a:ext cx="48239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dirty="0" smtClean="0">
                <a:latin typeface="+mn-ea"/>
              </a:rPr>
              <a:t>IP : 192.168.0.1    Port : 7701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12865" y="1541728"/>
            <a:ext cx="1385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smtClean="0">
                <a:latin typeface="+mn-ea"/>
              </a:rPr>
              <a:t>제어 </a:t>
            </a:r>
            <a:r>
              <a:rPr lang="en-US" altLang="ko-KR" sz="1100" b="1" dirty="0" smtClean="0">
                <a:latin typeface="+mn-ea"/>
              </a:rPr>
              <a:t>S/W (Client)</a:t>
            </a:r>
            <a:endParaRPr lang="ko-KR" altLang="en-US" sz="1100" b="1">
              <a:latin typeface="+mn-ea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1541203" y="1812015"/>
            <a:ext cx="0" cy="475838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5141747" y="1795082"/>
            <a:ext cx="0" cy="4758379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26647" y="1505874"/>
            <a:ext cx="1506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S/W (Server)</a:t>
            </a:r>
            <a:endParaRPr lang="ko-KR" altLang="en-US" sz="1100" b="1">
              <a:latin typeface="+mn-ea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1541202" y="2599105"/>
            <a:ext cx="36005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97925" y="3460309"/>
            <a:ext cx="25913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+mn-ea"/>
              </a:rPr>
              <a:t>$</a:t>
            </a:r>
            <a:r>
              <a:rPr lang="en-US" altLang="ko-KR" sz="1050" dirty="0" err="1">
                <a:latin typeface="+mn-ea"/>
              </a:rPr>
              <a:t>SITE_STATUS:</a:t>
            </a:r>
            <a:r>
              <a:rPr lang="en-US" altLang="ko-KR" sz="1050" i="1" dirty="0" err="1">
                <a:latin typeface="+mn-ea"/>
              </a:rPr>
              <a:t>site</a:t>
            </a:r>
            <a:r>
              <a:rPr lang="en-US" altLang="ko-KR" sz="1050" dirty="0" smtClean="0">
                <a:latin typeface="+mn-ea"/>
              </a:rPr>
              <a:t>@</a:t>
            </a:r>
            <a:endParaRPr lang="ko-KR" altLang="en-US" sz="105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1413" y="1869270"/>
            <a:ext cx="9357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Connection</a:t>
            </a:r>
            <a:endParaRPr lang="ko-KR" altLang="en-US" sz="105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1539461" y="3967547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2981409" y="3721037"/>
            <a:ext cx="22036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</a:t>
            </a:r>
            <a:r>
              <a:rPr lang="en-US" altLang="ko-KR" sz="1200" dirty="0" err="1" smtClean="0">
                <a:latin typeface="+mn-ea"/>
              </a:rPr>
              <a:t>SITE_STATUS:</a:t>
            </a:r>
            <a:r>
              <a:rPr lang="en-US" altLang="ko-KR" sz="1200" i="1" dirty="0" err="1" smtClean="0">
                <a:latin typeface="+mn-ea"/>
              </a:rPr>
              <a:t>site</a:t>
            </a:r>
            <a:r>
              <a:rPr lang="en-US" altLang="ko-KR" sz="1200" dirty="0" err="1" smtClean="0">
                <a:latin typeface="+mn-ea"/>
              </a:rPr>
              <a:t>,READY</a:t>
            </a:r>
            <a:r>
              <a:rPr lang="en-US" altLang="ko-KR" sz="1200" dirty="0">
                <a:latin typeface="+mn-ea"/>
              </a:rPr>
              <a:t>@ </a:t>
            </a:r>
            <a:endParaRPr lang="ko-KR" altLang="en-US" sz="1200" dirty="0"/>
          </a:p>
        </p:txBody>
      </p:sp>
      <p:sp>
        <p:nvSpPr>
          <p:cNvPr id="16" name="직사각형 15"/>
          <p:cNvSpPr/>
          <p:nvPr/>
        </p:nvSpPr>
        <p:spPr>
          <a:xfrm>
            <a:off x="1497925" y="2319375"/>
            <a:ext cx="16287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err="1">
                <a:latin typeface="+mn-ea"/>
              </a:rPr>
              <a:t>RECIPE:</a:t>
            </a:r>
            <a:r>
              <a:rPr lang="en-US" altLang="ko-KR" sz="1200" i="1" dirty="0" err="1">
                <a:latin typeface="+mn-ea"/>
              </a:rPr>
              <a:t>site,recipe</a:t>
            </a:r>
            <a:r>
              <a:rPr lang="en-US" altLang="ko-KR" sz="1200" dirty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2179" y="3613904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 dirty="0" smtClean="0">
                <a:latin typeface="+mn-ea"/>
              </a:rPr>
              <a:t>상태체크</a:t>
            </a:r>
            <a:endParaRPr lang="ko-KR" altLang="en-US" sz="1050" dirty="0"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1308" y="2413512"/>
            <a:ext cx="935746" cy="415498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Vision </a:t>
            </a:r>
          </a:p>
          <a:p>
            <a:r>
              <a:rPr lang="ko-KR" altLang="en-US" sz="1050" dirty="0" err="1" smtClean="0">
                <a:latin typeface="+mn-ea"/>
              </a:rPr>
              <a:t>레시피</a:t>
            </a:r>
            <a:r>
              <a:rPr lang="ko-KR" altLang="en-US" sz="1050" dirty="0" smtClean="0">
                <a:latin typeface="+mn-ea"/>
              </a:rPr>
              <a:t> 변경</a:t>
            </a:r>
            <a:endParaRPr lang="ko-KR" altLang="en-US" sz="1050" dirty="0">
              <a:latin typeface="+mn-ea"/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 flipH="1">
            <a:off x="1584483" y="2885259"/>
            <a:ext cx="35572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3924488" y="2596793"/>
            <a:ext cx="12605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$SETTING:OK@</a:t>
            </a:r>
            <a:endParaRPr lang="ko-KR" altLang="en-US" sz="1200"/>
          </a:p>
        </p:txBody>
      </p:sp>
      <p:sp>
        <p:nvSpPr>
          <p:cNvPr id="25" name="직사각형 24"/>
          <p:cNvSpPr/>
          <p:nvPr/>
        </p:nvSpPr>
        <p:spPr>
          <a:xfrm>
            <a:off x="5225259" y="3468116"/>
            <a:ext cx="1580113" cy="646331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READY  : </a:t>
            </a:r>
            <a:r>
              <a:rPr lang="ko-KR" altLang="en-US" sz="1200" dirty="0" smtClean="0">
                <a:latin typeface="+mn-ea"/>
              </a:rPr>
              <a:t>준비 완료 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BUSY    :  </a:t>
            </a:r>
            <a:r>
              <a:rPr lang="ko-KR" altLang="en-US" sz="1200" dirty="0" err="1" smtClean="0">
                <a:latin typeface="+mn-ea"/>
              </a:rPr>
              <a:t>검사중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ERROR  </a:t>
            </a:r>
            <a:r>
              <a:rPr lang="en-US" altLang="ko-KR" sz="1200" dirty="0">
                <a:latin typeface="+mn-ea"/>
              </a:rPr>
              <a:t>: </a:t>
            </a:r>
            <a:r>
              <a:rPr lang="en-US" altLang="ko-KR" sz="1200" dirty="0" smtClean="0">
                <a:latin typeface="+mn-ea"/>
              </a:rPr>
              <a:t> </a:t>
            </a:r>
            <a:r>
              <a:rPr lang="ko-KR" altLang="en-US" sz="1200" dirty="0" smtClean="0">
                <a:latin typeface="+mn-ea"/>
              </a:rPr>
              <a:t>오류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229768" y="2467349"/>
            <a:ext cx="1276311" cy="461665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OK :  </a:t>
            </a:r>
            <a:r>
              <a:rPr lang="ko-KR" altLang="en-US" sz="1200" smtClean="0">
                <a:latin typeface="+mn-ea"/>
              </a:rPr>
              <a:t>변경 완료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NG :  </a:t>
            </a:r>
            <a:r>
              <a:rPr lang="ko-KR" altLang="en-US" sz="1200" smtClean="0">
                <a:latin typeface="+mn-ea"/>
              </a:rPr>
              <a:t>변경 실패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584482" y="4786789"/>
            <a:ext cx="13020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smtClean="0">
                <a:latin typeface="+mn-ea"/>
              </a:rPr>
              <a:t>TEST:</a:t>
            </a:r>
            <a:r>
              <a:rPr lang="en-US" altLang="ko-KR" sz="1200" i="1" dirty="0" smtClean="0">
                <a:latin typeface="+mn-ea"/>
              </a:rPr>
              <a:t>site,1,id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1539461" y="5038323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 flipH="1">
            <a:off x="1584483" y="5270153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2709198" y="5019593"/>
            <a:ext cx="20486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smtClean="0">
                <a:latin typeface="+mn-ea"/>
              </a:rPr>
              <a:t>RESULT:</a:t>
            </a:r>
            <a:r>
              <a:rPr lang="en-US" altLang="ko-KR" sz="1200" i="1" dirty="0" smtClean="0">
                <a:latin typeface="+mn-ea"/>
              </a:rPr>
              <a:t>site,1,P,angle,x,y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576295" y="5091647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Vision </a:t>
            </a:r>
            <a:r>
              <a:rPr lang="ko-KR" altLang="en-US" sz="1050" smtClean="0">
                <a:latin typeface="+mn-ea"/>
              </a:rPr>
              <a:t>검사</a:t>
            </a:r>
            <a:endParaRPr lang="en-US" altLang="ko-KR" sz="1050" dirty="0" smtClean="0">
              <a:latin typeface="+mn-ea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>
            <a:off x="1515183" y="3733653"/>
            <a:ext cx="36265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2750894" y="5262597"/>
            <a:ext cx="21562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$</a:t>
            </a:r>
            <a:r>
              <a:rPr lang="en-US" altLang="ko-KR" sz="1200" dirty="0" err="1" smtClean="0">
                <a:solidFill>
                  <a:srgbClr val="FF0000"/>
                </a:solidFill>
                <a:latin typeface="+mn-ea"/>
              </a:rPr>
              <a:t>SITE_STATUS:site,ERROR</a:t>
            </a:r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@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6" name="직선 화살표 연결선 35"/>
          <p:cNvCxnSpPr/>
          <p:nvPr/>
        </p:nvCxnSpPr>
        <p:spPr>
          <a:xfrm flipH="1">
            <a:off x="1566375" y="5518171"/>
            <a:ext cx="31866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H="1">
            <a:off x="4752975" y="5272400"/>
            <a:ext cx="384324" cy="24455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0237" y="4330732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Light On</a:t>
            </a:r>
            <a:endParaRPr lang="ko-KR" altLang="en-US" sz="1050" dirty="0"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1427" y="5950020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Light Off</a:t>
            </a:r>
            <a:endParaRPr lang="ko-KR" altLang="en-US" sz="1050" dirty="0"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94100" y="2180712"/>
            <a:ext cx="288401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Recipe</a:t>
            </a:r>
            <a:r>
              <a:rPr lang="ko-KR" altLang="en-US" sz="1000" dirty="0" smtClean="0">
                <a:latin typeface="+mn-ea"/>
              </a:rPr>
              <a:t>변경은 모든 사이트</a:t>
            </a:r>
            <a:r>
              <a:rPr lang="en-US" altLang="ko-KR" sz="1000" dirty="0" smtClean="0">
                <a:latin typeface="+mn-ea"/>
              </a:rPr>
              <a:t> Ready</a:t>
            </a:r>
            <a:r>
              <a:rPr lang="ko-KR" altLang="en-US" sz="1000" dirty="0" smtClean="0">
                <a:latin typeface="+mn-ea"/>
              </a:rPr>
              <a:t>상태에만 가능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</a:rPr>
              <a:t>검사중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 변경 금지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–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변경 안됨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" name="직선 연결선 2"/>
          <p:cNvCxnSpPr/>
          <p:nvPr/>
        </p:nvCxnSpPr>
        <p:spPr>
          <a:xfrm flipH="1">
            <a:off x="1397978" y="3097485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1400909" y="3153171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 flipH="1">
            <a:off x="4982309" y="3120933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4994032" y="3167827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602663" y="1675567"/>
            <a:ext cx="288401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Recipe</a:t>
            </a:r>
            <a:r>
              <a:rPr lang="ko-KR" altLang="en-US" sz="1000" smtClean="0">
                <a:latin typeface="+mn-ea"/>
              </a:rPr>
              <a:t>변경은 </a:t>
            </a:r>
            <a:r>
              <a:rPr lang="en-US" altLang="ko-KR" sz="1000" dirty="0" smtClean="0">
                <a:latin typeface="+mn-ea"/>
              </a:rPr>
              <a:t>Site#1</a:t>
            </a:r>
            <a:r>
              <a:rPr lang="ko-KR" altLang="en-US" sz="1000" smtClean="0">
                <a:latin typeface="+mn-ea"/>
              </a:rPr>
              <a:t>에 대해서만 수행하면됨</a:t>
            </a:r>
            <a:r>
              <a:rPr lang="en-US" altLang="ko-KR" sz="1000" dirty="0" smtClean="0">
                <a:latin typeface="+mn-ea"/>
              </a:rPr>
              <a:t>.</a:t>
            </a:r>
          </a:p>
          <a:p>
            <a:r>
              <a:rPr lang="ko-KR" altLang="en-US" sz="1000" dirty="0" smtClean="0">
                <a:latin typeface="+mn-ea"/>
              </a:rPr>
              <a:t>변경 필요 시점에 </a:t>
            </a:r>
            <a:r>
              <a:rPr lang="en-US" altLang="ko-KR" sz="1000" dirty="0" smtClean="0">
                <a:latin typeface="+mn-ea"/>
              </a:rPr>
              <a:t>1</a:t>
            </a:r>
            <a:r>
              <a:rPr lang="ko-KR" altLang="en-US" sz="1000" smtClean="0">
                <a:latin typeface="+mn-ea"/>
              </a:rPr>
              <a:t>회만 수행 하면 됨</a:t>
            </a:r>
            <a:r>
              <a:rPr lang="en-US" altLang="ko-KR" sz="1000" dirty="0" smtClean="0">
                <a:latin typeface="+mn-ea"/>
              </a:rPr>
              <a:t>.</a:t>
            </a:r>
          </a:p>
        </p:txBody>
      </p:sp>
      <p:sp>
        <p:nvSpPr>
          <p:cNvPr id="43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Vision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559077" y="4151779"/>
            <a:ext cx="16920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$</a:t>
            </a:r>
            <a:r>
              <a:rPr lang="en-US" altLang="ko-KR" sz="1200" dirty="0" err="1" smtClean="0">
                <a:solidFill>
                  <a:srgbClr val="FF0000"/>
                </a:solidFill>
                <a:latin typeface="+mn-ea"/>
              </a:rPr>
              <a:t>LIGHT:</a:t>
            </a:r>
            <a:r>
              <a:rPr lang="en-US" altLang="ko-KR" sz="1200" i="1" dirty="0" err="1" smtClean="0">
                <a:solidFill>
                  <a:srgbClr val="FF0000"/>
                </a:solidFill>
                <a:latin typeface="+mn-ea"/>
              </a:rPr>
              <a:t>site</a:t>
            </a:r>
            <a:r>
              <a:rPr lang="en-US" altLang="ko-KR" sz="1200" i="1" dirty="0" smtClean="0">
                <a:solidFill>
                  <a:srgbClr val="FF0000"/>
                </a:solidFill>
                <a:latin typeface="+mn-ea"/>
              </a:rPr>
              <a:t>, Type,1</a:t>
            </a:r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@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1514056" y="4403313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 flipH="1">
            <a:off x="1559078" y="4660544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3911466" y="4393050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site,1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50" name="직사각형 49"/>
          <p:cNvSpPr/>
          <p:nvPr/>
        </p:nvSpPr>
        <p:spPr>
          <a:xfrm>
            <a:off x="1567540" y="5726581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site,0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>
            <a:off x="1522519" y="5978115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 flipH="1">
            <a:off x="1567541" y="6235346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3919929" y="5967852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site,0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5727418" y="4393050"/>
            <a:ext cx="1513812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Site Definition</a:t>
            </a:r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36553"/>
              </p:ext>
            </p:extLst>
          </p:nvPr>
        </p:nvGraphicFramePr>
        <p:xfrm>
          <a:off x="5381233" y="4861221"/>
          <a:ext cx="2140182" cy="1619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Site No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Site Name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1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Wafer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2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Top</a:t>
                      </a:r>
                      <a:r>
                        <a:rPr lang="en-US" altLang="ko-KR" sz="1100" baseline="0" dirty="0" smtClean="0"/>
                        <a:t> Front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3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Top Rear</a:t>
                      </a:r>
                      <a:endParaRPr lang="ko-KR" alt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Bottom Front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5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Bottom Rear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8023248" y="4393050"/>
            <a:ext cx="160845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Type Definition</a:t>
            </a:r>
            <a:endParaRPr lang="ko-KR" altLang="en-US" dirty="0"/>
          </a:p>
        </p:txBody>
      </p: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79597"/>
              </p:ext>
            </p:extLst>
          </p:nvPr>
        </p:nvGraphicFramePr>
        <p:xfrm>
          <a:off x="7677063" y="4861221"/>
          <a:ext cx="2140182" cy="1349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Type No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Type Name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1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Calibration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2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Inspection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3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Left</a:t>
                      </a:r>
                      <a:r>
                        <a:rPr lang="en-US" altLang="ko-KR" sz="1100" baseline="0" dirty="0" smtClean="0"/>
                        <a:t> Inspection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Right</a:t>
                      </a:r>
                      <a:r>
                        <a:rPr lang="en-US" altLang="ko-KR" sz="1100" baseline="0" dirty="0" smtClean="0"/>
                        <a:t> Inspection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6933235" y="3372979"/>
            <a:ext cx="2884010" cy="86177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Light On/OFF </a:t>
            </a:r>
            <a:r>
              <a:rPr lang="ko-KR" altLang="en-US" sz="1000" dirty="0" smtClean="0">
                <a:latin typeface="+mn-ea"/>
              </a:rPr>
              <a:t>변경 수정</a:t>
            </a:r>
            <a:r>
              <a:rPr lang="en-US" altLang="ko-KR" sz="1000" dirty="0" smtClean="0">
                <a:latin typeface="+mn-ea"/>
              </a:rPr>
              <a:t>:</a:t>
            </a:r>
          </a:p>
          <a:p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$</a:t>
            </a:r>
            <a:r>
              <a:rPr lang="en-US" altLang="ko-KR" sz="1000" dirty="0" err="1" smtClean="0">
                <a:solidFill>
                  <a:srgbClr val="FF0000"/>
                </a:solidFill>
                <a:latin typeface="+mn-ea"/>
              </a:rPr>
              <a:t>LIGHT:site,ON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/OFF@ -&gt; $</a:t>
            </a:r>
            <a:r>
              <a:rPr lang="en-US" altLang="ko-KR" sz="1000" dirty="0" err="1" smtClean="0">
                <a:solidFill>
                  <a:srgbClr val="FF0000"/>
                </a:solidFill>
                <a:latin typeface="+mn-ea"/>
              </a:rPr>
              <a:t>LIGHT:site,type,ON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/OFF@ </a:t>
            </a:r>
          </a:p>
          <a:p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(Calibration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과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Inspection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의 조명 레벨이 달라 수정 필요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5849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05869"/>
              </p:ext>
            </p:extLst>
          </p:nvPr>
        </p:nvGraphicFramePr>
        <p:xfrm>
          <a:off x="364047" y="1884671"/>
          <a:ext cx="9100464" cy="455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5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3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Request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SITE_STATUS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Vision Site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상태 요청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Ex)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$SITE_STATUS:1@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,READY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준비상태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검사가능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,BUSY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검사중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,ERROR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오류 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GET_RECIPE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GET_RECIPE: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site,maxnum,option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i="0" dirty="0" smtClean="0">
                          <a:latin typeface="+mn-ea"/>
                          <a:ea typeface="+mn-ea"/>
                        </a:rPr>
                        <a:t>RECIPE </a:t>
                      </a:r>
                      <a:r>
                        <a:rPr lang="ko-KR" altLang="en-US" sz="1100" i="0" smtClean="0">
                          <a:latin typeface="+mn-ea"/>
                          <a:ea typeface="+mn-ea"/>
                        </a:rPr>
                        <a:t>리스트 요청</a:t>
                      </a:r>
                      <a:endParaRPr lang="en-US" altLang="ko-KR" sz="1100" i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 : 1 (Site</a:t>
                      </a:r>
                      <a:r>
                        <a:rPr lang="ko-KR" altLang="en-US" sz="900" i="0" smtClean="0">
                          <a:latin typeface="+mn-ea"/>
                          <a:ea typeface="+mn-ea"/>
                        </a:rPr>
                        <a:t>별로 구분 없음</a:t>
                      </a:r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1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회만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i="0" baseline="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</a:t>
                      </a:r>
                      <a:r>
                        <a:rPr lang="en-US" altLang="ko-KR" sz="900" i="1" baseline="0" dirty="0" err="1" smtClean="0">
                          <a:latin typeface="+mn-ea"/>
                          <a:ea typeface="+mn-ea"/>
                        </a:rPr>
                        <a:t>maxnum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레시피 요청 최대 개수</a:t>
                      </a:r>
                      <a:endParaRPr lang="en-US" altLang="ko-KR" sz="900" i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▶option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(1: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생성순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, 2: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최근 사용순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$RECIPE_LIST:</a:t>
                      </a:r>
                      <a:r>
                        <a:rPr lang="en-US" altLang="ko-KR" sz="1100" i="1" dirty="0" smtClean="0">
                          <a:latin typeface="+mn-ea"/>
                          <a:ea typeface="+mn-ea"/>
                        </a:rPr>
                        <a:t>site,num,recipe1,recipe2,recipe3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,……@</a:t>
                      </a:r>
                    </a:p>
                    <a:p>
                      <a:pPr latinLnBrk="1"/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num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실제 레시피 개수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RECIPE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RECIPE:</a:t>
                      </a:r>
                      <a:r>
                        <a:rPr lang="en-US" altLang="ko-KR" sz="1100" i="1" u="none" dirty="0" err="1" smtClean="0">
                          <a:latin typeface="+mn-ea"/>
                          <a:ea typeface="+mn-ea"/>
                        </a:rPr>
                        <a:t>site,recipe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RECIPE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변경 요청</a:t>
                      </a:r>
                      <a:r>
                        <a:rPr lang="ko-KR" altLang="en-US" sz="1100" baseline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1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: 1  (Site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별로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Recipe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변경 필요 없음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회만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▶recipe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Vision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레시피명</a:t>
                      </a:r>
                      <a:endParaRPr lang="en-US" altLang="ko-KR" sz="900" i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Ex)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$RECIPE:1,RECIPE1@</a:t>
                      </a:r>
                      <a:endParaRPr lang="ko-KR" altLang="en-US" sz="900" i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$SETTING:OK@     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레시피 변경 완료 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$SETTING:NG@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baseline="0" smtClean="0">
                          <a:latin typeface="+mn-ea"/>
                          <a:ea typeface="+mn-ea"/>
                        </a:rPr>
                        <a:t>레시피 변경 실패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TEST:</a:t>
                      </a:r>
                      <a:r>
                        <a:rPr lang="en-US" altLang="ko-KR" sz="1100" i="1" u="none" dirty="0" err="1" smtClean="0">
                          <a:latin typeface="+mn-ea"/>
                          <a:ea typeface="+mn-ea"/>
                        </a:rPr>
                        <a:t>site,type,target_id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검사 요청 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: 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 ~ 5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→ Site Definition </a:t>
                      </a:r>
                      <a:r>
                        <a:rPr lang="ko-KR" altLang="en-US" sz="900" baseline="0" dirty="0" smtClean="0">
                          <a:latin typeface="+mn-ea"/>
                          <a:ea typeface="+mn-ea"/>
                        </a:rPr>
                        <a:t>참고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 1  (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: Calibration,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: Inspection,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3: Left Wafer Inspection, 4: Right Wafer Inspection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target_id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  (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Wafer </a:t>
                      </a:r>
                      <a:r>
                        <a:rPr lang="ko-KR" altLang="en-US" sz="900" b="1" dirty="0" err="1" smtClean="0">
                          <a:latin typeface="+mn-ea"/>
                          <a:ea typeface="+mn-ea"/>
                        </a:rPr>
                        <a:t>검사시</a:t>
                      </a:r>
                      <a:r>
                        <a:rPr lang="ko-KR" altLang="en-US" sz="900" b="1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Wafer ID,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 Bottom </a:t>
                      </a:r>
                      <a:r>
                        <a:rPr lang="ko-KR" altLang="en-US" sz="900" b="1" baseline="0" dirty="0" err="1" smtClean="0">
                          <a:latin typeface="+mn-ea"/>
                          <a:ea typeface="+mn-ea"/>
                        </a:rPr>
                        <a:t>검사시</a:t>
                      </a:r>
                      <a:r>
                        <a:rPr lang="ko-KR" altLang="en-US" sz="900" b="1" baseline="0" dirty="0" smtClean="0">
                          <a:latin typeface="+mn-ea"/>
                          <a:ea typeface="+mn-ea"/>
                        </a:rPr>
                        <a:t> 검사 개수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Wafer Calibration </a:t>
                      </a:r>
                      <a:r>
                        <a:rPr lang="ko-KR" altLang="en-US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Left/Right </a:t>
                      </a:r>
                      <a:r>
                        <a:rPr lang="ko-KR" altLang="en-US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Bottom Calibration </a:t>
                      </a:r>
                      <a:r>
                        <a:rPr lang="ko-KR" altLang="en-US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Picker </a:t>
                      </a:r>
                      <a:r>
                        <a:rPr lang="ko-KR" altLang="en-US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번호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(1~10)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1" baseline="0" dirty="0" smtClean="0">
                          <a:latin typeface="+mn-ea"/>
                          <a:ea typeface="+mn-ea"/>
                        </a:rPr>
                        <a:t>그 외는 이용 안하므로 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dummy </a:t>
                      </a:r>
                      <a:r>
                        <a:rPr lang="ko-KR" altLang="en-US" sz="900" b="1" baseline="0" dirty="0" smtClean="0">
                          <a:latin typeface="+mn-ea"/>
                          <a:ea typeface="+mn-ea"/>
                        </a:rPr>
                        <a:t>데이터 추가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endParaRPr lang="en-US" altLang="ko-KR" sz="900" b="1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Ex) $TEST:1,3,BJWC73.14@  → Left Wafer </a:t>
                      </a: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검사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$TEST:1,1,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LEFT(1)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→ 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Left Wafer Calibration</a:t>
                      </a:r>
                    </a:p>
                    <a:p>
                      <a:pPr latinLnBrk="1"/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$TEST:1,1,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RIGHT(2)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@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-&gt;</a:t>
                      </a:r>
                      <a:r>
                        <a:rPr lang="en-US" altLang="ko-KR" sz="9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Right Wafer Calibration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$TEST:4,2,10@ → Bottom front </a:t>
                      </a: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검사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$TEST:5,1,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→ 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Bottom rear 5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번 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Picker Cal</a:t>
                      </a:r>
                    </a:p>
                    <a:p>
                      <a:pPr latinLnBrk="1"/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▶Response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에 대하여 다음 페이지들의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Case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별 응답 내용 참고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※[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주의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Wafer Inspection 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시에는 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3(Left),</a:t>
                      </a:r>
                      <a:r>
                        <a:rPr lang="en-US" altLang="ko-KR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4(Right)</a:t>
                      </a:r>
                      <a:r>
                        <a:rPr lang="ko-KR" altLang="en-US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이용 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※[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+mn-ea"/>
                        </a:rPr>
                        <a:t>주의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] Wafer Inspection 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+mn-ea"/>
                        </a:rPr>
                        <a:t>시작하기 전에 공유 폴더에 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Map</a:t>
                      </a:r>
                      <a:r>
                        <a:rPr lang="en-US" altLang="ko-KR" sz="1100" baseline="0" dirty="0" smtClean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aseline="0" dirty="0" smtClean="0">
                          <a:latin typeface="맑은 고딕" panose="020B0503020000020004" pitchFamily="50" charset="-127"/>
                          <a:ea typeface="+mn-ea"/>
                        </a:rPr>
                        <a:t>파일을 넣어 두어야 함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※[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+mn-ea"/>
                        </a:rPr>
                        <a:t>주의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] Bottom Inspection 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+mn-ea"/>
                        </a:rPr>
                        <a:t>시에는 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Vision 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+mn-ea"/>
                        </a:rPr>
                        <a:t>검사 요청을 하고 로봇을 이동 시키면 됨</a:t>
                      </a:r>
                      <a:endParaRPr lang="en-US" altLang="ko-KR" sz="1100" dirty="0" smtClean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※ Wafer</a:t>
                      </a:r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Calibration </a:t>
                      </a:r>
                      <a:r>
                        <a:rPr lang="ko-KR" altLang="en-US" sz="1100" b="1" baseline="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요청 시 </a:t>
                      </a:r>
                      <a:r>
                        <a:rPr lang="en-US" altLang="ko-KR" sz="1100" b="1" baseline="0" dirty="0" err="1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Target_id</a:t>
                      </a:r>
                      <a:r>
                        <a:rPr lang="ko-KR" altLang="en-US" sz="1100" b="1" baseline="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는 </a:t>
                      </a:r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Left(1)/Right(2) </a:t>
                      </a:r>
                      <a:r>
                        <a:rPr lang="ko-KR" altLang="en-US" sz="1100" b="1" baseline="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문자열 전달 추가</a:t>
                      </a:r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(V1.6)</a:t>
                      </a:r>
                      <a:endParaRPr lang="en-US" altLang="ko-KR" sz="1100" b="1" dirty="0" smtClean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 smtClean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369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Handler -&gt; Vision</a:t>
            </a:r>
            <a:endParaRPr lang="ko-KR" altLang="en-US" sz="1100" b="1">
              <a:latin typeface="+mn-ea"/>
            </a:endParaRPr>
          </a:p>
        </p:txBody>
      </p:sp>
      <p:sp>
        <p:nvSpPr>
          <p:cNvPr id="9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084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430947"/>
              </p:ext>
            </p:extLst>
          </p:nvPr>
        </p:nvGraphicFramePr>
        <p:xfrm>
          <a:off x="364047" y="1831919"/>
          <a:ext cx="8927999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Wafer site no (1)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Calibration, 3: Inspection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Left, 4: Inspection Right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A → </a:t>
                      </a:r>
                      <a:r>
                        <a:rPr lang="ko-KR" altLang="en-US" sz="1000" baseline="0" dirty="0" err="1" smtClean="0">
                          <a:latin typeface="+mn-ea"/>
                          <a:ea typeface="+mn-ea"/>
                        </a:rPr>
                        <a:t>각도에러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L→</a:t>
                      </a:r>
                      <a:r>
                        <a:rPr lang="ko-KR" altLang="en-US" sz="1000" baseline="0" dirty="0" err="1" smtClean="0">
                          <a:latin typeface="+mn-ea"/>
                          <a:ea typeface="+mn-ea"/>
                        </a:rPr>
                        <a:t>위치에러</a:t>
                      </a:r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10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T-&gt;Image Teaching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각도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(degree)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Wafer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Center X (Calibration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일 경우는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NA)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Wafer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Center Y (Calibration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일 경우는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NA)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RESULT:1,1,P,0,0,0@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→ Wafer Calibration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 $RESULT:1,3,P,1.5,3500,3500@ → Left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Wafer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일 경우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10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1000" b="1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RESULT:4,1,P,pickernum,X,Y,…@</a:t>
                      </a:r>
                      <a:r>
                        <a:rPr lang="en-US" altLang="ko-KR" sz="1000" b="1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→Bottom Calibration </a:t>
                      </a:r>
                      <a:r>
                        <a:rPr lang="ko-KR" altLang="en-US" sz="1000" b="1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b="1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 </a:t>
                      </a: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1</a:t>
                      </a:r>
                    </a:p>
                    <a:p>
                      <a:pPr latinLnBrk="1"/>
                      <a:endParaRPr lang="en-US" altLang="ko-KR" sz="11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b="1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※ </a:t>
                      </a:r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Result </a:t>
                      </a:r>
                      <a:r>
                        <a:rPr lang="ko-KR" altLang="en-US" sz="11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결과에 </a:t>
                      </a:r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Image Teaching </a:t>
                      </a:r>
                      <a:r>
                        <a:rPr lang="ko-KR" altLang="en-US" sz="11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결과</a:t>
                      </a:r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(T) </a:t>
                      </a:r>
                      <a:r>
                        <a:rPr lang="ko-KR" altLang="en-US" sz="11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추가</a:t>
                      </a:r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V1.6 (Wafer Align)</a:t>
                      </a:r>
                    </a:p>
                    <a:p>
                      <a:pPr latinLnBrk="1"/>
                      <a:endParaRPr lang="en-US" altLang="ko-KR" sz="1100" b="1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b="1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※ Bottom Flying Calibration Result </a:t>
                      </a:r>
                      <a:r>
                        <a:rPr lang="ko-KR" altLang="en-US" sz="1100" b="1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추가</a:t>
                      </a:r>
                      <a:endParaRPr lang="en-US" altLang="ko-KR" sz="1100" b="1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100" baseline="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30746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(Wafer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92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11276"/>
              </p:ext>
            </p:extLst>
          </p:nvPr>
        </p:nvGraphicFramePr>
        <p:xfrm>
          <a:off x="364047" y="1831919"/>
          <a:ext cx="8927999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Top site no (2~3)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Calibration)</a:t>
                      </a:r>
                    </a:p>
                    <a:p>
                      <a:pPr latinLnBrk="1"/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NA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x offset (mm)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y offset (mm)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$RESULT:2,1,P,NA,1.5,1.1@ → Top Calibration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2: Top front</a:t>
                      </a:r>
                    </a:p>
                    <a:p>
                      <a:pPr latinLnBrk="1"/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Site 3: Top rear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630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(Top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186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59053"/>
              </p:ext>
            </p:extLst>
          </p:nvPr>
        </p:nvGraphicFramePr>
        <p:xfrm>
          <a:off x="364047" y="1831919"/>
          <a:ext cx="8927999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4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Bottom site no (4~5)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Calibration, 2: Inspection)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┌</a:t>
                      </a:r>
                      <a:r>
                        <a:rPr lang="en-US" altLang="ko-KR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000" i="1" dirty="0" err="1" smtClean="0">
                          <a:latin typeface="+mn-ea"/>
                          <a:ea typeface="+mn-ea"/>
                        </a:rPr>
                        <a:t>검사시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├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 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각도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(degree)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000" i="1" dirty="0" smtClean="0">
                          <a:latin typeface="+mn-ea"/>
                          <a:ea typeface="+mn-ea"/>
                        </a:rPr>
                        <a:t>회 반복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├</a:t>
                      </a:r>
                      <a:r>
                        <a:rPr lang="ko-KR" altLang="en-US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x offset (mm)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└</a:t>
                      </a:r>
                      <a:r>
                        <a:rPr lang="en-US" altLang="ko-KR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y offset (mm)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$RESULT:4,1,P,0.3,1.5,1.1@ → Calibration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$RESULT:4,2,P,0.3,1.5,1.1,F,0.3,1.5,1.1,P,0.3,1.5,1.1,P,0.3,1.5,1.1,P,0.3,1.5,1.1,P,0.3,1.5,1.1,P,0.3,1.5,1.1,P,0.3,1.5,1.1,P,0.3,1.5,1.1,P,0.3,1.5,1.1@ → Inspection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</a:t>
                      </a: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4: Bottom front</a:t>
                      </a:r>
                    </a:p>
                    <a:p>
                      <a:pPr latinLnBrk="1"/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Site 5: Bottom rear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935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(Bottom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503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887825"/>
              </p:ext>
            </p:extLst>
          </p:nvPr>
        </p:nvGraphicFramePr>
        <p:xfrm>
          <a:off x="364047" y="1831919"/>
          <a:ext cx="8927999" cy="172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GRAB_STATUS</a:t>
                      </a:r>
                    </a:p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(Grab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상태 전송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GRAB_STATUS: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site,result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Camera Grab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상태를 전송한다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(Grab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상태 전송 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검사 수행됨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Handler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에서는 정상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Grab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상태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수신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다음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로 직시 이동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하여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T/T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을 감소 시킬 수 있다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이동 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또는 이동 후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$RESULT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수신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latinLnBrk="1"/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$GRAB_STATUS:1,OK@</a:t>
                      </a: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None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369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929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/>
          <p:cNvSpPr txBox="1">
            <a:spLocks/>
          </p:cNvSpPr>
          <p:nvPr/>
        </p:nvSpPr>
        <p:spPr>
          <a:xfrm>
            <a:off x="1216174" y="2160910"/>
            <a:ext cx="2487655" cy="472113"/>
          </a:xfrm>
          <a:prstGeom prst="rect">
            <a:avLst/>
          </a:prstGeom>
        </p:spPr>
        <p:txBody>
          <a:bodyPr vert="horz" wrap="square" lIns="0" tIns="10347" rIns="0" bIns="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97" algn="l">
              <a:lnSpc>
                <a:spcPts val="3600"/>
              </a:lnSpc>
              <a:spcBef>
                <a:spcPts val="81"/>
              </a:spcBef>
            </a:pPr>
            <a:r>
              <a:rPr lang="en-US" sz="3700" b="1" spc="14">
                <a:solidFill>
                  <a:srgbClr val="616161"/>
                </a:solidFill>
                <a:latin typeface="+mj-ea"/>
                <a:cs typeface="나눔바른고딕"/>
              </a:rPr>
              <a:t>Thank you</a:t>
            </a:r>
            <a:endParaRPr lang="en-US" sz="3700">
              <a:solidFill>
                <a:srgbClr val="616161"/>
              </a:solidFill>
              <a:latin typeface="+mj-ea"/>
              <a:cs typeface="나눔바른고딕"/>
            </a:endParaRPr>
          </a:p>
        </p:txBody>
      </p:sp>
    </p:spTree>
    <p:extLst>
      <p:ext uri="{BB962C8B-B14F-4D97-AF65-F5344CB8AC3E}">
        <p14:creationId xmlns:p14="http://schemas.microsoft.com/office/powerpoint/2010/main" val="373749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6811</TotalTime>
  <Words>1140</Words>
  <Application>Microsoft Office PowerPoint</Application>
  <PresentationFormat>A4 용지(210x297mm)</PresentationFormat>
  <Paragraphs>224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Gill Sans</vt:lpstr>
      <vt:lpstr>Karla</vt:lpstr>
      <vt:lpstr>나눔바른고딕</vt:lpstr>
      <vt:lpstr>맑은 고딕</vt:lpstr>
      <vt:lpstr>맑은 고딕 Semilight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tech</dc:creator>
  <cp:lastModifiedBy>tech</cp:lastModifiedBy>
  <cp:revision>412</cp:revision>
  <dcterms:created xsi:type="dcterms:W3CDTF">2019-04-16T06:55:40Z</dcterms:created>
  <dcterms:modified xsi:type="dcterms:W3CDTF">2024-06-05T08:17:28Z</dcterms:modified>
</cp:coreProperties>
</file>

<file path=[Content_Types].xml><?xml version="1.0" encoding="utf-8"?>
<Types xmlns="http://schemas.openxmlformats.org/package/2006/content-types">
  <Default Extension="png" ContentType="image/png"/>
  <Default Extension="svg" ContentType="image/svg+xml"/>
  <Default Extension="emf" ContentType="image/x-emf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65" r:id="rId1"/>
  </p:sldMasterIdLst>
  <p:notesMasterIdLst>
    <p:notesMasterId r:id="rId11"/>
  </p:notesMasterIdLst>
  <p:sldIdLst>
    <p:sldId id="339" r:id="rId2"/>
    <p:sldId id="354" r:id="rId3"/>
    <p:sldId id="367" r:id="rId4"/>
    <p:sldId id="355" r:id="rId5"/>
    <p:sldId id="357" r:id="rId6"/>
    <p:sldId id="361" r:id="rId7"/>
    <p:sldId id="362" r:id="rId8"/>
    <p:sldId id="360" r:id="rId9"/>
    <p:sldId id="337" r:id="rId10"/>
  </p:sldIdLst>
  <p:sldSz cx="9906000" cy="6858000" type="A4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6A6A6A"/>
    <a:srgbClr val="7F7F7F"/>
    <a:srgbClr val="959595"/>
    <a:srgbClr val="595959"/>
    <a:srgbClr val="8B8B8B"/>
    <a:srgbClr val="D8DADB"/>
    <a:srgbClr val="797B7C"/>
    <a:srgbClr val="8A8A8A"/>
    <a:srgbClr val="656868"/>
    <a:srgbClr val="61616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38" autoAdjust="0"/>
    <p:restoredTop sz="94660"/>
  </p:normalViewPr>
  <p:slideViewPr>
    <p:cSldViewPr snapToGrid="0">
      <p:cViewPr varScale="1">
        <p:scale>
          <a:sx n="110" d="100"/>
          <a:sy n="110" d="100"/>
        </p:scale>
        <p:origin x="1194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71E298C-C6FD-41B8-8ED5-FFA16115303E}" type="datetimeFigureOut">
              <a:rPr lang="ko-KR" altLang="en-US" smtClean="0"/>
              <a:t>2023-11-03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1200150" y="1143000"/>
            <a:ext cx="44577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FBFBD2E-58B1-4E97-A8FF-91EDE0C80FB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69802185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emf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emf"/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emf"/><Relationship Id="rId2" Type="http://schemas.openxmlformats.org/officeDocument/2006/relationships/image" Target="../media/image4.jpe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emf"/><Relationship Id="rId2" Type="http://schemas.openxmlformats.org/officeDocument/2006/relationships/image" Target="../media/image4.jpe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emf"/><Relationship Id="rId2" Type="http://schemas.openxmlformats.org/officeDocument/2006/relationships/image" Target="../media/image4.jpe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0.svg"/><Relationship Id="rId7" Type="http://schemas.openxmlformats.org/officeDocument/2006/relationships/image" Target="../media/image64.sv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8.png"/><Relationship Id="rId5" Type="http://schemas.openxmlformats.org/officeDocument/2006/relationships/image" Target="../media/image62.svg"/><Relationship Id="rId4" Type="http://schemas.openxmlformats.org/officeDocument/2006/relationships/image" Target="../media/image7.png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 userDrawn="1"/>
        </p:nvSpPr>
        <p:spPr>
          <a:xfrm>
            <a:off x="9200868" y="6377714"/>
            <a:ext cx="345070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fld id="{3A5A3238-BEE8-4AE6-BD8E-A5E1C9B2A4CD}" type="slidenum">
              <a:rPr lang="en-US" altLang="ko-KR" sz="1050" smtClean="0">
                <a:solidFill>
                  <a:schemeClr val="bg1">
                    <a:lumMod val="65000"/>
                  </a:schemeClr>
                </a:solidFill>
              </a:rPr>
              <a:pPr algn="ctr"/>
              <a:t>‹#›</a:t>
            </a:fld>
            <a:endParaRPr lang="ko-KR" altLang="en-US" sz="1050">
              <a:solidFill>
                <a:schemeClr val="bg1">
                  <a:lumMod val="65000"/>
                </a:schemeClr>
              </a:solidFill>
            </a:endParaRPr>
          </a:p>
        </p:txBody>
      </p:sp>
      <p:cxnSp>
        <p:nvCxnSpPr>
          <p:cNvPr id="9" name="직선 연결선 8"/>
          <p:cNvCxnSpPr/>
          <p:nvPr userDrawn="1"/>
        </p:nvCxnSpPr>
        <p:spPr>
          <a:xfrm>
            <a:off x="439932" y="850687"/>
            <a:ext cx="9026136" cy="0"/>
          </a:xfrm>
          <a:prstGeom prst="line">
            <a:avLst/>
          </a:prstGeom>
          <a:ln w="3175"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7" name="그림 6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634881" y="464089"/>
            <a:ext cx="738522" cy="259948"/>
          </a:xfrm>
          <a:prstGeom prst="rect">
            <a:avLst/>
          </a:prstGeom>
        </p:spPr>
      </p:pic>
      <p:grpSp>
        <p:nvGrpSpPr>
          <p:cNvPr id="22" name="그룹 21"/>
          <p:cNvGrpSpPr/>
          <p:nvPr userDrawn="1"/>
        </p:nvGrpSpPr>
        <p:grpSpPr>
          <a:xfrm>
            <a:off x="6765006" y="422994"/>
            <a:ext cx="1714242" cy="324277"/>
            <a:chOff x="593284" y="6273736"/>
            <a:chExt cx="1507065" cy="285086"/>
          </a:xfrm>
        </p:grpSpPr>
        <p:sp>
          <p:nvSpPr>
            <p:cNvPr id="23" name="Freeform 35"/>
            <p:cNvSpPr>
              <a:spLocks noEditPoints="1"/>
            </p:cNvSpPr>
            <p:nvPr/>
          </p:nvSpPr>
          <p:spPr bwMode="auto">
            <a:xfrm>
              <a:off x="593284" y="6273736"/>
              <a:ext cx="1507065" cy="285086"/>
            </a:xfrm>
            <a:custGeom>
              <a:avLst/>
              <a:gdLst>
                <a:gd name="T0" fmla="*/ 1172 w 1192"/>
                <a:gd name="T1" fmla="*/ 20 h 222"/>
                <a:gd name="T2" fmla="*/ 1172 w 1192"/>
                <a:gd name="T3" fmla="*/ 202 h 222"/>
                <a:gd name="T4" fmla="*/ 20 w 1192"/>
                <a:gd name="T5" fmla="*/ 202 h 222"/>
                <a:gd name="T6" fmla="*/ 20 w 1192"/>
                <a:gd name="T7" fmla="*/ 20 h 222"/>
                <a:gd name="T8" fmla="*/ 1172 w 1192"/>
                <a:gd name="T9" fmla="*/ 20 h 222"/>
                <a:gd name="T10" fmla="*/ 1192 w 1192"/>
                <a:gd name="T11" fmla="*/ 0 h 222"/>
                <a:gd name="T12" fmla="*/ 1192 w 1192"/>
                <a:gd name="T13" fmla="*/ 0 h 222"/>
                <a:gd name="T14" fmla="*/ 0 w 1192"/>
                <a:gd name="T15" fmla="*/ 0 h 222"/>
                <a:gd name="T16" fmla="*/ 0 w 1192"/>
                <a:gd name="T17" fmla="*/ 0 h 222"/>
                <a:gd name="T18" fmla="*/ 0 w 1192"/>
                <a:gd name="T19" fmla="*/ 222 h 222"/>
                <a:gd name="T20" fmla="*/ 0 w 1192"/>
                <a:gd name="T21" fmla="*/ 222 h 222"/>
                <a:gd name="T22" fmla="*/ 1192 w 1192"/>
                <a:gd name="T23" fmla="*/ 222 h 222"/>
                <a:gd name="T24" fmla="*/ 1192 w 1192"/>
                <a:gd name="T25" fmla="*/ 0 h 22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192" h="222">
                  <a:moveTo>
                    <a:pt x="1172" y="20"/>
                  </a:moveTo>
                  <a:cubicBezTo>
                    <a:pt x="1172" y="202"/>
                    <a:pt x="1172" y="202"/>
                    <a:pt x="1172" y="202"/>
                  </a:cubicBezTo>
                  <a:cubicBezTo>
                    <a:pt x="20" y="202"/>
                    <a:pt x="20" y="202"/>
                    <a:pt x="20" y="202"/>
                  </a:cubicBezTo>
                  <a:cubicBezTo>
                    <a:pt x="20" y="20"/>
                    <a:pt x="20" y="20"/>
                    <a:pt x="20" y="20"/>
                  </a:cubicBezTo>
                  <a:cubicBezTo>
                    <a:pt x="1172" y="20"/>
                    <a:pt x="1172" y="20"/>
                    <a:pt x="1172" y="20"/>
                  </a:cubicBezTo>
                  <a:moveTo>
                    <a:pt x="1192" y="0"/>
                  </a:moveTo>
                  <a:cubicBezTo>
                    <a:pt x="1192" y="0"/>
                    <a:pt x="1192" y="0"/>
                    <a:pt x="1192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222"/>
                    <a:pt x="0" y="222"/>
                    <a:pt x="0" y="222"/>
                  </a:cubicBezTo>
                  <a:cubicBezTo>
                    <a:pt x="0" y="222"/>
                    <a:pt x="0" y="222"/>
                    <a:pt x="0" y="222"/>
                  </a:cubicBezTo>
                  <a:cubicBezTo>
                    <a:pt x="1192" y="222"/>
                    <a:pt x="1192" y="222"/>
                    <a:pt x="1192" y="222"/>
                  </a:cubicBezTo>
                  <a:cubicBezTo>
                    <a:pt x="1192" y="0"/>
                    <a:pt x="1192" y="0"/>
                    <a:pt x="1192" y="0"/>
                  </a:cubicBezTo>
                  <a:close/>
                </a:path>
              </a:pathLst>
            </a:custGeom>
            <a:solidFill>
              <a:srgbClr val="AF1F24">
                <a:alpha val="27000"/>
              </a:srgbClr>
            </a:solidFill>
            <a:ln>
              <a:noFill/>
            </a:ln>
            <a:extLst/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/>
            </a:p>
          </p:txBody>
        </p:sp>
        <p:sp>
          <p:nvSpPr>
            <p:cNvPr id="24" name="Freeform 36"/>
            <p:cNvSpPr>
              <a:spLocks/>
            </p:cNvSpPr>
            <p:nvPr/>
          </p:nvSpPr>
          <p:spPr bwMode="auto">
            <a:xfrm>
              <a:off x="682697" y="6351487"/>
              <a:ext cx="107555" cy="130880"/>
            </a:xfrm>
            <a:custGeom>
              <a:avLst/>
              <a:gdLst>
                <a:gd name="T0" fmla="*/ 72 w 85"/>
                <a:gd name="T1" fmla="*/ 74 h 101"/>
                <a:gd name="T2" fmla="*/ 73 w 85"/>
                <a:gd name="T3" fmla="*/ 74 h 101"/>
                <a:gd name="T4" fmla="*/ 75 w 85"/>
                <a:gd name="T5" fmla="*/ 75 h 101"/>
                <a:gd name="T6" fmla="*/ 84 w 85"/>
                <a:gd name="T7" fmla="*/ 85 h 101"/>
                <a:gd name="T8" fmla="*/ 69 w 85"/>
                <a:gd name="T9" fmla="*/ 97 h 101"/>
                <a:gd name="T10" fmla="*/ 48 w 85"/>
                <a:gd name="T11" fmla="*/ 101 h 101"/>
                <a:gd name="T12" fmla="*/ 28 w 85"/>
                <a:gd name="T13" fmla="*/ 97 h 101"/>
                <a:gd name="T14" fmla="*/ 12 w 85"/>
                <a:gd name="T15" fmla="*/ 86 h 101"/>
                <a:gd name="T16" fmla="*/ 3 w 85"/>
                <a:gd name="T17" fmla="*/ 70 h 101"/>
                <a:gd name="T18" fmla="*/ 0 w 85"/>
                <a:gd name="T19" fmla="*/ 50 h 101"/>
                <a:gd name="T20" fmla="*/ 3 w 85"/>
                <a:gd name="T21" fmla="*/ 30 h 101"/>
                <a:gd name="T22" fmla="*/ 14 w 85"/>
                <a:gd name="T23" fmla="*/ 14 h 101"/>
                <a:gd name="T24" fmla="*/ 30 w 85"/>
                <a:gd name="T25" fmla="*/ 3 h 101"/>
                <a:gd name="T26" fmla="*/ 51 w 85"/>
                <a:gd name="T27" fmla="*/ 0 h 101"/>
                <a:gd name="T28" fmla="*/ 62 w 85"/>
                <a:gd name="T29" fmla="*/ 1 h 101"/>
                <a:gd name="T30" fmla="*/ 71 w 85"/>
                <a:gd name="T31" fmla="*/ 3 h 101"/>
                <a:gd name="T32" fmla="*/ 79 w 85"/>
                <a:gd name="T33" fmla="*/ 7 h 101"/>
                <a:gd name="T34" fmla="*/ 85 w 85"/>
                <a:gd name="T35" fmla="*/ 13 h 101"/>
                <a:gd name="T36" fmla="*/ 78 w 85"/>
                <a:gd name="T37" fmla="*/ 23 h 101"/>
                <a:gd name="T38" fmla="*/ 76 w 85"/>
                <a:gd name="T39" fmla="*/ 25 h 101"/>
                <a:gd name="T40" fmla="*/ 73 w 85"/>
                <a:gd name="T41" fmla="*/ 26 h 101"/>
                <a:gd name="T42" fmla="*/ 71 w 85"/>
                <a:gd name="T43" fmla="*/ 25 h 101"/>
                <a:gd name="T44" fmla="*/ 68 w 85"/>
                <a:gd name="T45" fmla="*/ 24 h 101"/>
                <a:gd name="T46" fmla="*/ 66 w 85"/>
                <a:gd name="T47" fmla="*/ 22 h 101"/>
                <a:gd name="T48" fmla="*/ 62 w 85"/>
                <a:gd name="T49" fmla="*/ 20 h 101"/>
                <a:gd name="T50" fmla="*/ 58 w 85"/>
                <a:gd name="T51" fmla="*/ 19 h 101"/>
                <a:gd name="T52" fmla="*/ 51 w 85"/>
                <a:gd name="T53" fmla="*/ 18 h 101"/>
                <a:gd name="T54" fmla="*/ 40 w 85"/>
                <a:gd name="T55" fmla="*/ 21 h 101"/>
                <a:gd name="T56" fmla="*/ 31 w 85"/>
                <a:gd name="T57" fmla="*/ 27 h 101"/>
                <a:gd name="T58" fmla="*/ 25 w 85"/>
                <a:gd name="T59" fmla="*/ 37 h 101"/>
                <a:gd name="T60" fmla="*/ 23 w 85"/>
                <a:gd name="T61" fmla="*/ 50 h 101"/>
                <a:gd name="T62" fmla="*/ 25 w 85"/>
                <a:gd name="T63" fmla="*/ 64 h 101"/>
                <a:gd name="T64" fmla="*/ 31 w 85"/>
                <a:gd name="T65" fmla="*/ 74 h 101"/>
                <a:gd name="T66" fmla="*/ 39 w 85"/>
                <a:gd name="T67" fmla="*/ 80 h 101"/>
                <a:gd name="T68" fmla="*/ 49 w 85"/>
                <a:gd name="T69" fmla="*/ 82 h 101"/>
                <a:gd name="T70" fmla="*/ 55 w 85"/>
                <a:gd name="T71" fmla="*/ 82 h 101"/>
                <a:gd name="T72" fmla="*/ 60 w 85"/>
                <a:gd name="T73" fmla="*/ 80 h 101"/>
                <a:gd name="T74" fmla="*/ 64 w 85"/>
                <a:gd name="T75" fmla="*/ 79 h 101"/>
                <a:gd name="T76" fmla="*/ 68 w 85"/>
                <a:gd name="T77" fmla="*/ 76 h 101"/>
                <a:gd name="T78" fmla="*/ 70 w 85"/>
                <a:gd name="T79" fmla="*/ 74 h 101"/>
                <a:gd name="T80" fmla="*/ 72 w 85"/>
                <a:gd name="T81" fmla="*/ 74 h 1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</a:cxnLst>
              <a:rect l="0" t="0" r="r" b="b"/>
              <a:pathLst>
                <a:path w="85" h="101">
                  <a:moveTo>
                    <a:pt x="72" y="74"/>
                  </a:moveTo>
                  <a:cubicBezTo>
                    <a:pt x="72" y="74"/>
                    <a:pt x="73" y="74"/>
                    <a:pt x="73" y="74"/>
                  </a:cubicBezTo>
                  <a:cubicBezTo>
                    <a:pt x="74" y="75"/>
                    <a:pt x="75" y="75"/>
                    <a:pt x="75" y="75"/>
                  </a:cubicBezTo>
                  <a:cubicBezTo>
                    <a:pt x="84" y="85"/>
                    <a:pt x="84" y="85"/>
                    <a:pt x="84" y="85"/>
                  </a:cubicBezTo>
                  <a:cubicBezTo>
                    <a:pt x="80" y="90"/>
                    <a:pt x="75" y="94"/>
                    <a:pt x="69" y="97"/>
                  </a:cubicBezTo>
                  <a:cubicBezTo>
                    <a:pt x="63" y="99"/>
                    <a:pt x="56" y="101"/>
                    <a:pt x="48" y="101"/>
                  </a:cubicBezTo>
                  <a:cubicBezTo>
                    <a:pt x="40" y="101"/>
                    <a:pt x="34" y="99"/>
                    <a:pt x="28" y="97"/>
                  </a:cubicBezTo>
                  <a:cubicBezTo>
                    <a:pt x="22" y="94"/>
                    <a:pt x="17" y="91"/>
                    <a:pt x="12" y="86"/>
                  </a:cubicBezTo>
                  <a:cubicBezTo>
                    <a:pt x="8" y="82"/>
                    <a:pt x="5" y="76"/>
                    <a:pt x="3" y="70"/>
                  </a:cubicBezTo>
                  <a:cubicBezTo>
                    <a:pt x="1" y="64"/>
                    <a:pt x="0" y="57"/>
                    <a:pt x="0" y="50"/>
                  </a:cubicBezTo>
                  <a:cubicBezTo>
                    <a:pt x="0" y="43"/>
                    <a:pt x="1" y="36"/>
                    <a:pt x="3" y="30"/>
                  </a:cubicBezTo>
                  <a:cubicBezTo>
                    <a:pt x="6" y="24"/>
                    <a:pt x="9" y="18"/>
                    <a:pt x="14" y="14"/>
                  </a:cubicBezTo>
                  <a:cubicBezTo>
                    <a:pt x="19" y="9"/>
                    <a:pt x="24" y="6"/>
                    <a:pt x="30" y="3"/>
                  </a:cubicBezTo>
                  <a:cubicBezTo>
                    <a:pt x="37" y="1"/>
                    <a:pt x="44" y="0"/>
                    <a:pt x="51" y="0"/>
                  </a:cubicBezTo>
                  <a:cubicBezTo>
                    <a:pt x="55" y="0"/>
                    <a:pt x="59" y="0"/>
                    <a:pt x="62" y="1"/>
                  </a:cubicBezTo>
                  <a:cubicBezTo>
                    <a:pt x="65" y="1"/>
                    <a:pt x="68" y="2"/>
                    <a:pt x="71" y="3"/>
                  </a:cubicBezTo>
                  <a:cubicBezTo>
                    <a:pt x="74" y="4"/>
                    <a:pt x="77" y="6"/>
                    <a:pt x="79" y="7"/>
                  </a:cubicBezTo>
                  <a:cubicBezTo>
                    <a:pt x="81" y="9"/>
                    <a:pt x="84" y="11"/>
                    <a:pt x="85" y="13"/>
                  </a:cubicBezTo>
                  <a:cubicBezTo>
                    <a:pt x="78" y="23"/>
                    <a:pt x="78" y="23"/>
                    <a:pt x="78" y="23"/>
                  </a:cubicBezTo>
                  <a:cubicBezTo>
                    <a:pt x="77" y="24"/>
                    <a:pt x="77" y="24"/>
                    <a:pt x="76" y="25"/>
                  </a:cubicBezTo>
                  <a:cubicBezTo>
                    <a:pt x="75" y="25"/>
                    <a:pt x="74" y="26"/>
                    <a:pt x="73" y="26"/>
                  </a:cubicBezTo>
                  <a:cubicBezTo>
                    <a:pt x="72" y="26"/>
                    <a:pt x="71" y="25"/>
                    <a:pt x="71" y="25"/>
                  </a:cubicBezTo>
                  <a:cubicBezTo>
                    <a:pt x="70" y="25"/>
                    <a:pt x="69" y="24"/>
                    <a:pt x="68" y="24"/>
                  </a:cubicBezTo>
                  <a:cubicBezTo>
                    <a:pt x="68" y="23"/>
                    <a:pt x="67" y="23"/>
                    <a:pt x="66" y="22"/>
                  </a:cubicBezTo>
                  <a:cubicBezTo>
                    <a:pt x="65" y="21"/>
                    <a:pt x="64" y="21"/>
                    <a:pt x="62" y="20"/>
                  </a:cubicBezTo>
                  <a:cubicBezTo>
                    <a:pt x="61" y="20"/>
                    <a:pt x="59" y="19"/>
                    <a:pt x="58" y="19"/>
                  </a:cubicBezTo>
                  <a:cubicBezTo>
                    <a:pt x="56" y="19"/>
                    <a:pt x="54" y="18"/>
                    <a:pt x="51" y="18"/>
                  </a:cubicBezTo>
                  <a:cubicBezTo>
                    <a:pt x="47" y="18"/>
                    <a:pt x="43" y="19"/>
                    <a:pt x="40" y="21"/>
                  </a:cubicBezTo>
                  <a:cubicBezTo>
                    <a:pt x="36" y="22"/>
                    <a:pt x="33" y="24"/>
                    <a:pt x="31" y="27"/>
                  </a:cubicBezTo>
                  <a:cubicBezTo>
                    <a:pt x="28" y="30"/>
                    <a:pt x="27" y="33"/>
                    <a:pt x="25" y="37"/>
                  </a:cubicBezTo>
                  <a:cubicBezTo>
                    <a:pt x="24" y="41"/>
                    <a:pt x="23" y="45"/>
                    <a:pt x="23" y="50"/>
                  </a:cubicBezTo>
                  <a:cubicBezTo>
                    <a:pt x="23" y="55"/>
                    <a:pt x="24" y="60"/>
                    <a:pt x="25" y="64"/>
                  </a:cubicBezTo>
                  <a:cubicBezTo>
                    <a:pt x="27" y="68"/>
                    <a:pt x="28" y="71"/>
                    <a:pt x="31" y="74"/>
                  </a:cubicBezTo>
                  <a:cubicBezTo>
                    <a:pt x="33" y="76"/>
                    <a:pt x="36" y="78"/>
                    <a:pt x="39" y="80"/>
                  </a:cubicBezTo>
                  <a:cubicBezTo>
                    <a:pt x="42" y="81"/>
                    <a:pt x="46" y="82"/>
                    <a:pt x="49" y="82"/>
                  </a:cubicBezTo>
                  <a:cubicBezTo>
                    <a:pt x="51" y="82"/>
                    <a:pt x="53" y="82"/>
                    <a:pt x="55" y="82"/>
                  </a:cubicBezTo>
                  <a:cubicBezTo>
                    <a:pt x="57" y="81"/>
                    <a:pt x="58" y="81"/>
                    <a:pt x="60" y="80"/>
                  </a:cubicBezTo>
                  <a:cubicBezTo>
                    <a:pt x="61" y="80"/>
                    <a:pt x="63" y="79"/>
                    <a:pt x="64" y="79"/>
                  </a:cubicBezTo>
                  <a:cubicBezTo>
                    <a:pt x="65" y="78"/>
                    <a:pt x="67" y="77"/>
                    <a:pt x="68" y="76"/>
                  </a:cubicBezTo>
                  <a:cubicBezTo>
                    <a:pt x="69" y="75"/>
                    <a:pt x="69" y="75"/>
                    <a:pt x="70" y="74"/>
                  </a:cubicBezTo>
                  <a:cubicBezTo>
                    <a:pt x="70" y="74"/>
                    <a:pt x="71" y="74"/>
                    <a:pt x="72" y="74"/>
                  </a:cubicBezTo>
                  <a:close/>
                </a:path>
              </a:pathLst>
            </a:custGeom>
            <a:solidFill>
              <a:srgbClr val="AF1F24">
                <a:alpha val="27000"/>
              </a:srgbClr>
            </a:solidFill>
            <a:ln>
              <a:noFill/>
            </a:ln>
            <a:extLst/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/>
            </a:p>
          </p:txBody>
        </p:sp>
        <p:sp>
          <p:nvSpPr>
            <p:cNvPr id="25" name="Freeform 37"/>
            <p:cNvSpPr>
              <a:spLocks noEditPoints="1"/>
            </p:cNvSpPr>
            <p:nvPr/>
          </p:nvSpPr>
          <p:spPr bwMode="auto">
            <a:xfrm>
              <a:off x="803210" y="6351487"/>
              <a:ext cx="129584" cy="130880"/>
            </a:xfrm>
            <a:custGeom>
              <a:avLst/>
              <a:gdLst>
                <a:gd name="T0" fmla="*/ 103 w 103"/>
                <a:gd name="T1" fmla="*/ 50 h 101"/>
                <a:gd name="T2" fmla="*/ 99 w 103"/>
                <a:gd name="T3" fmla="*/ 70 h 101"/>
                <a:gd name="T4" fmla="*/ 89 w 103"/>
                <a:gd name="T5" fmla="*/ 86 h 101"/>
                <a:gd name="T6" fmla="*/ 72 w 103"/>
                <a:gd name="T7" fmla="*/ 97 h 101"/>
                <a:gd name="T8" fmla="*/ 51 w 103"/>
                <a:gd name="T9" fmla="*/ 101 h 101"/>
                <a:gd name="T10" fmla="*/ 30 w 103"/>
                <a:gd name="T11" fmla="*/ 97 h 101"/>
                <a:gd name="T12" fmla="*/ 14 w 103"/>
                <a:gd name="T13" fmla="*/ 86 h 101"/>
                <a:gd name="T14" fmla="*/ 4 w 103"/>
                <a:gd name="T15" fmla="*/ 70 h 101"/>
                <a:gd name="T16" fmla="*/ 0 w 103"/>
                <a:gd name="T17" fmla="*/ 50 h 101"/>
                <a:gd name="T18" fmla="*/ 4 w 103"/>
                <a:gd name="T19" fmla="*/ 30 h 101"/>
                <a:gd name="T20" fmla="*/ 14 w 103"/>
                <a:gd name="T21" fmla="*/ 14 h 101"/>
                <a:gd name="T22" fmla="*/ 30 w 103"/>
                <a:gd name="T23" fmla="*/ 3 h 101"/>
                <a:gd name="T24" fmla="*/ 51 w 103"/>
                <a:gd name="T25" fmla="*/ 0 h 101"/>
                <a:gd name="T26" fmla="*/ 72 w 103"/>
                <a:gd name="T27" fmla="*/ 3 h 101"/>
                <a:gd name="T28" fmla="*/ 89 w 103"/>
                <a:gd name="T29" fmla="*/ 14 h 101"/>
                <a:gd name="T30" fmla="*/ 99 w 103"/>
                <a:gd name="T31" fmla="*/ 30 h 101"/>
                <a:gd name="T32" fmla="*/ 103 w 103"/>
                <a:gd name="T33" fmla="*/ 50 h 101"/>
                <a:gd name="T34" fmla="*/ 79 w 103"/>
                <a:gd name="T35" fmla="*/ 50 h 101"/>
                <a:gd name="T36" fmla="*/ 77 w 103"/>
                <a:gd name="T37" fmla="*/ 37 h 101"/>
                <a:gd name="T38" fmla="*/ 72 w 103"/>
                <a:gd name="T39" fmla="*/ 27 h 101"/>
                <a:gd name="T40" fmla="*/ 63 w 103"/>
                <a:gd name="T41" fmla="*/ 21 h 101"/>
                <a:gd name="T42" fmla="*/ 51 w 103"/>
                <a:gd name="T43" fmla="*/ 18 h 101"/>
                <a:gd name="T44" fmla="*/ 40 w 103"/>
                <a:gd name="T45" fmla="*/ 21 h 101"/>
                <a:gd name="T46" fmla="*/ 31 w 103"/>
                <a:gd name="T47" fmla="*/ 27 h 101"/>
                <a:gd name="T48" fmla="*/ 25 w 103"/>
                <a:gd name="T49" fmla="*/ 37 h 101"/>
                <a:gd name="T50" fmla="*/ 23 w 103"/>
                <a:gd name="T51" fmla="*/ 50 h 101"/>
                <a:gd name="T52" fmla="*/ 25 w 103"/>
                <a:gd name="T53" fmla="*/ 63 h 101"/>
                <a:gd name="T54" fmla="*/ 31 w 103"/>
                <a:gd name="T55" fmla="*/ 73 h 101"/>
                <a:gd name="T56" fmla="*/ 40 w 103"/>
                <a:gd name="T57" fmla="*/ 80 h 101"/>
                <a:gd name="T58" fmla="*/ 51 w 103"/>
                <a:gd name="T59" fmla="*/ 82 h 101"/>
                <a:gd name="T60" fmla="*/ 63 w 103"/>
                <a:gd name="T61" fmla="*/ 80 h 101"/>
                <a:gd name="T62" fmla="*/ 72 w 103"/>
                <a:gd name="T63" fmla="*/ 73 h 101"/>
                <a:gd name="T64" fmla="*/ 77 w 103"/>
                <a:gd name="T65" fmla="*/ 63 h 101"/>
                <a:gd name="T66" fmla="*/ 79 w 103"/>
                <a:gd name="T67" fmla="*/ 50 h 1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</a:cxnLst>
              <a:rect l="0" t="0" r="r" b="b"/>
              <a:pathLst>
                <a:path w="103" h="101">
                  <a:moveTo>
                    <a:pt x="103" y="50"/>
                  </a:moveTo>
                  <a:cubicBezTo>
                    <a:pt x="103" y="57"/>
                    <a:pt x="102" y="64"/>
                    <a:pt x="99" y="70"/>
                  </a:cubicBezTo>
                  <a:cubicBezTo>
                    <a:pt x="97" y="76"/>
                    <a:pt x="93" y="82"/>
                    <a:pt x="89" y="86"/>
                  </a:cubicBezTo>
                  <a:cubicBezTo>
                    <a:pt x="84" y="91"/>
                    <a:pt x="79" y="94"/>
                    <a:pt x="72" y="97"/>
                  </a:cubicBezTo>
                  <a:cubicBezTo>
                    <a:pt x="66" y="99"/>
                    <a:pt x="59" y="101"/>
                    <a:pt x="51" y="101"/>
                  </a:cubicBezTo>
                  <a:cubicBezTo>
                    <a:pt x="44" y="101"/>
                    <a:pt x="37" y="99"/>
                    <a:pt x="30" y="97"/>
                  </a:cubicBezTo>
                  <a:cubicBezTo>
                    <a:pt x="24" y="94"/>
                    <a:pt x="19" y="91"/>
                    <a:pt x="14" y="86"/>
                  </a:cubicBezTo>
                  <a:cubicBezTo>
                    <a:pt x="10" y="82"/>
                    <a:pt x="6" y="76"/>
                    <a:pt x="4" y="70"/>
                  </a:cubicBezTo>
                  <a:cubicBezTo>
                    <a:pt x="1" y="64"/>
                    <a:pt x="0" y="57"/>
                    <a:pt x="0" y="50"/>
                  </a:cubicBezTo>
                  <a:cubicBezTo>
                    <a:pt x="0" y="43"/>
                    <a:pt x="1" y="36"/>
                    <a:pt x="4" y="30"/>
                  </a:cubicBezTo>
                  <a:cubicBezTo>
                    <a:pt x="6" y="24"/>
                    <a:pt x="10" y="19"/>
                    <a:pt x="14" y="14"/>
                  </a:cubicBezTo>
                  <a:cubicBezTo>
                    <a:pt x="19" y="10"/>
                    <a:pt x="24" y="6"/>
                    <a:pt x="30" y="3"/>
                  </a:cubicBezTo>
                  <a:cubicBezTo>
                    <a:pt x="37" y="1"/>
                    <a:pt x="44" y="0"/>
                    <a:pt x="51" y="0"/>
                  </a:cubicBezTo>
                  <a:cubicBezTo>
                    <a:pt x="59" y="0"/>
                    <a:pt x="66" y="1"/>
                    <a:pt x="72" y="3"/>
                  </a:cubicBezTo>
                  <a:cubicBezTo>
                    <a:pt x="79" y="6"/>
                    <a:pt x="84" y="10"/>
                    <a:pt x="89" y="14"/>
                  </a:cubicBezTo>
                  <a:cubicBezTo>
                    <a:pt x="93" y="19"/>
                    <a:pt x="97" y="24"/>
                    <a:pt x="99" y="30"/>
                  </a:cubicBezTo>
                  <a:cubicBezTo>
                    <a:pt x="102" y="36"/>
                    <a:pt x="103" y="43"/>
                    <a:pt x="103" y="50"/>
                  </a:cubicBezTo>
                  <a:close/>
                  <a:moveTo>
                    <a:pt x="79" y="50"/>
                  </a:moveTo>
                  <a:cubicBezTo>
                    <a:pt x="79" y="45"/>
                    <a:pt x="79" y="41"/>
                    <a:pt x="77" y="37"/>
                  </a:cubicBezTo>
                  <a:cubicBezTo>
                    <a:pt x="76" y="33"/>
                    <a:pt x="74" y="30"/>
                    <a:pt x="72" y="27"/>
                  </a:cubicBezTo>
                  <a:cubicBezTo>
                    <a:pt x="70" y="24"/>
                    <a:pt x="67" y="22"/>
                    <a:pt x="63" y="21"/>
                  </a:cubicBezTo>
                  <a:cubicBezTo>
                    <a:pt x="60" y="19"/>
                    <a:pt x="56" y="18"/>
                    <a:pt x="51" y="18"/>
                  </a:cubicBezTo>
                  <a:cubicBezTo>
                    <a:pt x="47" y="18"/>
                    <a:pt x="43" y="19"/>
                    <a:pt x="40" y="21"/>
                  </a:cubicBezTo>
                  <a:cubicBezTo>
                    <a:pt x="36" y="22"/>
                    <a:pt x="33" y="24"/>
                    <a:pt x="31" y="27"/>
                  </a:cubicBezTo>
                  <a:cubicBezTo>
                    <a:pt x="28" y="30"/>
                    <a:pt x="27" y="33"/>
                    <a:pt x="25" y="37"/>
                  </a:cubicBezTo>
                  <a:cubicBezTo>
                    <a:pt x="24" y="41"/>
                    <a:pt x="23" y="45"/>
                    <a:pt x="23" y="50"/>
                  </a:cubicBezTo>
                  <a:cubicBezTo>
                    <a:pt x="23" y="55"/>
                    <a:pt x="24" y="59"/>
                    <a:pt x="25" y="63"/>
                  </a:cubicBezTo>
                  <a:cubicBezTo>
                    <a:pt x="27" y="67"/>
                    <a:pt x="28" y="71"/>
                    <a:pt x="31" y="73"/>
                  </a:cubicBezTo>
                  <a:cubicBezTo>
                    <a:pt x="33" y="76"/>
                    <a:pt x="36" y="78"/>
                    <a:pt x="40" y="80"/>
                  </a:cubicBezTo>
                  <a:cubicBezTo>
                    <a:pt x="43" y="81"/>
                    <a:pt x="47" y="82"/>
                    <a:pt x="51" y="82"/>
                  </a:cubicBezTo>
                  <a:cubicBezTo>
                    <a:pt x="56" y="82"/>
                    <a:pt x="60" y="81"/>
                    <a:pt x="63" y="80"/>
                  </a:cubicBezTo>
                  <a:cubicBezTo>
                    <a:pt x="67" y="78"/>
                    <a:pt x="70" y="76"/>
                    <a:pt x="72" y="73"/>
                  </a:cubicBezTo>
                  <a:cubicBezTo>
                    <a:pt x="74" y="71"/>
                    <a:pt x="76" y="67"/>
                    <a:pt x="77" y="63"/>
                  </a:cubicBezTo>
                  <a:cubicBezTo>
                    <a:pt x="79" y="59"/>
                    <a:pt x="79" y="55"/>
                    <a:pt x="79" y="50"/>
                  </a:cubicBezTo>
                  <a:close/>
                </a:path>
              </a:pathLst>
            </a:custGeom>
            <a:solidFill>
              <a:srgbClr val="AF1F24">
                <a:alpha val="27000"/>
              </a:srgbClr>
            </a:solidFill>
            <a:ln>
              <a:noFill/>
            </a:ln>
            <a:extLst/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/>
            </a:p>
          </p:txBody>
        </p:sp>
        <p:sp>
          <p:nvSpPr>
            <p:cNvPr id="26" name="Freeform 38"/>
            <p:cNvSpPr>
              <a:spLocks/>
            </p:cNvSpPr>
            <p:nvPr/>
          </p:nvSpPr>
          <p:spPr bwMode="auto">
            <a:xfrm>
              <a:off x="953528" y="6352783"/>
              <a:ext cx="110147" cy="128289"/>
            </a:xfrm>
            <a:custGeom>
              <a:avLst/>
              <a:gdLst>
                <a:gd name="T0" fmla="*/ 15 w 87"/>
                <a:gd name="T1" fmla="*/ 0 h 99"/>
                <a:gd name="T2" fmla="*/ 17 w 87"/>
                <a:gd name="T3" fmla="*/ 0 h 99"/>
                <a:gd name="T4" fmla="*/ 18 w 87"/>
                <a:gd name="T5" fmla="*/ 1 h 99"/>
                <a:gd name="T6" fmla="*/ 20 w 87"/>
                <a:gd name="T7" fmla="*/ 3 h 99"/>
                <a:gd name="T8" fmla="*/ 67 w 87"/>
                <a:gd name="T9" fmla="*/ 63 h 99"/>
                <a:gd name="T10" fmla="*/ 67 w 87"/>
                <a:gd name="T11" fmla="*/ 57 h 99"/>
                <a:gd name="T12" fmla="*/ 66 w 87"/>
                <a:gd name="T13" fmla="*/ 52 h 99"/>
                <a:gd name="T14" fmla="*/ 66 w 87"/>
                <a:gd name="T15" fmla="*/ 0 h 99"/>
                <a:gd name="T16" fmla="*/ 87 w 87"/>
                <a:gd name="T17" fmla="*/ 0 h 99"/>
                <a:gd name="T18" fmla="*/ 87 w 87"/>
                <a:gd name="T19" fmla="*/ 99 h 99"/>
                <a:gd name="T20" fmla="*/ 75 w 87"/>
                <a:gd name="T21" fmla="*/ 99 h 99"/>
                <a:gd name="T22" fmla="*/ 70 w 87"/>
                <a:gd name="T23" fmla="*/ 98 h 99"/>
                <a:gd name="T24" fmla="*/ 67 w 87"/>
                <a:gd name="T25" fmla="*/ 95 h 99"/>
                <a:gd name="T26" fmla="*/ 20 w 87"/>
                <a:gd name="T27" fmla="*/ 36 h 99"/>
                <a:gd name="T28" fmla="*/ 20 w 87"/>
                <a:gd name="T29" fmla="*/ 41 h 99"/>
                <a:gd name="T30" fmla="*/ 20 w 87"/>
                <a:gd name="T31" fmla="*/ 46 h 99"/>
                <a:gd name="T32" fmla="*/ 20 w 87"/>
                <a:gd name="T33" fmla="*/ 99 h 99"/>
                <a:gd name="T34" fmla="*/ 0 w 87"/>
                <a:gd name="T35" fmla="*/ 99 h 99"/>
                <a:gd name="T36" fmla="*/ 0 w 87"/>
                <a:gd name="T37" fmla="*/ 0 h 99"/>
                <a:gd name="T38" fmla="*/ 12 w 87"/>
                <a:gd name="T39" fmla="*/ 0 h 99"/>
                <a:gd name="T40" fmla="*/ 15 w 87"/>
                <a:gd name="T41" fmla="*/ 0 h 9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</a:cxnLst>
              <a:rect l="0" t="0" r="r" b="b"/>
              <a:pathLst>
                <a:path w="87" h="99">
                  <a:moveTo>
                    <a:pt x="15" y="0"/>
                  </a:moveTo>
                  <a:cubicBezTo>
                    <a:pt x="16" y="0"/>
                    <a:pt x="16" y="0"/>
                    <a:pt x="17" y="0"/>
                  </a:cubicBezTo>
                  <a:cubicBezTo>
                    <a:pt x="17" y="1"/>
                    <a:pt x="18" y="1"/>
                    <a:pt x="18" y="1"/>
                  </a:cubicBezTo>
                  <a:cubicBezTo>
                    <a:pt x="19" y="2"/>
                    <a:pt x="19" y="2"/>
                    <a:pt x="20" y="3"/>
                  </a:cubicBezTo>
                  <a:cubicBezTo>
                    <a:pt x="67" y="63"/>
                    <a:pt x="67" y="63"/>
                    <a:pt x="67" y="63"/>
                  </a:cubicBezTo>
                  <a:cubicBezTo>
                    <a:pt x="67" y="61"/>
                    <a:pt x="67" y="59"/>
                    <a:pt x="67" y="57"/>
                  </a:cubicBezTo>
                  <a:cubicBezTo>
                    <a:pt x="66" y="55"/>
                    <a:pt x="66" y="54"/>
                    <a:pt x="66" y="52"/>
                  </a:cubicBezTo>
                  <a:cubicBezTo>
                    <a:pt x="66" y="0"/>
                    <a:pt x="66" y="0"/>
                    <a:pt x="66" y="0"/>
                  </a:cubicBezTo>
                  <a:cubicBezTo>
                    <a:pt x="87" y="0"/>
                    <a:pt x="87" y="0"/>
                    <a:pt x="87" y="0"/>
                  </a:cubicBezTo>
                  <a:cubicBezTo>
                    <a:pt x="87" y="99"/>
                    <a:pt x="87" y="99"/>
                    <a:pt x="87" y="99"/>
                  </a:cubicBezTo>
                  <a:cubicBezTo>
                    <a:pt x="75" y="99"/>
                    <a:pt x="75" y="99"/>
                    <a:pt x="75" y="99"/>
                  </a:cubicBezTo>
                  <a:cubicBezTo>
                    <a:pt x="73" y="99"/>
                    <a:pt x="71" y="98"/>
                    <a:pt x="70" y="98"/>
                  </a:cubicBezTo>
                  <a:cubicBezTo>
                    <a:pt x="69" y="97"/>
                    <a:pt x="68" y="96"/>
                    <a:pt x="67" y="95"/>
                  </a:cubicBezTo>
                  <a:cubicBezTo>
                    <a:pt x="20" y="36"/>
                    <a:pt x="20" y="36"/>
                    <a:pt x="20" y="36"/>
                  </a:cubicBezTo>
                  <a:cubicBezTo>
                    <a:pt x="20" y="38"/>
                    <a:pt x="20" y="39"/>
                    <a:pt x="20" y="41"/>
                  </a:cubicBezTo>
                  <a:cubicBezTo>
                    <a:pt x="20" y="43"/>
                    <a:pt x="20" y="44"/>
                    <a:pt x="20" y="46"/>
                  </a:cubicBezTo>
                  <a:cubicBezTo>
                    <a:pt x="20" y="99"/>
                    <a:pt x="20" y="99"/>
                    <a:pt x="20" y="99"/>
                  </a:cubicBezTo>
                  <a:cubicBezTo>
                    <a:pt x="0" y="99"/>
                    <a:pt x="0" y="99"/>
                    <a:pt x="0" y="99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12" y="0"/>
                    <a:pt x="12" y="0"/>
                    <a:pt x="12" y="0"/>
                  </a:cubicBezTo>
                  <a:cubicBezTo>
                    <a:pt x="13" y="0"/>
                    <a:pt x="14" y="0"/>
                    <a:pt x="15" y="0"/>
                  </a:cubicBezTo>
                  <a:close/>
                </a:path>
              </a:pathLst>
            </a:custGeom>
            <a:solidFill>
              <a:srgbClr val="AF1F24">
                <a:alpha val="27000"/>
              </a:srgbClr>
            </a:solidFill>
            <a:ln>
              <a:noFill/>
            </a:ln>
            <a:extLst/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/>
            </a:p>
          </p:txBody>
        </p:sp>
        <p:sp>
          <p:nvSpPr>
            <p:cNvPr id="27" name="Freeform 39"/>
            <p:cNvSpPr>
              <a:spLocks/>
            </p:cNvSpPr>
            <p:nvPr/>
          </p:nvSpPr>
          <p:spPr bwMode="auto">
            <a:xfrm>
              <a:off x="1089592" y="6352783"/>
              <a:ext cx="81638" cy="128289"/>
            </a:xfrm>
            <a:custGeom>
              <a:avLst/>
              <a:gdLst>
                <a:gd name="T0" fmla="*/ 63 w 63"/>
                <a:gd name="T1" fmla="*/ 0 h 99"/>
                <a:gd name="T2" fmla="*/ 63 w 63"/>
                <a:gd name="T3" fmla="*/ 17 h 99"/>
                <a:gd name="T4" fmla="*/ 24 w 63"/>
                <a:gd name="T5" fmla="*/ 17 h 99"/>
                <a:gd name="T6" fmla="*/ 24 w 63"/>
                <a:gd name="T7" fmla="*/ 42 h 99"/>
                <a:gd name="T8" fmla="*/ 56 w 63"/>
                <a:gd name="T9" fmla="*/ 42 h 99"/>
                <a:gd name="T10" fmla="*/ 56 w 63"/>
                <a:gd name="T11" fmla="*/ 60 h 99"/>
                <a:gd name="T12" fmla="*/ 24 w 63"/>
                <a:gd name="T13" fmla="*/ 60 h 99"/>
                <a:gd name="T14" fmla="*/ 24 w 63"/>
                <a:gd name="T15" fmla="*/ 99 h 99"/>
                <a:gd name="T16" fmla="*/ 0 w 63"/>
                <a:gd name="T17" fmla="*/ 99 h 99"/>
                <a:gd name="T18" fmla="*/ 0 w 63"/>
                <a:gd name="T19" fmla="*/ 0 h 99"/>
                <a:gd name="T20" fmla="*/ 63 w 63"/>
                <a:gd name="T21" fmla="*/ 0 h 9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63" h="99">
                  <a:moveTo>
                    <a:pt x="63" y="0"/>
                  </a:moveTo>
                  <a:lnTo>
                    <a:pt x="63" y="17"/>
                  </a:lnTo>
                  <a:lnTo>
                    <a:pt x="24" y="17"/>
                  </a:lnTo>
                  <a:lnTo>
                    <a:pt x="24" y="42"/>
                  </a:lnTo>
                  <a:lnTo>
                    <a:pt x="56" y="42"/>
                  </a:lnTo>
                  <a:lnTo>
                    <a:pt x="56" y="60"/>
                  </a:lnTo>
                  <a:lnTo>
                    <a:pt x="24" y="60"/>
                  </a:lnTo>
                  <a:lnTo>
                    <a:pt x="24" y="99"/>
                  </a:lnTo>
                  <a:lnTo>
                    <a:pt x="0" y="99"/>
                  </a:lnTo>
                  <a:lnTo>
                    <a:pt x="0" y="0"/>
                  </a:lnTo>
                  <a:lnTo>
                    <a:pt x="63" y="0"/>
                  </a:lnTo>
                  <a:close/>
                </a:path>
              </a:pathLst>
            </a:custGeom>
            <a:solidFill>
              <a:srgbClr val="AF1F24">
                <a:alpha val="27000"/>
              </a:srgbClr>
            </a:solidFill>
            <a:ln>
              <a:noFill/>
            </a:ln>
            <a:extLst/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/>
            </a:p>
          </p:txBody>
        </p:sp>
        <p:sp>
          <p:nvSpPr>
            <p:cNvPr id="28" name="Rectangle 40"/>
            <p:cNvSpPr>
              <a:spLocks noChangeArrowheads="1"/>
            </p:cNvSpPr>
            <p:nvPr/>
          </p:nvSpPr>
          <p:spPr bwMode="auto">
            <a:xfrm>
              <a:off x="1195851" y="6352783"/>
              <a:ext cx="29804" cy="128289"/>
            </a:xfrm>
            <a:prstGeom prst="rect">
              <a:avLst/>
            </a:prstGeom>
            <a:solidFill>
              <a:srgbClr val="AF1F24">
                <a:alpha val="27000"/>
              </a:srgbClr>
            </a:solidFill>
            <a:ln>
              <a:noFill/>
            </a:ln>
            <a:extLst/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/>
            </a:p>
          </p:txBody>
        </p:sp>
        <p:sp>
          <p:nvSpPr>
            <p:cNvPr id="29" name="Freeform 41"/>
            <p:cNvSpPr>
              <a:spLocks noEditPoints="1"/>
            </p:cNvSpPr>
            <p:nvPr/>
          </p:nvSpPr>
          <p:spPr bwMode="auto">
            <a:xfrm>
              <a:off x="1255460" y="6352783"/>
              <a:ext cx="112738" cy="128289"/>
            </a:xfrm>
            <a:custGeom>
              <a:avLst/>
              <a:gdLst>
                <a:gd name="T0" fmla="*/ 89 w 89"/>
                <a:gd name="T1" fmla="*/ 49 h 99"/>
                <a:gd name="T2" fmla="*/ 86 w 89"/>
                <a:gd name="T3" fmla="*/ 69 h 99"/>
                <a:gd name="T4" fmla="*/ 75 w 89"/>
                <a:gd name="T5" fmla="*/ 85 h 99"/>
                <a:gd name="T6" fmla="*/ 59 w 89"/>
                <a:gd name="T7" fmla="*/ 95 h 99"/>
                <a:gd name="T8" fmla="*/ 38 w 89"/>
                <a:gd name="T9" fmla="*/ 99 h 99"/>
                <a:gd name="T10" fmla="*/ 0 w 89"/>
                <a:gd name="T11" fmla="*/ 99 h 99"/>
                <a:gd name="T12" fmla="*/ 0 w 89"/>
                <a:gd name="T13" fmla="*/ 0 h 99"/>
                <a:gd name="T14" fmla="*/ 38 w 89"/>
                <a:gd name="T15" fmla="*/ 0 h 99"/>
                <a:gd name="T16" fmla="*/ 59 w 89"/>
                <a:gd name="T17" fmla="*/ 3 h 99"/>
                <a:gd name="T18" fmla="*/ 75 w 89"/>
                <a:gd name="T19" fmla="*/ 14 h 99"/>
                <a:gd name="T20" fmla="*/ 86 w 89"/>
                <a:gd name="T21" fmla="*/ 29 h 99"/>
                <a:gd name="T22" fmla="*/ 89 w 89"/>
                <a:gd name="T23" fmla="*/ 49 h 99"/>
                <a:gd name="T24" fmla="*/ 66 w 89"/>
                <a:gd name="T25" fmla="*/ 49 h 99"/>
                <a:gd name="T26" fmla="*/ 64 w 89"/>
                <a:gd name="T27" fmla="*/ 36 h 99"/>
                <a:gd name="T28" fmla="*/ 59 w 89"/>
                <a:gd name="T29" fmla="*/ 26 h 99"/>
                <a:gd name="T30" fmla="*/ 50 w 89"/>
                <a:gd name="T31" fmla="*/ 20 h 99"/>
                <a:gd name="T32" fmla="*/ 38 w 89"/>
                <a:gd name="T33" fmla="*/ 17 h 99"/>
                <a:gd name="T34" fmla="*/ 23 w 89"/>
                <a:gd name="T35" fmla="*/ 17 h 99"/>
                <a:gd name="T36" fmla="*/ 23 w 89"/>
                <a:gd name="T37" fmla="*/ 81 h 99"/>
                <a:gd name="T38" fmla="*/ 38 w 89"/>
                <a:gd name="T39" fmla="*/ 81 h 99"/>
                <a:gd name="T40" fmla="*/ 50 w 89"/>
                <a:gd name="T41" fmla="*/ 79 h 99"/>
                <a:gd name="T42" fmla="*/ 59 w 89"/>
                <a:gd name="T43" fmla="*/ 72 h 99"/>
                <a:gd name="T44" fmla="*/ 64 w 89"/>
                <a:gd name="T45" fmla="*/ 62 h 99"/>
                <a:gd name="T46" fmla="*/ 66 w 89"/>
                <a:gd name="T47" fmla="*/ 49 h 9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</a:cxnLst>
              <a:rect l="0" t="0" r="r" b="b"/>
              <a:pathLst>
                <a:path w="89" h="99">
                  <a:moveTo>
                    <a:pt x="89" y="49"/>
                  </a:moveTo>
                  <a:cubicBezTo>
                    <a:pt x="89" y="56"/>
                    <a:pt x="88" y="63"/>
                    <a:pt x="86" y="69"/>
                  </a:cubicBezTo>
                  <a:cubicBezTo>
                    <a:pt x="83" y="75"/>
                    <a:pt x="80" y="80"/>
                    <a:pt x="75" y="85"/>
                  </a:cubicBezTo>
                  <a:cubicBezTo>
                    <a:pt x="71" y="89"/>
                    <a:pt x="65" y="92"/>
                    <a:pt x="59" y="95"/>
                  </a:cubicBezTo>
                  <a:cubicBezTo>
                    <a:pt x="53" y="97"/>
                    <a:pt x="46" y="99"/>
                    <a:pt x="38" y="99"/>
                  </a:cubicBezTo>
                  <a:cubicBezTo>
                    <a:pt x="0" y="99"/>
                    <a:pt x="0" y="99"/>
                    <a:pt x="0" y="99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38" y="0"/>
                    <a:pt x="38" y="0"/>
                    <a:pt x="38" y="0"/>
                  </a:cubicBezTo>
                  <a:cubicBezTo>
                    <a:pt x="46" y="0"/>
                    <a:pt x="53" y="1"/>
                    <a:pt x="59" y="3"/>
                  </a:cubicBezTo>
                  <a:cubicBezTo>
                    <a:pt x="65" y="6"/>
                    <a:pt x="71" y="9"/>
                    <a:pt x="75" y="14"/>
                  </a:cubicBezTo>
                  <a:cubicBezTo>
                    <a:pt x="80" y="18"/>
                    <a:pt x="83" y="23"/>
                    <a:pt x="86" y="29"/>
                  </a:cubicBezTo>
                  <a:cubicBezTo>
                    <a:pt x="88" y="35"/>
                    <a:pt x="89" y="42"/>
                    <a:pt x="89" y="49"/>
                  </a:cubicBezTo>
                  <a:close/>
                  <a:moveTo>
                    <a:pt x="66" y="49"/>
                  </a:moveTo>
                  <a:cubicBezTo>
                    <a:pt x="66" y="44"/>
                    <a:pt x="65" y="40"/>
                    <a:pt x="64" y="36"/>
                  </a:cubicBezTo>
                  <a:cubicBezTo>
                    <a:pt x="63" y="32"/>
                    <a:pt x="61" y="29"/>
                    <a:pt x="59" y="26"/>
                  </a:cubicBezTo>
                  <a:cubicBezTo>
                    <a:pt x="56" y="23"/>
                    <a:pt x="53" y="21"/>
                    <a:pt x="50" y="20"/>
                  </a:cubicBezTo>
                  <a:cubicBezTo>
                    <a:pt x="46" y="18"/>
                    <a:pt x="42" y="17"/>
                    <a:pt x="38" y="17"/>
                  </a:cubicBezTo>
                  <a:cubicBezTo>
                    <a:pt x="23" y="17"/>
                    <a:pt x="23" y="17"/>
                    <a:pt x="23" y="17"/>
                  </a:cubicBezTo>
                  <a:cubicBezTo>
                    <a:pt x="23" y="81"/>
                    <a:pt x="23" y="81"/>
                    <a:pt x="23" y="81"/>
                  </a:cubicBezTo>
                  <a:cubicBezTo>
                    <a:pt x="38" y="81"/>
                    <a:pt x="38" y="81"/>
                    <a:pt x="38" y="81"/>
                  </a:cubicBezTo>
                  <a:cubicBezTo>
                    <a:pt x="42" y="81"/>
                    <a:pt x="46" y="80"/>
                    <a:pt x="50" y="79"/>
                  </a:cubicBezTo>
                  <a:cubicBezTo>
                    <a:pt x="53" y="77"/>
                    <a:pt x="56" y="75"/>
                    <a:pt x="59" y="72"/>
                  </a:cubicBezTo>
                  <a:cubicBezTo>
                    <a:pt x="61" y="70"/>
                    <a:pt x="63" y="66"/>
                    <a:pt x="64" y="62"/>
                  </a:cubicBezTo>
                  <a:cubicBezTo>
                    <a:pt x="65" y="58"/>
                    <a:pt x="66" y="54"/>
                    <a:pt x="66" y="49"/>
                  </a:cubicBezTo>
                  <a:close/>
                </a:path>
              </a:pathLst>
            </a:custGeom>
            <a:solidFill>
              <a:srgbClr val="AF1F24">
                <a:alpha val="27000"/>
              </a:srgbClr>
            </a:solidFill>
            <a:ln>
              <a:noFill/>
            </a:ln>
            <a:extLst/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/>
            </a:p>
          </p:txBody>
        </p:sp>
        <p:sp>
          <p:nvSpPr>
            <p:cNvPr id="30" name="Freeform 42"/>
            <p:cNvSpPr>
              <a:spLocks/>
            </p:cNvSpPr>
            <p:nvPr/>
          </p:nvSpPr>
          <p:spPr bwMode="auto">
            <a:xfrm>
              <a:off x="1390227" y="6352783"/>
              <a:ext cx="80342" cy="128289"/>
            </a:xfrm>
            <a:custGeom>
              <a:avLst/>
              <a:gdLst>
                <a:gd name="T0" fmla="*/ 62 w 62"/>
                <a:gd name="T1" fmla="*/ 0 h 99"/>
                <a:gd name="T2" fmla="*/ 62 w 62"/>
                <a:gd name="T3" fmla="*/ 17 h 99"/>
                <a:gd name="T4" fmla="*/ 22 w 62"/>
                <a:gd name="T5" fmla="*/ 17 h 99"/>
                <a:gd name="T6" fmla="*/ 22 w 62"/>
                <a:gd name="T7" fmla="*/ 40 h 99"/>
                <a:gd name="T8" fmla="*/ 52 w 62"/>
                <a:gd name="T9" fmla="*/ 40 h 99"/>
                <a:gd name="T10" fmla="*/ 52 w 62"/>
                <a:gd name="T11" fmla="*/ 57 h 99"/>
                <a:gd name="T12" fmla="*/ 22 w 62"/>
                <a:gd name="T13" fmla="*/ 57 h 99"/>
                <a:gd name="T14" fmla="*/ 22 w 62"/>
                <a:gd name="T15" fmla="*/ 81 h 99"/>
                <a:gd name="T16" fmla="*/ 62 w 62"/>
                <a:gd name="T17" fmla="*/ 81 h 99"/>
                <a:gd name="T18" fmla="*/ 62 w 62"/>
                <a:gd name="T19" fmla="*/ 99 h 99"/>
                <a:gd name="T20" fmla="*/ 0 w 62"/>
                <a:gd name="T21" fmla="*/ 99 h 99"/>
                <a:gd name="T22" fmla="*/ 0 w 62"/>
                <a:gd name="T23" fmla="*/ 0 h 99"/>
                <a:gd name="T24" fmla="*/ 62 w 62"/>
                <a:gd name="T25" fmla="*/ 0 h 9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62" h="99">
                  <a:moveTo>
                    <a:pt x="62" y="0"/>
                  </a:moveTo>
                  <a:lnTo>
                    <a:pt x="62" y="17"/>
                  </a:lnTo>
                  <a:lnTo>
                    <a:pt x="22" y="17"/>
                  </a:lnTo>
                  <a:lnTo>
                    <a:pt x="22" y="40"/>
                  </a:lnTo>
                  <a:lnTo>
                    <a:pt x="52" y="40"/>
                  </a:lnTo>
                  <a:lnTo>
                    <a:pt x="52" y="57"/>
                  </a:lnTo>
                  <a:lnTo>
                    <a:pt x="22" y="57"/>
                  </a:lnTo>
                  <a:lnTo>
                    <a:pt x="22" y="81"/>
                  </a:lnTo>
                  <a:lnTo>
                    <a:pt x="62" y="81"/>
                  </a:lnTo>
                  <a:lnTo>
                    <a:pt x="62" y="99"/>
                  </a:lnTo>
                  <a:lnTo>
                    <a:pt x="0" y="99"/>
                  </a:lnTo>
                  <a:lnTo>
                    <a:pt x="0" y="0"/>
                  </a:lnTo>
                  <a:lnTo>
                    <a:pt x="62" y="0"/>
                  </a:lnTo>
                  <a:close/>
                </a:path>
              </a:pathLst>
            </a:custGeom>
            <a:solidFill>
              <a:srgbClr val="AF1F24">
                <a:alpha val="27000"/>
              </a:srgbClr>
            </a:solidFill>
            <a:ln>
              <a:noFill/>
            </a:ln>
            <a:extLst/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/>
            </a:p>
          </p:txBody>
        </p:sp>
        <p:sp>
          <p:nvSpPr>
            <p:cNvPr id="31" name="Freeform 43"/>
            <p:cNvSpPr>
              <a:spLocks/>
            </p:cNvSpPr>
            <p:nvPr/>
          </p:nvSpPr>
          <p:spPr bwMode="auto">
            <a:xfrm>
              <a:off x="1493895" y="6352783"/>
              <a:ext cx="110147" cy="128289"/>
            </a:xfrm>
            <a:custGeom>
              <a:avLst/>
              <a:gdLst>
                <a:gd name="T0" fmla="*/ 15 w 87"/>
                <a:gd name="T1" fmla="*/ 0 h 99"/>
                <a:gd name="T2" fmla="*/ 17 w 87"/>
                <a:gd name="T3" fmla="*/ 0 h 99"/>
                <a:gd name="T4" fmla="*/ 18 w 87"/>
                <a:gd name="T5" fmla="*/ 1 h 99"/>
                <a:gd name="T6" fmla="*/ 20 w 87"/>
                <a:gd name="T7" fmla="*/ 3 h 99"/>
                <a:gd name="T8" fmla="*/ 67 w 87"/>
                <a:gd name="T9" fmla="*/ 63 h 99"/>
                <a:gd name="T10" fmla="*/ 66 w 87"/>
                <a:gd name="T11" fmla="*/ 57 h 99"/>
                <a:gd name="T12" fmla="*/ 66 w 87"/>
                <a:gd name="T13" fmla="*/ 52 h 99"/>
                <a:gd name="T14" fmla="*/ 66 w 87"/>
                <a:gd name="T15" fmla="*/ 0 h 99"/>
                <a:gd name="T16" fmla="*/ 87 w 87"/>
                <a:gd name="T17" fmla="*/ 0 h 99"/>
                <a:gd name="T18" fmla="*/ 87 w 87"/>
                <a:gd name="T19" fmla="*/ 99 h 99"/>
                <a:gd name="T20" fmla="*/ 75 w 87"/>
                <a:gd name="T21" fmla="*/ 99 h 99"/>
                <a:gd name="T22" fmla="*/ 70 w 87"/>
                <a:gd name="T23" fmla="*/ 98 h 99"/>
                <a:gd name="T24" fmla="*/ 67 w 87"/>
                <a:gd name="T25" fmla="*/ 95 h 99"/>
                <a:gd name="T26" fmla="*/ 20 w 87"/>
                <a:gd name="T27" fmla="*/ 36 h 99"/>
                <a:gd name="T28" fmla="*/ 20 w 87"/>
                <a:gd name="T29" fmla="*/ 41 h 99"/>
                <a:gd name="T30" fmla="*/ 20 w 87"/>
                <a:gd name="T31" fmla="*/ 46 h 99"/>
                <a:gd name="T32" fmla="*/ 20 w 87"/>
                <a:gd name="T33" fmla="*/ 99 h 99"/>
                <a:gd name="T34" fmla="*/ 0 w 87"/>
                <a:gd name="T35" fmla="*/ 99 h 99"/>
                <a:gd name="T36" fmla="*/ 0 w 87"/>
                <a:gd name="T37" fmla="*/ 0 h 99"/>
                <a:gd name="T38" fmla="*/ 12 w 87"/>
                <a:gd name="T39" fmla="*/ 0 h 99"/>
                <a:gd name="T40" fmla="*/ 15 w 87"/>
                <a:gd name="T41" fmla="*/ 0 h 9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</a:cxnLst>
              <a:rect l="0" t="0" r="r" b="b"/>
              <a:pathLst>
                <a:path w="87" h="99">
                  <a:moveTo>
                    <a:pt x="15" y="0"/>
                  </a:moveTo>
                  <a:cubicBezTo>
                    <a:pt x="15" y="0"/>
                    <a:pt x="16" y="0"/>
                    <a:pt x="17" y="0"/>
                  </a:cubicBezTo>
                  <a:cubicBezTo>
                    <a:pt x="17" y="1"/>
                    <a:pt x="18" y="1"/>
                    <a:pt x="18" y="1"/>
                  </a:cubicBezTo>
                  <a:cubicBezTo>
                    <a:pt x="19" y="2"/>
                    <a:pt x="19" y="2"/>
                    <a:pt x="20" y="3"/>
                  </a:cubicBezTo>
                  <a:cubicBezTo>
                    <a:pt x="67" y="63"/>
                    <a:pt x="67" y="63"/>
                    <a:pt x="67" y="63"/>
                  </a:cubicBezTo>
                  <a:cubicBezTo>
                    <a:pt x="67" y="61"/>
                    <a:pt x="67" y="59"/>
                    <a:pt x="66" y="57"/>
                  </a:cubicBezTo>
                  <a:cubicBezTo>
                    <a:pt x="66" y="55"/>
                    <a:pt x="66" y="54"/>
                    <a:pt x="66" y="52"/>
                  </a:cubicBezTo>
                  <a:cubicBezTo>
                    <a:pt x="66" y="0"/>
                    <a:pt x="66" y="0"/>
                    <a:pt x="66" y="0"/>
                  </a:cubicBezTo>
                  <a:cubicBezTo>
                    <a:pt x="87" y="0"/>
                    <a:pt x="87" y="0"/>
                    <a:pt x="87" y="0"/>
                  </a:cubicBezTo>
                  <a:cubicBezTo>
                    <a:pt x="87" y="99"/>
                    <a:pt x="87" y="99"/>
                    <a:pt x="87" y="99"/>
                  </a:cubicBezTo>
                  <a:cubicBezTo>
                    <a:pt x="75" y="99"/>
                    <a:pt x="75" y="99"/>
                    <a:pt x="75" y="99"/>
                  </a:cubicBezTo>
                  <a:cubicBezTo>
                    <a:pt x="73" y="99"/>
                    <a:pt x="71" y="98"/>
                    <a:pt x="70" y="98"/>
                  </a:cubicBezTo>
                  <a:cubicBezTo>
                    <a:pt x="69" y="97"/>
                    <a:pt x="68" y="96"/>
                    <a:pt x="67" y="95"/>
                  </a:cubicBezTo>
                  <a:cubicBezTo>
                    <a:pt x="20" y="36"/>
                    <a:pt x="20" y="36"/>
                    <a:pt x="20" y="36"/>
                  </a:cubicBezTo>
                  <a:cubicBezTo>
                    <a:pt x="20" y="38"/>
                    <a:pt x="20" y="39"/>
                    <a:pt x="20" y="41"/>
                  </a:cubicBezTo>
                  <a:cubicBezTo>
                    <a:pt x="20" y="43"/>
                    <a:pt x="20" y="44"/>
                    <a:pt x="20" y="46"/>
                  </a:cubicBezTo>
                  <a:cubicBezTo>
                    <a:pt x="20" y="99"/>
                    <a:pt x="20" y="99"/>
                    <a:pt x="20" y="99"/>
                  </a:cubicBezTo>
                  <a:cubicBezTo>
                    <a:pt x="0" y="99"/>
                    <a:pt x="0" y="99"/>
                    <a:pt x="0" y="99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12" y="0"/>
                    <a:pt x="12" y="0"/>
                    <a:pt x="12" y="0"/>
                  </a:cubicBezTo>
                  <a:cubicBezTo>
                    <a:pt x="13" y="0"/>
                    <a:pt x="14" y="0"/>
                    <a:pt x="15" y="0"/>
                  </a:cubicBezTo>
                  <a:close/>
                </a:path>
              </a:pathLst>
            </a:custGeom>
            <a:solidFill>
              <a:srgbClr val="AF1F24">
                <a:alpha val="27000"/>
              </a:srgbClr>
            </a:solidFill>
            <a:ln>
              <a:noFill/>
            </a:ln>
            <a:extLst/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/>
            </a:p>
          </p:txBody>
        </p:sp>
        <p:sp>
          <p:nvSpPr>
            <p:cNvPr id="32" name="Freeform 44"/>
            <p:cNvSpPr>
              <a:spLocks/>
            </p:cNvSpPr>
            <p:nvPr/>
          </p:nvSpPr>
          <p:spPr bwMode="auto">
            <a:xfrm>
              <a:off x="1622183" y="6352783"/>
              <a:ext cx="98484" cy="128289"/>
            </a:xfrm>
            <a:custGeom>
              <a:avLst/>
              <a:gdLst>
                <a:gd name="T0" fmla="*/ 76 w 76"/>
                <a:gd name="T1" fmla="*/ 0 h 99"/>
                <a:gd name="T2" fmla="*/ 76 w 76"/>
                <a:gd name="T3" fmla="*/ 18 h 99"/>
                <a:gd name="T4" fmla="*/ 49 w 76"/>
                <a:gd name="T5" fmla="*/ 18 h 99"/>
                <a:gd name="T6" fmla="*/ 49 w 76"/>
                <a:gd name="T7" fmla="*/ 99 h 99"/>
                <a:gd name="T8" fmla="*/ 27 w 76"/>
                <a:gd name="T9" fmla="*/ 99 h 99"/>
                <a:gd name="T10" fmla="*/ 27 w 76"/>
                <a:gd name="T11" fmla="*/ 18 h 99"/>
                <a:gd name="T12" fmla="*/ 0 w 76"/>
                <a:gd name="T13" fmla="*/ 18 h 99"/>
                <a:gd name="T14" fmla="*/ 0 w 76"/>
                <a:gd name="T15" fmla="*/ 0 h 99"/>
                <a:gd name="T16" fmla="*/ 76 w 76"/>
                <a:gd name="T17" fmla="*/ 0 h 9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76" h="99">
                  <a:moveTo>
                    <a:pt x="76" y="0"/>
                  </a:moveTo>
                  <a:lnTo>
                    <a:pt x="76" y="18"/>
                  </a:lnTo>
                  <a:lnTo>
                    <a:pt x="49" y="18"/>
                  </a:lnTo>
                  <a:lnTo>
                    <a:pt x="49" y="99"/>
                  </a:lnTo>
                  <a:lnTo>
                    <a:pt x="27" y="99"/>
                  </a:lnTo>
                  <a:lnTo>
                    <a:pt x="27" y="18"/>
                  </a:lnTo>
                  <a:lnTo>
                    <a:pt x="0" y="18"/>
                  </a:lnTo>
                  <a:lnTo>
                    <a:pt x="0" y="0"/>
                  </a:lnTo>
                  <a:lnTo>
                    <a:pt x="76" y="0"/>
                  </a:lnTo>
                  <a:close/>
                </a:path>
              </a:pathLst>
            </a:custGeom>
            <a:solidFill>
              <a:srgbClr val="AF1F24">
                <a:alpha val="27000"/>
              </a:srgbClr>
            </a:solidFill>
            <a:ln>
              <a:noFill/>
            </a:ln>
            <a:extLst/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/>
            </a:p>
          </p:txBody>
        </p:sp>
        <p:sp>
          <p:nvSpPr>
            <p:cNvPr id="33" name="Rectangle 45"/>
            <p:cNvSpPr>
              <a:spLocks noChangeArrowheads="1"/>
            </p:cNvSpPr>
            <p:nvPr/>
          </p:nvSpPr>
          <p:spPr bwMode="auto">
            <a:xfrm>
              <a:off x="1742697" y="6352783"/>
              <a:ext cx="28509" cy="128289"/>
            </a:xfrm>
            <a:prstGeom prst="rect">
              <a:avLst/>
            </a:prstGeom>
            <a:solidFill>
              <a:srgbClr val="AF1F24">
                <a:alpha val="27000"/>
              </a:srgbClr>
            </a:solidFill>
            <a:ln>
              <a:noFill/>
            </a:ln>
            <a:extLst/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/>
            </a:p>
          </p:txBody>
        </p:sp>
        <p:sp>
          <p:nvSpPr>
            <p:cNvPr id="34" name="Freeform 46"/>
            <p:cNvSpPr>
              <a:spLocks noEditPoints="1"/>
            </p:cNvSpPr>
            <p:nvPr/>
          </p:nvSpPr>
          <p:spPr bwMode="auto">
            <a:xfrm>
              <a:off x="1791939" y="6352783"/>
              <a:ext cx="126993" cy="128289"/>
            </a:xfrm>
            <a:custGeom>
              <a:avLst/>
              <a:gdLst>
                <a:gd name="T0" fmla="*/ 100 w 100"/>
                <a:gd name="T1" fmla="*/ 99 h 99"/>
                <a:gd name="T2" fmla="*/ 82 w 100"/>
                <a:gd name="T3" fmla="*/ 99 h 99"/>
                <a:gd name="T4" fmla="*/ 78 w 100"/>
                <a:gd name="T5" fmla="*/ 97 h 99"/>
                <a:gd name="T6" fmla="*/ 75 w 100"/>
                <a:gd name="T7" fmla="*/ 94 h 99"/>
                <a:gd name="T8" fmla="*/ 69 w 100"/>
                <a:gd name="T9" fmla="*/ 76 h 99"/>
                <a:gd name="T10" fmla="*/ 31 w 100"/>
                <a:gd name="T11" fmla="*/ 76 h 99"/>
                <a:gd name="T12" fmla="*/ 26 w 100"/>
                <a:gd name="T13" fmla="*/ 94 h 99"/>
                <a:gd name="T14" fmla="*/ 23 w 100"/>
                <a:gd name="T15" fmla="*/ 97 h 99"/>
                <a:gd name="T16" fmla="*/ 18 w 100"/>
                <a:gd name="T17" fmla="*/ 99 h 99"/>
                <a:gd name="T18" fmla="*/ 0 w 100"/>
                <a:gd name="T19" fmla="*/ 99 h 99"/>
                <a:gd name="T20" fmla="*/ 38 w 100"/>
                <a:gd name="T21" fmla="*/ 0 h 99"/>
                <a:gd name="T22" fmla="*/ 62 w 100"/>
                <a:gd name="T23" fmla="*/ 0 h 99"/>
                <a:gd name="T24" fmla="*/ 100 w 100"/>
                <a:gd name="T25" fmla="*/ 99 h 99"/>
                <a:gd name="T26" fmla="*/ 37 w 100"/>
                <a:gd name="T27" fmla="*/ 61 h 99"/>
                <a:gd name="T28" fmla="*/ 64 w 100"/>
                <a:gd name="T29" fmla="*/ 61 h 99"/>
                <a:gd name="T30" fmla="*/ 55 w 100"/>
                <a:gd name="T31" fmla="*/ 34 h 99"/>
                <a:gd name="T32" fmla="*/ 53 w 100"/>
                <a:gd name="T33" fmla="*/ 28 h 99"/>
                <a:gd name="T34" fmla="*/ 50 w 100"/>
                <a:gd name="T35" fmla="*/ 20 h 99"/>
                <a:gd name="T36" fmla="*/ 48 w 100"/>
                <a:gd name="T37" fmla="*/ 28 h 99"/>
                <a:gd name="T38" fmla="*/ 46 w 100"/>
                <a:gd name="T39" fmla="*/ 34 h 99"/>
                <a:gd name="T40" fmla="*/ 37 w 100"/>
                <a:gd name="T41" fmla="*/ 61 h 9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</a:cxnLst>
              <a:rect l="0" t="0" r="r" b="b"/>
              <a:pathLst>
                <a:path w="100" h="99">
                  <a:moveTo>
                    <a:pt x="100" y="99"/>
                  </a:moveTo>
                  <a:cubicBezTo>
                    <a:pt x="82" y="99"/>
                    <a:pt x="82" y="99"/>
                    <a:pt x="82" y="99"/>
                  </a:cubicBezTo>
                  <a:cubicBezTo>
                    <a:pt x="80" y="99"/>
                    <a:pt x="79" y="98"/>
                    <a:pt x="78" y="97"/>
                  </a:cubicBezTo>
                  <a:cubicBezTo>
                    <a:pt x="76" y="96"/>
                    <a:pt x="75" y="95"/>
                    <a:pt x="75" y="94"/>
                  </a:cubicBezTo>
                  <a:cubicBezTo>
                    <a:pt x="69" y="76"/>
                    <a:pt x="69" y="76"/>
                    <a:pt x="69" y="76"/>
                  </a:cubicBezTo>
                  <a:cubicBezTo>
                    <a:pt x="31" y="76"/>
                    <a:pt x="31" y="76"/>
                    <a:pt x="31" y="76"/>
                  </a:cubicBezTo>
                  <a:cubicBezTo>
                    <a:pt x="26" y="94"/>
                    <a:pt x="26" y="94"/>
                    <a:pt x="26" y="94"/>
                  </a:cubicBezTo>
                  <a:cubicBezTo>
                    <a:pt x="25" y="95"/>
                    <a:pt x="24" y="96"/>
                    <a:pt x="23" y="97"/>
                  </a:cubicBezTo>
                  <a:cubicBezTo>
                    <a:pt x="22" y="98"/>
                    <a:pt x="20" y="99"/>
                    <a:pt x="18" y="99"/>
                  </a:cubicBezTo>
                  <a:cubicBezTo>
                    <a:pt x="0" y="99"/>
                    <a:pt x="0" y="99"/>
                    <a:pt x="0" y="99"/>
                  </a:cubicBezTo>
                  <a:cubicBezTo>
                    <a:pt x="38" y="0"/>
                    <a:pt x="38" y="0"/>
                    <a:pt x="38" y="0"/>
                  </a:cubicBezTo>
                  <a:cubicBezTo>
                    <a:pt x="62" y="0"/>
                    <a:pt x="62" y="0"/>
                    <a:pt x="62" y="0"/>
                  </a:cubicBezTo>
                  <a:lnTo>
                    <a:pt x="100" y="99"/>
                  </a:lnTo>
                  <a:close/>
                  <a:moveTo>
                    <a:pt x="37" y="61"/>
                  </a:moveTo>
                  <a:cubicBezTo>
                    <a:pt x="64" y="61"/>
                    <a:pt x="64" y="61"/>
                    <a:pt x="64" y="61"/>
                  </a:cubicBezTo>
                  <a:cubicBezTo>
                    <a:pt x="55" y="34"/>
                    <a:pt x="55" y="34"/>
                    <a:pt x="55" y="34"/>
                  </a:cubicBezTo>
                  <a:cubicBezTo>
                    <a:pt x="54" y="32"/>
                    <a:pt x="53" y="30"/>
                    <a:pt x="53" y="28"/>
                  </a:cubicBezTo>
                  <a:cubicBezTo>
                    <a:pt x="52" y="25"/>
                    <a:pt x="51" y="23"/>
                    <a:pt x="50" y="20"/>
                  </a:cubicBezTo>
                  <a:cubicBezTo>
                    <a:pt x="49" y="23"/>
                    <a:pt x="49" y="25"/>
                    <a:pt x="48" y="28"/>
                  </a:cubicBezTo>
                  <a:cubicBezTo>
                    <a:pt x="47" y="30"/>
                    <a:pt x="46" y="32"/>
                    <a:pt x="46" y="34"/>
                  </a:cubicBezTo>
                  <a:lnTo>
                    <a:pt x="37" y="61"/>
                  </a:lnTo>
                  <a:close/>
                </a:path>
              </a:pathLst>
            </a:custGeom>
            <a:solidFill>
              <a:srgbClr val="AF1F24">
                <a:alpha val="27000"/>
              </a:srgbClr>
            </a:solidFill>
            <a:ln>
              <a:noFill/>
            </a:ln>
            <a:extLst/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/>
            </a:p>
          </p:txBody>
        </p:sp>
        <p:sp>
          <p:nvSpPr>
            <p:cNvPr id="35" name="Freeform 47"/>
            <p:cNvSpPr>
              <a:spLocks/>
            </p:cNvSpPr>
            <p:nvPr/>
          </p:nvSpPr>
          <p:spPr bwMode="auto">
            <a:xfrm>
              <a:off x="1935777" y="6352783"/>
              <a:ext cx="75159" cy="128289"/>
            </a:xfrm>
            <a:custGeom>
              <a:avLst/>
              <a:gdLst>
                <a:gd name="T0" fmla="*/ 23 w 58"/>
                <a:gd name="T1" fmla="*/ 80 h 99"/>
                <a:gd name="T2" fmla="*/ 58 w 58"/>
                <a:gd name="T3" fmla="*/ 80 h 99"/>
                <a:gd name="T4" fmla="*/ 58 w 58"/>
                <a:gd name="T5" fmla="*/ 99 h 99"/>
                <a:gd name="T6" fmla="*/ 0 w 58"/>
                <a:gd name="T7" fmla="*/ 99 h 99"/>
                <a:gd name="T8" fmla="*/ 0 w 58"/>
                <a:gd name="T9" fmla="*/ 0 h 99"/>
                <a:gd name="T10" fmla="*/ 23 w 58"/>
                <a:gd name="T11" fmla="*/ 0 h 99"/>
                <a:gd name="T12" fmla="*/ 23 w 58"/>
                <a:gd name="T13" fmla="*/ 80 h 9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58" h="99">
                  <a:moveTo>
                    <a:pt x="23" y="80"/>
                  </a:moveTo>
                  <a:lnTo>
                    <a:pt x="58" y="80"/>
                  </a:lnTo>
                  <a:lnTo>
                    <a:pt x="58" y="99"/>
                  </a:lnTo>
                  <a:lnTo>
                    <a:pt x="0" y="99"/>
                  </a:lnTo>
                  <a:lnTo>
                    <a:pt x="0" y="0"/>
                  </a:lnTo>
                  <a:lnTo>
                    <a:pt x="23" y="0"/>
                  </a:lnTo>
                  <a:lnTo>
                    <a:pt x="23" y="80"/>
                  </a:lnTo>
                  <a:close/>
                </a:path>
              </a:pathLst>
            </a:custGeom>
            <a:solidFill>
              <a:srgbClr val="AF1F24">
                <a:alpha val="27000"/>
              </a:srgbClr>
            </a:solidFill>
            <a:ln>
              <a:noFill/>
            </a:ln>
            <a:extLst/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/>
            </a:p>
          </p:txBody>
        </p:sp>
      </p:grpSp>
    </p:spTree>
    <p:extLst>
      <p:ext uri="{BB962C8B-B14F-4D97-AF65-F5344CB8AC3E}">
        <p14:creationId xmlns:p14="http://schemas.microsoft.com/office/powerpoint/2010/main" val="1101835248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그림 5"/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277" r="2742"/>
          <a:stretch/>
        </p:blipFill>
        <p:spPr>
          <a:xfrm>
            <a:off x="0" y="1"/>
            <a:ext cx="9928514" cy="6858000"/>
          </a:xfrm>
          <a:prstGeom prst="rect">
            <a:avLst/>
          </a:prstGeom>
        </p:spPr>
      </p:pic>
      <p:sp>
        <p:nvSpPr>
          <p:cNvPr id="9" name="object 3"/>
          <p:cNvSpPr txBox="1"/>
          <p:nvPr userDrawn="1"/>
        </p:nvSpPr>
        <p:spPr>
          <a:xfrm>
            <a:off x="1219805" y="5483079"/>
            <a:ext cx="2291365" cy="677603"/>
          </a:xfrm>
          <a:prstGeom prst="rect">
            <a:avLst/>
          </a:prstGeom>
        </p:spPr>
        <p:txBody>
          <a:bodyPr vert="horz" wrap="square" lIns="0" tIns="83929" rIns="0" bIns="0" rtlCol="0">
            <a:spAutoFit/>
          </a:bodyPr>
          <a:lstStyle/>
          <a:p>
            <a:pPr marL="11497">
              <a:spcBef>
                <a:spcPts val="661"/>
              </a:spcBef>
            </a:pPr>
            <a:r>
              <a:rPr sz="951" spc="9" smtClean="0">
                <a:solidFill>
                  <a:srgbClr val="676A6C"/>
                </a:solidFill>
                <a:latin typeface="맑은 고딕 Semilight"/>
                <a:cs typeface="맑은 고딕 Semilight"/>
              </a:rPr>
              <a:t>Tel </a:t>
            </a:r>
            <a:r>
              <a:rPr sz="951" spc="-81">
                <a:solidFill>
                  <a:srgbClr val="676A6C"/>
                </a:solidFill>
                <a:latin typeface="맑은 고딕 Semilight"/>
                <a:cs typeface="맑은 고딕 Semilight"/>
              </a:rPr>
              <a:t>l </a:t>
            </a:r>
            <a:r>
              <a:rPr lang="en-US" sz="951" spc="-81">
                <a:solidFill>
                  <a:srgbClr val="676A6C"/>
                </a:solidFill>
                <a:latin typeface="맑은 고딕 Semilight"/>
                <a:cs typeface="맑은 고딕 Semilight"/>
              </a:rPr>
              <a:t> </a:t>
            </a:r>
            <a:r>
              <a:rPr sz="951" spc="14">
                <a:solidFill>
                  <a:srgbClr val="676A6C"/>
                </a:solidFill>
                <a:latin typeface="맑은 고딕 Semilight"/>
                <a:cs typeface="맑은 고딕 Semilight"/>
              </a:rPr>
              <a:t>031. </a:t>
            </a:r>
            <a:r>
              <a:rPr lang="en-US" sz="951" spc="14" smtClean="0">
                <a:solidFill>
                  <a:srgbClr val="676A6C"/>
                </a:solidFill>
                <a:latin typeface="맑은 고딕 Semilight"/>
                <a:cs typeface="맑은 고딕 Semilight"/>
              </a:rPr>
              <a:t>216</a:t>
            </a:r>
            <a:r>
              <a:rPr sz="951" spc="14" smtClean="0">
                <a:solidFill>
                  <a:srgbClr val="676A6C"/>
                </a:solidFill>
                <a:latin typeface="맑은 고딕 Semilight"/>
                <a:cs typeface="맑은 고딕 Semilight"/>
              </a:rPr>
              <a:t>. </a:t>
            </a:r>
            <a:r>
              <a:rPr lang="en-US" sz="951" spc="14" smtClean="0">
                <a:solidFill>
                  <a:srgbClr val="676A6C"/>
                </a:solidFill>
                <a:latin typeface="맑은 고딕 Semilight"/>
                <a:cs typeface="맑은 고딕 Semilight"/>
              </a:rPr>
              <a:t>3102 </a:t>
            </a:r>
            <a:r>
              <a:rPr sz="951" spc="14" smtClean="0">
                <a:solidFill>
                  <a:srgbClr val="676A6C"/>
                </a:solidFill>
                <a:latin typeface="맑은 고딕 Semilight"/>
                <a:cs typeface="맑은 고딕 Semilight"/>
              </a:rPr>
              <a:t> </a:t>
            </a:r>
            <a:r>
              <a:rPr sz="951" spc="9">
                <a:solidFill>
                  <a:srgbClr val="676A6C"/>
                </a:solidFill>
                <a:latin typeface="맑은 고딕 Semilight"/>
                <a:cs typeface="맑은 고딕 Semilight"/>
              </a:rPr>
              <a:t>/</a:t>
            </a:r>
            <a:r>
              <a:rPr lang="en-US" sz="951" spc="9">
                <a:solidFill>
                  <a:srgbClr val="676A6C"/>
                </a:solidFill>
                <a:latin typeface="맑은 고딕 Semilight"/>
                <a:cs typeface="맑은 고딕 Semilight"/>
              </a:rPr>
              <a:t> </a:t>
            </a:r>
            <a:r>
              <a:rPr sz="951" spc="9">
                <a:solidFill>
                  <a:srgbClr val="676A6C"/>
                </a:solidFill>
                <a:latin typeface="맑은 고딕 Semilight"/>
                <a:cs typeface="맑은 고딕 Semilight"/>
              </a:rPr>
              <a:t> </a:t>
            </a:r>
            <a:r>
              <a:rPr sz="951" spc="14" smtClean="0">
                <a:solidFill>
                  <a:srgbClr val="676A6C"/>
                </a:solidFill>
                <a:latin typeface="맑은 고딕 Semilight"/>
                <a:cs typeface="맑은 고딕 Semilight"/>
              </a:rPr>
              <a:t>Fax </a:t>
            </a:r>
            <a:r>
              <a:rPr sz="951" spc="-81">
                <a:solidFill>
                  <a:srgbClr val="676A6C"/>
                </a:solidFill>
                <a:latin typeface="맑은 고딕 Semilight"/>
                <a:cs typeface="맑은 고딕 Semilight"/>
              </a:rPr>
              <a:t>l </a:t>
            </a:r>
            <a:r>
              <a:rPr lang="en-US" sz="951" spc="-81">
                <a:solidFill>
                  <a:srgbClr val="676A6C"/>
                </a:solidFill>
                <a:latin typeface="맑은 고딕 Semilight"/>
                <a:cs typeface="맑은 고딕 Semilight"/>
              </a:rPr>
              <a:t> </a:t>
            </a:r>
            <a:r>
              <a:rPr sz="951" spc="14">
                <a:solidFill>
                  <a:srgbClr val="676A6C"/>
                </a:solidFill>
                <a:latin typeface="맑은 고딕 Semilight"/>
                <a:cs typeface="맑은 고딕 Semilight"/>
              </a:rPr>
              <a:t>031. </a:t>
            </a:r>
            <a:r>
              <a:rPr sz="951" spc="14" smtClean="0">
                <a:solidFill>
                  <a:srgbClr val="676A6C"/>
                </a:solidFill>
                <a:latin typeface="맑은 고딕 Semilight"/>
                <a:cs typeface="맑은 고딕 Semilight"/>
              </a:rPr>
              <a:t>37</a:t>
            </a:r>
            <a:r>
              <a:rPr lang="en-US" sz="951" spc="14" smtClean="0">
                <a:solidFill>
                  <a:srgbClr val="676A6C"/>
                </a:solidFill>
                <a:latin typeface="맑은 고딕 Semilight"/>
                <a:cs typeface="맑은 고딕 Semilight"/>
              </a:rPr>
              <a:t>4</a:t>
            </a:r>
            <a:r>
              <a:rPr sz="951" spc="14" smtClean="0">
                <a:solidFill>
                  <a:srgbClr val="676A6C"/>
                </a:solidFill>
                <a:latin typeface="맑은 고딕 Semilight"/>
                <a:cs typeface="맑은 고딕 Semilight"/>
              </a:rPr>
              <a:t>.</a:t>
            </a:r>
            <a:r>
              <a:rPr sz="951" spc="-130" smtClean="0">
                <a:solidFill>
                  <a:srgbClr val="676A6C"/>
                </a:solidFill>
                <a:latin typeface="맑은 고딕 Semilight"/>
                <a:cs typeface="맑은 고딕 Semilight"/>
              </a:rPr>
              <a:t> </a:t>
            </a:r>
            <a:r>
              <a:rPr lang="en-US" sz="951" spc="0" smtClean="0">
                <a:solidFill>
                  <a:srgbClr val="676A6C"/>
                </a:solidFill>
                <a:latin typeface="맑은 고딕 Semilight"/>
                <a:cs typeface="맑은 고딕 Semilight"/>
              </a:rPr>
              <a:t>3109</a:t>
            </a:r>
            <a:endParaRPr sz="951" spc="0">
              <a:latin typeface="맑은 고딕 Semilight"/>
              <a:cs typeface="맑은 고딕 Semilight"/>
            </a:endParaRPr>
          </a:p>
          <a:p>
            <a:pPr marL="11497">
              <a:spcBef>
                <a:spcPts val="585"/>
              </a:spcBef>
            </a:pPr>
            <a:r>
              <a:rPr sz="951" spc="18" smtClean="0">
                <a:solidFill>
                  <a:srgbClr val="676A6C"/>
                </a:solidFill>
                <a:latin typeface="맑은 고딕 Semilight"/>
                <a:cs typeface="맑은 고딕 Semilight"/>
              </a:rPr>
              <a:t>Homepage </a:t>
            </a:r>
            <a:r>
              <a:rPr sz="951" spc="-81">
                <a:solidFill>
                  <a:srgbClr val="676A6C"/>
                </a:solidFill>
                <a:latin typeface="맑은 고딕 Semilight"/>
                <a:cs typeface="맑은 고딕 Semilight"/>
              </a:rPr>
              <a:t>l</a:t>
            </a:r>
            <a:r>
              <a:rPr sz="951" spc="50">
                <a:solidFill>
                  <a:srgbClr val="676A6C"/>
                </a:solidFill>
                <a:latin typeface="맑은 고딕 Semilight"/>
                <a:cs typeface="맑은 고딕 Semilight"/>
              </a:rPr>
              <a:t> </a:t>
            </a:r>
            <a:r>
              <a:rPr sz="951" spc="18" smtClean="0">
                <a:solidFill>
                  <a:srgbClr val="676A6C"/>
                </a:solidFill>
                <a:latin typeface="맑은 고딕 Semilight"/>
                <a:cs typeface="맑은 고딕 Semilight"/>
              </a:rPr>
              <a:t>www.</a:t>
            </a:r>
            <a:r>
              <a:rPr lang="en-US" sz="951" spc="18" smtClean="0">
                <a:solidFill>
                  <a:srgbClr val="676A6C"/>
                </a:solidFill>
                <a:latin typeface="맑은 고딕 Semilight"/>
                <a:cs typeface="맑은 고딕 Semilight"/>
              </a:rPr>
              <a:t>techinspirit.co.kr</a:t>
            </a:r>
            <a:endParaRPr sz="951">
              <a:latin typeface="맑은 고딕 Semilight"/>
              <a:cs typeface="맑은 고딕 Semilight"/>
            </a:endParaRPr>
          </a:p>
          <a:p>
            <a:pPr marL="11497">
              <a:spcBef>
                <a:spcPts val="578"/>
              </a:spcBef>
            </a:pPr>
            <a:r>
              <a:rPr sz="951" spc="9" smtClean="0">
                <a:solidFill>
                  <a:srgbClr val="676A6C"/>
                </a:solidFill>
                <a:latin typeface="맑은 고딕 Semilight"/>
                <a:cs typeface="맑은 고딕 Semilight"/>
              </a:rPr>
              <a:t>Email </a:t>
            </a:r>
            <a:r>
              <a:rPr sz="951" spc="-81">
                <a:solidFill>
                  <a:srgbClr val="676A6C"/>
                </a:solidFill>
                <a:latin typeface="맑은 고딕 Semilight"/>
                <a:cs typeface="맑은 고딕 Semilight"/>
              </a:rPr>
              <a:t>l</a:t>
            </a:r>
            <a:r>
              <a:rPr sz="951" spc="59">
                <a:solidFill>
                  <a:srgbClr val="676A6C"/>
                </a:solidFill>
                <a:latin typeface="맑은 고딕 Semilight"/>
                <a:cs typeface="맑은 고딕 Semilight"/>
              </a:rPr>
              <a:t> </a:t>
            </a:r>
            <a:r>
              <a:rPr lang="en-US" sz="951" spc="18" smtClean="0">
                <a:solidFill>
                  <a:srgbClr val="676A6C"/>
                </a:solidFill>
                <a:latin typeface="맑은 고딕 Semilight"/>
                <a:cs typeface="맑은 고딕 Semilight"/>
              </a:rPr>
              <a:t>tis</a:t>
            </a:r>
            <a:r>
              <a:rPr sz="951" spc="18" smtClean="0">
                <a:solidFill>
                  <a:srgbClr val="676A6C"/>
                </a:solidFill>
                <a:latin typeface="맑은 고딕 Semilight"/>
                <a:cs typeface="맑은 고딕 Semilight"/>
              </a:rPr>
              <a:t>@</a:t>
            </a:r>
            <a:r>
              <a:rPr lang="en-US" sz="951" spc="18" smtClean="0">
                <a:solidFill>
                  <a:srgbClr val="676A6C"/>
                </a:solidFill>
                <a:latin typeface="맑은 고딕 Semilight"/>
                <a:cs typeface="맑은 고딕 Semilight"/>
              </a:rPr>
              <a:t>techinspirit.co.kr</a:t>
            </a:r>
            <a:endParaRPr sz="951">
              <a:latin typeface="맑은 고딕 Semilight"/>
              <a:cs typeface="맑은 고딕 Semilight"/>
            </a:endParaRPr>
          </a:p>
        </p:txBody>
      </p:sp>
      <p:sp>
        <p:nvSpPr>
          <p:cNvPr id="11" name="텍스트 개체 틀 10"/>
          <p:cNvSpPr txBox="1">
            <a:spLocks/>
          </p:cNvSpPr>
          <p:nvPr userDrawn="1"/>
        </p:nvSpPr>
        <p:spPr>
          <a:xfrm flipH="1">
            <a:off x="1161802" y="2685558"/>
            <a:ext cx="2022713" cy="360041"/>
          </a:xfrm>
          <a:prstGeom prst="rect">
            <a:avLst/>
          </a:prstGeom>
        </p:spPr>
        <p:txBody>
          <a:bodyPr/>
          <a:lstStyle>
            <a:lvl1pPr marL="342900" indent="-3429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ts val="2201"/>
              </a:lnSpc>
              <a:buNone/>
            </a:pPr>
            <a:r>
              <a:rPr lang="en-US" altLang="ko-KR" sz="1200" smtClean="0">
                <a:solidFill>
                  <a:srgbClr val="616161"/>
                </a:solidFill>
              </a:rPr>
              <a:t>TIS </a:t>
            </a:r>
            <a:r>
              <a:rPr lang="en-US" altLang="ko-KR" sz="1200" dirty="0">
                <a:solidFill>
                  <a:srgbClr val="616161"/>
                </a:solidFill>
              </a:rPr>
              <a:t>CORPORATION</a:t>
            </a:r>
            <a:endParaRPr lang="ko-KR" altLang="en-US" sz="1200">
              <a:solidFill>
                <a:srgbClr val="616161"/>
              </a:solidFill>
            </a:endParaRPr>
          </a:p>
        </p:txBody>
      </p:sp>
      <p:pic>
        <p:nvPicPr>
          <p:cNvPr id="7" name="그림 6"/>
          <p:cNvPicPr>
            <a:picLocks noChangeAspect="1"/>
          </p:cNvPicPr>
          <p:nvPr userDrawn="1"/>
        </p:nvPicPr>
        <p:blipFill>
          <a:blip r:embed="rId3" cstate="print">
            <a:lum bright="16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19805" y="4912742"/>
            <a:ext cx="633488" cy="5131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0427398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object 2"/>
          <p:cNvSpPr/>
          <p:nvPr userDrawn="1"/>
        </p:nvSpPr>
        <p:spPr>
          <a:xfrm>
            <a:off x="1" y="13"/>
            <a:ext cx="9906000" cy="6857989"/>
          </a:xfrm>
          <a:custGeom>
            <a:avLst/>
            <a:gdLst/>
            <a:ahLst/>
            <a:cxnLst/>
            <a:rect l="l" t="t" r="r" b="b"/>
            <a:pathLst>
              <a:path w="10692130" h="7560309">
                <a:moveTo>
                  <a:pt x="0" y="7559992"/>
                </a:moveTo>
                <a:lnTo>
                  <a:pt x="10692003" y="7559992"/>
                </a:lnTo>
                <a:lnTo>
                  <a:pt x="10692003" y="0"/>
                </a:lnTo>
                <a:lnTo>
                  <a:pt x="0" y="0"/>
                </a:lnTo>
                <a:lnTo>
                  <a:pt x="0" y="7559992"/>
                </a:lnTo>
                <a:close/>
              </a:path>
            </a:pathLst>
          </a:custGeom>
          <a:solidFill>
            <a:srgbClr val="E2E2E2"/>
          </a:solidFill>
          <a:ln>
            <a:noFill/>
          </a:ln>
        </p:spPr>
        <p:txBody>
          <a:bodyPr wrap="square" lIns="0" tIns="0" rIns="0" bIns="0" rtlCol="0"/>
          <a:lstStyle/>
          <a:p>
            <a:endParaRPr sz="1630"/>
          </a:p>
        </p:txBody>
      </p:sp>
      <p:sp>
        <p:nvSpPr>
          <p:cNvPr id="7" name="object 5"/>
          <p:cNvSpPr/>
          <p:nvPr userDrawn="1"/>
        </p:nvSpPr>
        <p:spPr>
          <a:xfrm>
            <a:off x="1881184" y="1971674"/>
            <a:ext cx="975632" cy="3352800"/>
          </a:xfrm>
          <a:custGeom>
            <a:avLst/>
            <a:gdLst/>
            <a:ahLst/>
            <a:cxnLst/>
            <a:rect l="l" t="t" r="r" b="b"/>
            <a:pathLst>
              <a:path w="910589" h="3129279">
                <a:moveTo>
                  <a:pt x="910259" y="394754"/>
                </a:moveTo>
                <a:lnTo>
                  <a:pt x="553707" y="394754"/>
                </a:lnTo>
                <a:lnTo>
                  <a:pt x="553707" y="3129140"/>
                </a:lnTo>
                <a:lnTo>
                  <a:pt x="910259" y="3129140"/>
                </a:lnTo>
                <a:lnTo>
                  <a:pt x="910259" y="394754"/>
                </a:lnTo>
                <a:close/>
              </a:path>
              <a:path w="910589" h="3129279">
                <a:moveTo>
                  <a:pt x="910259" y="0"/>
                </a:moveTo>
                <a:lnTo>
                  <a:pt x="595655" y="0"/>
                </a:lnTo>
                <a:lnTo>
                  <a:pt x="0" y="365874"/>
                </a:lnTo>
                <a:lnTo>
                  <a:pt x="71323" y="688416"/>
                </a:lnTo>
                <a:lnTo>
                  <a:pt x="545312" y="394754"/>
                </a:lnTo>
                <a:lnTo>
                  <a:pt x="910259" y="394754"/>
                </a:lnTo>
                <a:lnTo>
                  <a:pt x="910259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 sz="1630"/>
          </a:p>
        </p:txBody>
      </p:sp>
    </p:spTree>
    <p:extLst>
      <p:ext uri="{BB962C8B-B14F-4D97-AF65-F5344CB8AC3E}">
        <p14:creationId xmlns:p14="http://schemas.microsoft.com/office/powerpoint/2010/main" val="333479752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1_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object 2"/>
          <p:cNvSpPr/>
          <p:nvPr userDrawn="1"/>
        </p:nvSpPr>
        <p:spPr>
          <a:xfrm>
            <a:off x="0" y="13"/>
            <a:ext cx="9906000" cy="6857989"/>
          </a:xfrm>
          <a:custGeom>
            <a:avLst/>
            <a:gdLst/>
            <a:ahLst/>
            <a:cxnLst/>
            <a:rect l="l" t="t" r="r" b="b"/>
            <a:pathLst>
              <a:path w="10692130" h="7560309">
                <a:moveTo>
                  <a:pt x="0" y="7559992"/>
                </a:moveTo>
                <a:lnTo>
                  <a:pt x="10692003" y="7559992"/>
                </a:lnTo>
                <a:lnTo>
                  <a:pt x="10692003" y="0"/>
                </a:lnTo>
                <a:lnTo>
                  <a:pt x="0" y="0"/>
                </a:lnTo>
                <a:lnTo>
                  <a:pt x="0" y="7559992"/>
                </a:lnTo>
                <a:close/>
              </a:path>
            </a:pathLst>
          </a:custGeom>
          <a:solidFill>
            <a:srgbClr val="E2E2E2"/>
          </a:solidFill>
          <a:ln>
            <a:noFill/>
          </a:ln>
        </p:spPr>
        <p:txBody>
          <a:bodyPr wrap="square" lIns="0" tIns="0" rIns="0" bIns="0" rtlCol="0"/>
          <a:lstStyle/>
          <a:p>
            <a:endParaRPr sz="1630"/>
          </a:p>
        </p:txBody>
      </p:sp>
      <p:sp>
        <p:nvSpPr>
          <p:cNvPr id="6" name="object 3"/>
          <p:cNvSpPr/>
          <p:nvPr userDrawn="1"/>
        </p:nvSpPr>
        <p:spPr>
          <a:xfrm>
            <a:off x="1397873" y="1971674"/>
            <a:ext cx="1942254" cy="3352800"/>
          </a:xfrm>
          <a:custGeom>
            <a:avLst/>
            <a:gdLst/>
            <a:ahLst/>
            <a:cxnLst/>
            <a:rect l="l" t="t" r="r" b="b"/>
            <a:pathLst>
              <a:path w="1790700" h="3091179">
                <a:moveTo>
                  <a:pt x="1622303" y="288798"/>
                </a:moveTo>
                <a:lnTo>
                  <a:pt x="931938" y="288798"/>
                </a:lnTo>
                <a:lnTo>
                  <a:pt x="988987" y="291223"/>
                </a:lnTo>
                <a:lnTo>
                  <a:pt x="1043113" y="298497"/>
                </a:lnTo>
                <a:lnTo>
                  <a:pt x="1094315" y="310621"/>
                </a:lnTo>
                <a:lnTo>
                  <a:pt x="1142595" y="327593"/>
                </a:lnTo>
                <a:lnTo>
                  <a:pt x="1187952" y="349413"/>
                </a:lnTo>
                <a:lnTo>
                  <a:pt x="1230386" y="376080"/>
                </a:lnTo>
                <a:lnTo>
                  <a:pt x="1269898" y="407593"/>
                </a:lnTo>
                <a:lnTo>
                  <a:pt x="1302564" y="439456"/>
                </a:lnTo>
                <a:lnTo>
                  <a:pt x="1331388" y="474049"/>
                </a:lnTo>
                <a:lnTo>
                  <a:pt x="1356370" y="511373"/>
                </a:lnTo>
                <a:lnTo>
                  <a:pt x="1377510" y="551427"/>
                </a:lnTo>
                <a:lnTo>
                  <a:pt x="1394808" y="594211"/>
                </a:lnTo>
                <a:lnTo>
                  <a:pt x="1408262" y="639725"/>
                </a:lnTo>
                <a:lnTo>
                  <a:pt x="1417873" y="687969"/>
                </a:lnTo>
                <a:lnTo>
                  <a:pt x="1423639" y="738942"/>
                </a:lnTo>
                <a:lnTo>
                  <a:pt x="1425562" y="792645"/>
                </a:lnTo>
                <a:lnTo>
                  <a:pt x="1423763" y="846908"/>
                </a:lnTo>
                <a:lnTo>
                  <a:pt x="1418367" y="899666"/>
                </a:lnTo>
                <a:lnTo>
                  <a:pt x="1409376" y="950917"/>
                </a:lnTo>
                <a:lnTo>
                  <a:pt x="1396790" y="1000660"/>
                </a:lnTo>
                <a:lnTo>
                  <a:pt x="1380613" y="1048896"/>
                </a:lnTo>
                <a:lnTo>
                  <a:pt x="1360845" y="1095623"/>
                </a:lnTo>
                <a:lnTo>
                  <a:pt x="1337487" y="1140841"/>
                </a:lnTo>
                <a:lnTo>
                  <a:pt x="1299869" y="1201200"/>
                </a:lnTo>
                <a:lnTo>
                  <a:pt x="1276951" y="1233632"/>
                </a:lnTo>
                <a:lnTo>
                  <a:pt x="1251294" y="1267567"/>
                </a:lnTo>
                <a:lnTo>
                  <a:pt x="1222897" y="1303004"/>
                </a:lnTo>
                <a:lnTo>
                  <a:pt x="1191761" y="1339944"/>
                </a:lnTo>
                <a:lnTo>
                  <a:pt x="1157885" y="1378386"/>
                </a:lnTo>
                <a:lnTo>
                  <a:pt x="1121271" y="1418331"/>
                </a:lnTo>
                <a:lnTo>
                  <a:pt x="1081918" y="1459779"/>
                </a:lnTo>
                <a:lnTo>
                  <a:pt x="1039825" y="1502729"/>
                </a:lnTo>
                <a:lnTo>
                  <a:pt x="994994" y="1547182"/>
                </a:lnTo>
                <a:lnTo>
                  <a:pt x="947424" y="1593139"/>
                </a:lnTo>
                <a:lnTo>
                  <a:pt x="854408" y="1680597"/>
                </a:lnTo>
                <a:lnTo>
                  <a:pt x="812584" y="1720572"/>
                </a:lnTo>
                <a:lnTo>
                  <a:pt x="771643" y="1760525"/>
                </a:lnTo>
                <a:lnTo>
                  <a:pt x="731585" y="1800455"/>
                </a:lnTo>
                <a:lnTo>
                  <a:pt x="692410" y="1840362"/>
                </a:lnTo>
                <a:lnTo>
                  <a:pt x="654118" y="1880246"/>
                </a:lnTo>
                <a:lnTo>
                  <a:pt x="616709" y="1920107"/>
                </a:lnTo>
                <a:lnTo>
                  <a:pt x="580182" y="1959945"/>
                </a:lnTo>
                <a:lnTo>
                  <a:pt x="544539" y="1999760"/>
                </a:lnTo>
                <a:lnTo>
                  <a:pt x="509778" y="2039553"/>
                </a:lnTo>
                <a:lnTo>
                  <a:pt x="475901" y="2079322"/>
                </a:lnTo>
                <a:lnTo>
                  <a:pt x="442907" y="2119069"/>
                </a:lnTo>
                <a:lnTo>
                  <a:pt x="410795" y="2158792"/>
                </a:lnTo>
                <a:lnTo>
                  <a:pt x="379566" y="2198493"/>
                </a:lnTo>
                <a:lnTo>
                  <a:pt x="349221" y="2238171"/>
                </a:lnTo>
                <a:lnTo>
                  <a:pt x="319758" y="2277826"/>
                </a:lnTo>
                <a:lnTo>
                  <a:pt x="291179" y="2317459"/>
                </a:lnTo>
                <a:lnTo>
                  <a:pt x="263482" y="2357068"/>
                </a:lnTo>
                <a:lnTo>
                  <a:pt x="236669" y="2396655"/>
                </a:lnTo>
                <a:lnTo>
                  <a:pt x="210738" y="2436218"/>
                </a:lnTo>
                <a:lnTo>
                  <a:pt x="185691" y="2475759"/>
                </a:lnTo>
                <a:lnTo>
                  <a:pt x="161526" y="2515277"/>
                </a:lnTo>
                <a:lnTo>
                  <a:pt x="138245" y="2554773"/>
                </a:lnTo>
                <a:lnTo>
                  <a:pt x="115846" y="2594245"/>
                </a:lnTo>
                <a:lnTo>
                  <a:pt x="94331" y="2633695"/>
                </a:lnTo>
                <a:lnTo>
                  <a:pt x="73698" y="2673122"/>
                </a:lnTo>
                <a:lnTo>
                  <a:pt x="53949" y="2712526"/>
                </a:lnTo>
                <a:lnTo>
                  <a:pt x="35083" y="2751907"/>
                </a:lnTo>
                <a:lnTo>
                  <a:pt x="17100" y="2791265"/>
                </a:lnTo>
                <a:lnTo>
                  <a:pt x="0" y="2830601"/>
                </a:lnTo>
                <a:lnTo>
                  <a:pt x="0" y="3090735"/>
                </a:lnTo>
                <a:lnTo>
                  <a:pt x="1790141" y="3090735"/>
                </a:lnTo>
                <a:lnTo>
                  <a:pt x="1790141" y="2801937"/>
                </a:lnTo>
                <a:lnTo>
                  <a:pt x="348195" y="2801937"/>
                </a:lnTo>
                <a:lnTo>
                  <a:pt x="365057" y="2766083"/>
                </a:lnTo>
                <a:lnTo>
                  <a:pt x="383197" y="2729960"/>
                </a:lnTo>
                <a:lnTo>
                  <a:pt x="402615" y="2693569"/>
                </a:lnTo>
                <a:lnTo>
                  <a:pt x="423311" y="2656908"/>
                </a:lnTo>
                <a:lnTo>
                  <a:pt x="445285" y="2619979"/>
                </a:lnTo>
                <a:lnTo>
                  <a:pt x="468537" y="2582781"/>
                </a:lnTo>
                <a:lnTo>
                  <a:pt x="493067" y="2545314"/>
                </a:lnTo>
                <a:lnTo>
                  <a:pt x="518875" y="2507578"/>
                </a:lnTo>
                <a:lnTo>
                  <a:pt x="545960" y="2469574"/>
                </a:lnTo>
                <a:lnTo>
                  <a:pt x="574324" y="2431300"/>
                </a:lnTo>
                <a:lnTo>
                  <a:pt x="603966" y="2392758"/>
                </a:lnTo>
                <a:lnTo>
                  <a:pt x="634886" y="2353947"/>
                </a:lnTo>
                <a:lnTo>
                  <a:pt x="667084" y="2314867"/>
                </a:lnTo>
                <a:lnTo>
                  <a:pt x="700560" y="2275518"/>
                </a:lnTo>
                <a:lnTo>
                  <a:pt x="735314" y="2235901"/>
                </a:lnTo>
                <a:lnTo>
                  <a:pt x="771346" y="2196014"/>
                </a:lnTo>
                <a:lnTo>
                  <a:pt x="808656" y="2155859"/>
                </a:lnTo>
                <a:lnTo>
                  <a:pt x="847244" y="2115435"/>
                </a:lnTo>
                <a:lnTo>
                  <a:pt x="887110" y="2074742"/>
                </a:lnTo>
                <a:lnTo>
                  <a:pt x="928255" y="2033780"/>
                </a:lnTo>
                <a:lnTo>
                  <a:pt x="970677" y="1992549"/>
                </a:lnTo>
                <a:lnTo>
                  <a:pt x="1014377" y="1951050"/>
                </a:lnTo>
                <a:lnTo>
                  <a:pt x="1059356" y="1909282"/>
                </a:lnTo>
                <a:lnTo>
                  <a:pt x="1105612" y="1867245"/>
                </a:lnTo>
                <a:lnTo>
                  <a:pt x="1201546" y="1782058"/>
                </a:lnTo>
                <a:lnTo>
                  <a:pt x="1247856" y="1740011"/>
                </a:lnTo>
                <a:lnTo>
                  <a:pt x="1292078" y="1698799"/>
                </a:lnTo>
                <a:lnTo>
                  <a:pt x="1334211" y="1658421"/>
                </a:lnTo>
                <a:lnTo>
                  <a:pt x="1374255" y="1618878"/>
                </a:lnTo>
                <a:lnTo>
                  <a:pt x="1412210" y="1580171"/>
                </a:lnTo>
                <a:lnTo>
                  <a:pt x="1448076" y="1542299"/>
                </a:lnTo>
                <a:lnTo>
                  <a:pt x="1481852" y="1505262"/>
                </a:lnTo>
                <a:lnTo>
                  <a:pt x="1513537" y="1469062"/>
                </a:lnTo>
                <a:lnTo>
                  <a:pt x="1543133" y="1433697"/>
                </a:lnTo>
                <a:lnTo>
                  <a:pt x="1570639" y="1399169"/>
                </a:lnTo>
                <a:lnTo>
                  <a:pt x="1596054" y="1365478"/>
                </a:lnTo>
                <a:lnTo>
                  <a:pt x="1619378" y="1332624"/>
                </a:lnTo>
                <a:lnTo>
                  <a:pt x="1640611" y="1300607"/>
                </a:lnTo>
                <a:lnTo>
                  <a:pt x="1665848" y="1258497"/>
                </a:lnTo>
                <a:lnTo>
                  <a:pt x="1688682" y="1215574"/>
                </a:lnTo>
                <a:lnTo>
                  <a:pt x="1709113" y="1171836"/>
                </a:lnTo>
                <a:lnTo>
                  <a:pt x="1727141" y="1127285"/>
                </a:lnTo>
                <a:lnTo>
                  <a:pt x="1742766" y="1081920"/>
                </a:lnTo>
                <a:lnTo>
                  <a:pt x="1755987" y="1035741"/>
                </a:lnTo>
                <a:lnTo>
                  <a:pt x="1766805" y="988748"/>
                </a:lnTo>
                <a:lnTo>
                  <a:pt x="1775220" y="940942"/>
                </a:lnTo>
                <a:lnTo>
                  <a:pt x="1781230" y="892323"/>
                </a:lnTo>
                <a:lnTo>
                  <a:pt x="1784836" y="842890"/>
                </a:lnTo>
                <a:lnTo>
                  <a:pt x="1786039" y="792645"/>
                </a:lnTo>
                <a:lnTo>
                  <a:pt x="1784588" y="736537"/>
                </a:lnTo>
                <a:lnTo>
                  <a:pt x="1780236" y="682220"/>
                </a:lnTo>
                <a:lnTo>
                  <a:pt x="1772982" y="629695"/>
                </a:lnTo>
                <a:lnTo>
                  <a:pt x="1762827" y="578962"/>
                </a:lnTo>
                <a:lnTo>
                  <a:pt x="1749770" y="530021"/>
                </a:lnTo>
                <a:lnTo>
                  <a:pt x="1733811" y="482871"/>
                </a:lnTo>
                <a:lnTo>
                  <a:pt x="1714951" y="437513"/>
                </a:lnTo>
                <a:lnTo>
                  <a:pt x="1693189" y="393946"/>
                </a:lnTo>
                <a:lnTo>
                  <a:pt x="1668526" y="352170"/>
                </a:lnTo>
                <a:lnTo>
                  <a:pt x="1640960" y="312186"/>
                </a:lnTo>
                <a:lnTo>
                  <a:pt x="1622303" y="288798"/>
                </a:lnTo>
                <a:close/>
              </a:path>
              <a:path w="1790700" h="3091179">
                <a:moveTo>
                  <a:pt x="933983" y="0"/>
                </a:moveTo>
                <a:lnTo>
                  <a:pt x="879049" y="1251"/>
                </a:lnTo>
                <a:lnTo>
                  <a:pt x="825539" y="5007"/>
                </a:lnTo>
                <a:lnTo>
                  <a:pt x="773451" y="11267"/>
                </a:lnTo>
                <a:lnTo>
                  <a:pt x="722786" y="20030"/>
                </a:lnTo>
                <a:lnTo>
                  <a:pt x="673544" y="31296"/>
                </a:lnTo>
                <a:lnTo>
                  <a:pt x="625725" y="45065"/>
                </a:lnTo>
                <a:lnTo>
                  <a:pt x="579329" y="61338"/>
                </a:lnTo>
                <a:lnTo>
                  <a:pt x="534356" y="80113"/>
                </a:lnTo>
                <a:lnTo>
                  <a:pt x="490806" y="101391"/>
                </a:lnTo>
                <a:lnTo>
                  <a:pt x="448679" y="125171"/>
                </a:lnTo>
                <a:lnTo>
                  <a:pt x="407975" y="151453"/>
                </a:lnTo>
                <a:lnTo>
                  <a:pt x="368693" y="180238"/>
                </a:lnTo>
                <a:lnTo>
                  <a:pt x="333005" y="209816"/>
                </a:lnTo>
                <a:lnTo>
                  <a:pt x="299138" y="241195"/>
                </a:lnTo>
                <a:lnTo>
                  <a:pt x="267091" y="274377"/>
                </a:lnTo>
                <a:lnTo>
                  <a:pt x="236866" y="309361"/>
                </a:lnTo>
                <a:lnTo>
                  <a:pt x="208462" y="346147"/>
                </a:lnTo>
                <a:lnTo>
                  <a:pt x="181879" y="384735"/>
                </a:lnTo>
                <a:lnTo>
                  <a:pt x="157117" y="425126"/>
                </a:lnTo>
                <a:lnTo>
                  <a:pt x="134177" y="467318"/>
                </a:lnTo>
                <a:lnTo>
                  <a:pt x="113032" y="511373"/>
                </a:lnTo>
                <a:lnTo>
                  <a:pt x="93759" y="557110"/>
                </a:lnTo>
                <a:lnTo>
                  <a:pt x="76282" y="604709"/>
                </a:lnTo>
                <a:lnTo>
                  <a:pt x="60626" y="654111"/>
                </a:lnTo>
                <a:lnTo>
                  <a:pt x="46792" y="705315"/>
                </a:lnTo>
                <a:lnTo>
                  <a:pt x="34779" y="758321"/>
                </a:lnTo>
                <a:lnTo>
                  <a:pt x="24587" y="813130"/>
                </a:lnTo>
                <a:lnTo>
                  <a:pt x="368693" y="893013"/>
                </a:lnTo>
                <a:lnTo>
                  <a:pt x="377881" y="834104"/>
                </a:lnTo>
                <a:lnTo>
                  <a:pt x="389067" y="778216"/>
                </a:lnTo>
                <a:lnTo>
                  <a:pt x="402250" y="725348"/>
                </a:lnTo>
                <a:lnTo>
                  <a:pt x="417431" y="675502"/>
                </a:lnTo>
                <a:lnTo>
                  <a:pt x="434608" y="628676"/>
                </a:lnTo>
                <a:lnTo>
                  <a:pt x="453783" y="584870"/>
                </a:lnTo>
                <a:lnTo>
                  <a:pt x="474955" y="544086"/>
                </a:lnTo>
                <a:lnTo>
                  <a:pt x="498125" y="506322"/>
                </a:lnTo>
                <a:lnTo>
                  <a:pt x="523292" y="471580"/>
                </a:lnTo>
                <a:lnTo>
                  <a:pt x="550456" y="439858"/>
                </a:lnTo>
                <a:lnTo>
                  <a:pt x="579617" y="411157"/>
                </a:lnTo>
                <a:lnTo>
                  <a:pt x="610775" y="385477"/>
                </a:lnTo>
                <a:lnTo>
                  <a:pt x="643931" y="362818"/>
                </a:lnTo>
                <a:lnTo>
                  <a:pt x="679083" y="343180"/>
                </a:lnTo>
                <a:lnTo>
                  <a:pt x="716233" y="326563"/>
                </a:lnTo>
                <a:lnTo>
                  <a:pt x="755380" y="312968"/>
                </a:lnTo>
                <a:lnTo>
                  <a:pt x="796524" y="302393"/>
                </a:lnTo>
                <a:lnTo>
                  <a:pt x="839665" y="294840"/>
                </a:lnTo>
                <a:lnTo>
                  <a:pt x="884803" y="290308"/>
                </a:lnTo>
                <a:lnTo>
                  <a:pt x="931938" y="288798"/>
                </a:lnTo>
                <a:lnTo>
                  <a:pt x="1622303" y="288798"/>
                </a:lnTo>
                <a:lnTo>
                  <a:pt x="1610493" y="273993"/>
                </a:lnTo>
                <a:lnTo>
                  <a:pt x="1577124" y="237591"/>
                </a:lnTo>
                <a:lnTo>
                  <a:pt x="1542868" y="204862"/>
                </a:lnTo>
                <a:lnTo>
                  <a:pt x="1506815" y="174557"/>
                </a:lnTo>
                <a:lnTo>
                  <a:pt x="1468965" y="146676"/>
                </a:lnTo>
                <a:lnTo>
                  <a:pt x="1429316" y="121220"/>
                </a:lnTo>
                <a:lnTo>
                  <a:pt x="1387871" y="98188"/>
                </a:lnTo>
                <a:lnTo>
                  <a:pt x="1344628" y="77580"/>
                </a:lnTo>
                <a:lnTo>
                  <a:pt x="1299587" y="59397"/>
                </a:lnTo>
                <a:lnTo>
                  <a:pt x="1252750" y="43639"/>
                </a:lnTo>
                <a:lnTo>
                  <a:pt x="1204115" y="30305"/>
                </a:lnTo>
                <a:lnTo>
                  <a:pt x="1153682" y="19395"/>
                </a:lnTo>
                <a:lnTo>
                  <a:pt x="1101453" y="10909"/>
                </a:lnTo>
                <a:lnTo>
                  <a:pt x="1047427" y="4848"/>
                </a:lnTo>
                <a:lnTo>
                  <a:pt x="991603" y="1212"/>
                </a:lnTo>
                <a:lnTo>
                  <a:pt x="933983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 sz="1630"/>
          </a:p>
        </p:txBody>
      </p:sp>
    </p:spTree>
    <p:extLst>
      <p:ext uri="{BB962C8B-B14F-4D97-AF65-F5344CB8AC3E}">
        <p14:creationId xmlns:p14="http://schemas.microsoft.com/office/powerpoint/2010/main" val="384884275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" name="그림 21"/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1129" r="298"/>
          <a:stretch/>
        </p:blipFill>
        <p:spPr>
          <a:xfrm>
            <a:off x="0" y="0"/>
            <a:ext cx="9906000" cy="6858000"/>
          </a:xfrm>
          <a:prstGeom prst="rect">
            <a:avLst/>
          </a:prstGeom>
        </p:spPr>
      </p:pic>
      <p:sp>
        <p:nvSpPr>
          <p:cNvPr id="23" name="텍스트 개체 틀 10"/>
          <p:cNvSpPr txBox="1">
            <a:spLocks/>
          </p:cNvSpPr>
          <p:nvPr userDrawn="1"/>
        </p:nvSpPr>
        <p:spPr>
          <a:xfrm flipH="1">
            <a:off x="7517423" y="712145"/>
            <a:ext cx="1730474" cy="360041"/>
          </a:xfrm>
          <a:prstGeom prst="rect">
            <a:avLst/>
          </a:prstGeom>
        </p:spPr>
        <p:txBody>
          <a:bodyPr/>
          <a:lstStyle>
            <a:lvl1pPr marL="342900" indent="-3429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r">
              <a:lnSpc>
                <a:spcPts val="2201"/>
              </a:lnSpc>
              <a:buNone/>
            </a:pPr>
            <a:r>
              <a:rPr lang="en-US" altLang="ko-KR" sz="1200" smtClean="0">
                <a:solidFill>
                  <a:srgbClr val="616161"/>
                </a:solidFill>
              </a:rPr>
              <a:t>www.techinspirit.co.kr</a:t>
            </a:r>
            <a:endParaRPr lang="ko-KR" altLang="en-US" sz="1200">
              <a:solidFill>
                <a:srgbClr val="616161"/>
              </a:solidFill>
            </a:endParaRPr>
          </a:p>
        </p:txBody>
      </p:sp>
      <p:sp>
        <p:nvSpPr>
          <p:cNvPr id="24" name="object 3"/>
          <p:cNvSpPr txBox="1"/>
          <p:nvPr userDrawn="1"/>
        </p:nvSpPr>
        <p:spPr>
          <a:xfrm>
            <a:off x="6836898" y="6186318"/>
            <a:ext cx="2695234" cy="230942"/>
          </a:xfrm>
          <a:prstGeom prst="rect">
            <a:avLst/>
          </a:prstGeom>
        </p:spPr>
        <p:txBody>
          <a:bodyPr vert="horz" wrap="square" lIns="0" tIns="83929" rIns="0" bIns="0" rtlCol="0">
            <a:spAutoFit/>
          </a:bodyPr>
          <a:lstStyle/>
          <a:p>
            <a:pPr marL="11497">
              <a:spcBef>
                <a:spcPts val="661"/>
              </a:spcBef>
            </a:pPr>
            <a:r>
              <a:rPr lang="en-US" altLang="ko-KR" sz="950">
                <a:solidFill>
                  <a:srgbClr val="797B7C"/>
                </a:solidFill>
                <a:latin typeface="+mn-ea"/>
              </a:rPr>
              <a:t>Copyright</a:t>
            </a:r>
            <a:r>
              <a:rPr lang="en-US" sz="950" spc="9">
                <a:solidFill>
                  <a:srgbClr val="797B7C"/>
                </a:solidFill>
                <a:latin typeface="+mn-ea"/>
                <a:cs typeface="맑은 고딕 Semilight"/>
              </a:rPr>
              <a:t> </a:t>
            </a:r>
            <a:r>
              <a:rPr lang="ko-KR" altLang="en-US" sz="950">
                <a:solidFill>
                  <a:srgbClr val="797B7C"/>
                </a:solidFill>
                <a:latin typeface="+mn-ea"/>
              </a:rPr>
              <a:t>ⓒ </a:t>
            </a:r>
            <a:r>
              <a:rPr lang="en-US" altLang="ko-KR" sz="950" smtClean="0">
                <a:solidFill>
                  <a:srgbClr val="797B7C"/>
                </a:solidFill>
                <a:latin typeface="+mn-ea"/>
              </a:rPr>
              <a:t>2020 TIS </a:t>
            </a:r>
            <a:r>
              <a:rPr lang="en-US" altLang="ko-KR" sz="950">
                <a:solidFill>
                  <a:srgbClr val="797B7C"/>
                </a:solidFill>
                <a:latin typeface="+mn-ea"/>
              </a:rPr>
              <a:t>All Rights Reserved</a:t>
            </a:r>
            <a:r>
              <a:rPr lang="en-US" altLang="ko-KR" sz="950">
                <a:solidFill>
                  <a:srgbClr val="797B7C"/>
                </a:solidFill>
              </a:rPr>
              <a:t> </a:t>
            </a:r>
            <a:endParaRPr sz="950">
              <a:solidFill>
                <a:srgbClr val="797B7C"/>
              </a:solidFill>
              <a:latin typeface="맑은 고딕 Semilight"/>
              <a:cs typeface="맑은 고딕 Semilight"/>
            </a:endParaRPr>
          </a:p>
        </p:txBody>
      </p:sp>
      <p:graphicFrame>
        <p:nvGraphicFramePr>
          <p:cNvPr id="25" name="표 24"/>
          <p:cNvGraphicFramePr>
            <a:graphicFrameLocks noGrp="1"/>
          </p:cNvGraphicFramePr>
          <p:nvPr userDrawn="1">
            <p:extLst>
              <p:ext uri="{D42A27DB-BD31-4B8C-83A1-F6EECF244321}">
                <p14:modId xmlns:p14="http://schemas.microsoft.com/office/powerpoint/2010/main" val="2017275517"/>
              </p:ext>
            </p:extLst>
          </p:nvPr>
        </p:nvGraphicFramePr>
        <p:xfrm>
          <a:off x="6298425" y="5271688"/>
          <a:ext cx="2860096" cy="73244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46748"/>
                <a:gridCol w="603337"/>
                <a:gridCol w="603337"/>
                <a:gridCol w="603337"/>
                <a:gridCol w="603337"/>
              </a:tblGrid>
              <a:tr h="366222">
                <a:tc rowSpan="2">
                  <a:txBody>
                    <a:bodyPr/>
                    <a:lstStyle/>
                    <a:p>
                      <a:pPr algn="ctr" latinLnBrk="1"/>
                      <a:r>
                        <a:rPr lang="ko-KR" altLang="en-US" sz="900" b="1" dirty="0" smtClean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+mn-ea"/>
                          <a:ea typeface="+mn-ea"/>
                        </a:rPr>
                        <a:t>결</a:t>
                      </a:r>
                      <a:endParaRPr lang="en-US" altLang="ko-KR" sz="900" b="1" dirty="0" smtClean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+mn-ea"/>
                        <a:ea typeface="+mn-ea"/>
                      </a:endParaRPr>
                    </a:p>
                    <a:p>
                      <a:pPr algn="ctr" latinLnBrk="1"/>
                      <a:r>
                        <a:rPr lang="ko-KR" altLang="en-US" sz="900" b="1" dirty="0" smtClean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+mn-ea"/>
                          <a:ea typeface="+mn-ea"/>
                        </a:rPr>
                        <a:t>재</a:t>
                      </a:r>
                      <a:endParaRPr lang="ko-KR" altLang="en-US" sz="900" b="1" dirty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+mn-ea"/>
                        <a:ea typeface="+mn-ea"/>
                      </a:endParaRPr>
                    </a:p>
                  </a:txBody>
                  <a:tcPr marL="93126" marR="93126" marT="46563" marB="46563"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  <a:alpha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900" b="1" dirty="0" smtClean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+mn-ea"/>
                          <a:ea typeface="+mn-ea"/>
                        </a:rPr>
                        <a:t>작성</a:t>
                      </a:r>
                      <a:endParaRPr lang="ko-KR" altLang="en-US" sz="900" b="1" dirty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+mn-ea"/>
                        <a:ea typeface="+mn-ea"/>
                      </a:endParaRPr>
                    </a:p>
                  </a:txBody>
                  <a:tcPr marL="93126" marR="93126" marT="46563" marB="46563"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  <a:alpha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900" b="1" dirty="0" smtClean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+mn-ea"/>
                          <a:ea typeface="+mn-ea"/>
                        </a:rPr>
                        <a:t>검토</a:t>
                      </a:r>
                      <a:endParaRPr lang="ko-KR" altLang="en-US" sz="900" b="1" dirty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+mn-ea"/>
                        <a:ea typeface="+mn-ea"/>
                      </a:endParaRPr>
                    </a:p>
                  </a:txBody>
                  <a:tcPr marL="93126" marR="93126" marT="46563" marB="46563"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  <a:alpha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900" b="1" dirty="0" smtClean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+mn-ea"/>
                          <a:ea typeface="+mn-ea"/>
                        </a:rPr>
                        <a:t>확인</a:t>
                      </a:r>
                      <a:endParaRPr lang="ko-KR" altLang="en-US" sz="900" b="1" dirty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+mn-ea"/>
                        <a:ea typeface="+mn-ea"/>
                      </a:endParaRPr>
                    </a:p>
                  </a:txBody>
                  <a:tcPr marL="93126" marR="93126" marT="46563" marB="46563"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  <a:alpha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900" b="1" dirty="0" smtClean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+mn-ea"/>
                          <a:ea typeface="+mn-ea"/>
                        </a:rPr>
                        <a:t>승인</a:t>
                      </a:r>
                      <a:endParaRPr lang="ko-KR" altLang="en-US" sz="900" b="1" dirty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+mn-ea"/>
                        <a:ea typeface="+mn-ea"/>
                      </a:endParaRPr>
                    </a:p>
                  </a:txBody>
                  <a:tcPr marL="93126" marR="93126" marT="46563" marB="46563"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  <a:alpha val="75000"/>
                      </a:schemeClr>
                    </a:solidFill>
                  </a:tcPr>
                </a:tc>
              </a:tr>
              <a:tr h="366222">
                <a:tc v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900" b="1" dirty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+mn-ea"/>
                        <a:ea typeface="+mn-ea"/>
                      </a:endParaRPr>
                    </a:p>
                  </a:txBody>
                  <a:tcPr marL="93126" marR="93126" marT="46563" marB="46563"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  <a:alpha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900" b="1" dirty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+mn-ea"/>
                        <a:ea typeface="+mn-ea"/>
                      </a:endParaRPr>
                    </a:p>
                  </a:txBody>
                  <a:tcPr marL="93126" marR="93126" marT="46563" marB="46563"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  <a:alpha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900" b="1" dirty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+mn-ea"/>
                        <a:ea typeface="+mn-ea"/>
                      </a:endParaRPr>
                    </a:p>
                  </a:txBody>
                  <a:tcPr marL="93126" marR="93126" marT="46563" marB="46563"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  <a:alpha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900" b="1" dirty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+mn-ea"/>
                        <a:ea typeface="+mn-ea"/>
                      </a:endParaRPr>
                    </a:p>
                  </a:txBody>
                  <a:tcPr marL="93126" marR="93126" marT="46563" marB="46563"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  <a:alpha val="75000"/>
                      </a:schemeClr>
                    </a:solidFill>
                  </a:tcPr>
                </a:tc>
              </a:tr>
            </a:tbl>
          </a:graphicData>
        </a:graphic>
      </p:graphicFrame>
      <p:sp>
        <p:nvSpPr>
          <p:cNvPr id="26" name="텍스트 개체 틀 10"/>
          <p:cNvSpPr txBox="1">
            <a:spLocks/>
          </p:cNvSpPr>
          <p:nvPr userDrawn="1"/>
        </p:nvSpPr>
        <p:spPr>
          <a:xfrm flipH="1">
            <a:off x="6511930" y="3565183"/>
            <a:ext cx="2732089" cy="399096"/>
          </a:xfrm>
          <a:prstGeom prst="rect">
            <a:avLst/>
          </a:prstGeom>
        </p:spPr>
        <p:txBody>
          <a:bodyPr/>
          <a:lstStyle>
            <a:lvl1pPr marL="342900" indent="-3429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r">
              <a:buNone/>
            </a:pPr>
            <a:r>
              <a:rPr lang="en-US" altLang="ko-KR" sz="900" smtClean="0">
                <a:solidFill>
                  <a:srgbClr val="616161"/>
                </a:solidFill>
              </a:rPr>
              <a:t>TIS </a:t>
            </a:r>
            <a:r>
              <a:rPr lang="en-US" altLang="ko-KR" sz="900" dirty="0">
                <a:solidFill>
                  <a:srgbClr val="616161"/>
                </a:solidFill>
              </a:rPr>
              <a:t>is dedicated to providing optimum</a:t>
            </a:r>
          </a:p>
          <a:p>
            <a:pPr marL="0" indent="0" algn="r">
              <a:buNone/>
            </a:pPr>
            <a:r>
              <a:rPr lang="en-US" altLang="ko-KR" sz="900" dirty="0">
                <a:solidFill>
                  <a:srgbClr val="616161"/>
                </a:solidFill>
              </a:rPr>
              <a:t>automation system solution for your business.</a:t>
            </a:r>
            <a:endParaRPr lang="ko-KR" altLang="en-US" sz="900">
              <a:solidFill>
                <a:srgbClr val="616161"/>
              </a:solidFill>
            </a:endParaRPr>
          </a:p>
        </p:txBody>
      </p:sp>
      <p:sp>
        <p:nvSpPr>
          <p:cNvPr id="27" name="텍스트 개체 틀 10"/>
          <p:cNvSpPr txBox="1">
            <a:spLocks/>
          </p:cNvSpPr>
          <p:nvPr userDrawn="1"/>
        </p:nvSpPr>
        <p:spPr>
          <a:xfrm flipH="1">
            <a:off x="7225955" y="3150188"/>
            <a:ext cx="2022713" cy="360040"/>
          </a:xfrm>
          <a:prstGeom prst="rect">
            <a:avLst/>
          </a:prstGeom>
        </p:spPr>
        <p:txBody>
          <a:bodyPr/>
          <a:lstStyle>
            <a:lvl1pPr marL="342900" indent="-3429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r">
              <a:lnSpc>
                <a:spcPts val="2201"/>
              </a:lnSpc>
              <a:buNone/>
            </a:pPr>
            <a:r>
              <a:rPr lang="en-US" altLang="ko-KR" sz="1200" smtClean="0">
                <a:solidFill>
                  <a:srgbClr val="616161"/>
                </a:solidFill>
              </a:rPr>
              <a:t>TIS </a:t>
            </a:r>
            <a:r>
              <a:rPr lang="en-US" altLang="ko-KR" sz="1200" dirty="0">
                <a:solidFill>
                  <a:srgbClr val="616161"/>
                </a:solidFill>
              </a:rPr>
              <a:t>CORPORATION</a:t>
            </a:r>
            <a:endParaRPr lang="ko-KR" altLang="en-US" sz="1200">
              <a:solidFill>
                <a:srgbClr val="616161"/>
              </a:solidFill>
            </a:endParaRPr>
          </a:p>
        </p:txBody>
      </p:sp>
      <p:pic>
        <p:nvPicPr>
          <p:cNvPr id="10" name="그림 9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9420" y="463143"/>
            <a:ext cx="927004" cy="3262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63394161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" name="그림 20"/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1129" r="298"/>
          <a:stretch/>
        </p:blipFill>
        <p:spPr>
          <a:xfrm>
            <a:off x="0" y="0"/>
            <a:ext cx="9906000" cy="6858000"/>
          </a:xfrm>
          <a:prstGeom prst="rect">
            <a:avLst/>
          </a:prstGeom>
        </p:spPr>
      </p:pic>
      <p:sp>
        <p:nvSpPr>
          <p:cNvPr id="22" name="텍스트 개체 틀 10"/>
          <p:cNvSpPr txBox="1">
            <a:spLocks/>
          </p:cNvSpPr>
          <p:nvPr userDrawn="1"/>
        </p:nvSpPr>
        <p:spPr>
          <a:xfrm flipH="1">
            <a:off x="6520094" y="3765545"/>
            <a:ext cx="2732089" cy="399096"/>
          </a:xfrm>
          <a:prstGeom prst="rect">
            <a:avLst/>
          </a:prstGeom>
        </p:spPr>
        <p:txBody>
          <a:bodyPr/>
          <a:lstStyle>
            <a:lvl1pPr marL="342900" indent="-3429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r">
              <a:buNone/>
            </a:pPr>
            <a:r>
              <a:rPr lang="en-US" altLang="ko-KR" sz="900" smtClean="0">
                <a:solidFill>
                  <a:srgbClr val="616161"/>
                </a:solidFill>
              </a:rPr>
              <a:t>TIS </a:t>
            </a:r>
            <a:r>
              <a:rPr lang="en-US" altLang="ko-KR" sz="900" dirty="0">
                <a:solidFill>
                  <a:srgbClr val="616161"/>
                </a:solidFill>
              </a:rPr>
              <a:t>is dedicated to providing optimum</a:t>
            </a:r>
          </a:p>
          <a:p>
            <a:pPr marL="0" indent="0" algn="r">
              <a:buNone/>
            </a:pPr>
            <a:r>
              <a:rPr lang="en-US" altLang="ko-KR" sz="900" dirty="0">
                <a:solidFill>
                  <a:srgbClr val="616161"/>
                </a:solidFill>
              </a:rPr>
              <a:t>automation system solution for your business.</a:t>
            </a:r>
            <a:endParaRPr lang="ko-KR" altLang="en-US" sz="900">
              <a:solidFill>
                <a:srgbClr val="616161"/>
              </a:solidFill>
            </a:endParaRPr>
          </a:p>
        </p:txBody>
      </p:sp>
      <p:sp>
        <p:nvSpPr>
          <p:cNvPr id="23" name="텍스트 개체 틀 10"/>
          <p:cNvSpPr txBox="1">
            <a:spLocks/>
          </p:cNvSpPr>
          <p:nvPr userDrawn="1"/>
        </p:nvSpPr>
        <p:spPr>
          <a:xfrm flipH="1">
            <a:off x="7350369" y="712145"/>
            <a:ext cx="1897528" cy="360041"/>
          </a:xfrm>
          <a:prstGeom prst="rect">
            <a:avLst/>
          </a:prstGeom>
        </p:spPr>
        <p:txBody>
          <a:bodyPr/>
          <a:lstStyle>
            <a:lvl1pPr marL="342900" indent="-3429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r">
              <a:lnSpc>
                <a:spcPts val="2201"/>
              </a:lnSpc>
              <a:buNone/>
            </a:pPr>
            <a:r>
              <a:rPr lang="en-US" altLang="ko-KR" sz="1200" smtClean="0">
                <a:solidFill>
                  <a:srgbClr val="616161"/>
                </a:solidFill>
              </a:rPr>
              <a:t>www.techinspirit.co.kr</a:t>
            </a:r>
            <a:endParaRPr lang="ko-KR" altLang="en-US" sz="1200">
              <a:solidFill>
                <a:srgbClr val="616161"/>
              </a:solidFill>
            </a:endParaRPr>
          </a:p>
        </p:txBody>
      </p:sp>
      <p:sp>
        <p:nvSpPr>
          <p:cNvPr id="24" name="object 3"/>
          <p:cNvSpPr txBox="1"/>
          <p:nvPr userDrawn="1"/>
        </p:nvSpPr>
        <p:spPr>
          <a:xfrm>
            <a:off x="6465369" y="6121177"/>
            <a:ext cx="2695234" cy="230942"/>
          </a:xfrm>
          <a:prstGeom prst="rect">
            <a:avLst/>
          </a:prstGeom>
        </p:spPr>
        <p:txBody>
          <a:bodyPr vert="horz" wrap="square" lIns="0" tIns="83929" rIns="0" bIns="0" rtlCol="0">
            <a:spAutoFit/>
          </a:bodyPr>
          <a:lstStyle/>
          <a:p>
            <a:pPr marL="11497" algn="r">
              <a:spcBef>
                <a:spcPts val="661"/>
              </a:spcBef>
            </a:pPr>
            <a:r>
              <a:rPr lang="en-US" altLang="ko-KR" sz="950" smtClean="0">
                <a:solidFill>
                  <a:srgbClr val="797B7C"/>
                </a:solidFill>
                <a:latin typeface="+mn-ea"/>
              </a:rPr>
              <a:t>Copyright</a:t>
            </a:r>
            <a:r>
              <a:rPr lang="en-US" altLang="ko-KR" sz="950" spc="9" smtClean="0">
                <a:solidFill>
                  <a:srgbClr val="797B7C"/>
                </a:solidFill>
                <a:latin typeface="+mn-ea"/>
                <a:cs typeface="맑은 고딕 Semilight"/>
              </a:rPr>
              <a:t> </a:t>
            </a:r>
            <a:r>
              <a:rPr lang="en-US" altLang="ko-KR" sz="950" smtClean="0">
                <a:solidFill>
                  <a:srgbClr val="797B7C"/>
                </a:solidFill>
                <a:latin typeface="+mn-ea"/>
              </a:rPr>
              <a:t>ⓒ 2020 TIS All Rights Reserved</a:t>
            </a:r>
            <a:r>
              <a:rPr lang="en-US" altLang="ko-KR" sz="950" smtClean="0">
                <a:solidFill>
                  <a:srgbClr val="797B7C"/>
                </a:solidFill>
              </a:rPr>
              <a:t> </a:t>
            </a:r>
            <a:endParaRPr lang="en-US" altLang="ko-KR" sz="950">
              <a:solidFill>
                <a:srgbClr val="797B7C"/>
              </a:solidFill>
              <a:latin typeface="맑은 고딕 Semilight"/>
              <a:cs typeface="맑은 고딕 Semilight"/>
            </a:endParaRPr>
          </a:p>
        </p:txBody>
      </p:sp>
      <p:sp>
        <p:nvSpPr>
          <p:cNvPr id="26" name="텍스트 개체 틀 10"/>
          <p:cNvSpPr txBox="1">
            <a:spLocks/>
          </p:cNvSpPr>
          <p:nvPr userDrawn="1"/>
        </p:nvSpPr>
        <p:spPr>
          <a:xfrm flipH="1">
            <a:off x="7234119" y="3350550"/>
            <a:ext cx="2022713" cy="360040"/>
          </a:xfrm>
          <a:prstGeom prst="rect">
            <a:avLst/>
          </a:prstGeom>
        </p:spPr>
        <p:txBody>
          <a:bodyPr/>
          <a:lstStyle>
            <a:lvl1pPr marL="342900" indent="-3429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r">
              <a:lnSpc>
                <a:spcPts val="2201"/>
              </a:lnSpc>
              <a:buNone/>
            </a:pPr>
            <a:r>
              <a:rPr lang="en-US" altLang="ko-KR" sz="1200" smtClean="0">
                <a:solidFill>
                  <a:srgbClr val="616161"/>
                </a:solidFill>
              </a:rPr>
              <a:t>TIS </a:t>
            </a:r>
            <a:r>
              <a:rPr lang="en-US" altLang="ko-KR" sz="1200" dirty="0">
                <a:solidFill>
                  <a:srgbClr val="616161"/>
                </a:solidFill>
              </a:rPr>
              <a:t>CORPORATION</a:t>
            </a:r>
            <a:endParaRPr lang="ko-KR" altLang="en-US" sz="1200">
              <a:solidFill>
                <a:srgbClr val="616161"/>
              </a:solidFill>
            </a:endParaRPr>
          </a:p>
        </p:txBody>
      </p:sp>
      <p:pic>
        <p:nvPicPr>
          <p:cNvPr id="8" name="그림 7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24798" y="5795160"/>
            <a:ext cx="835805" cy="2941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24362573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" name="그림 20"/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1129" r="298"/>
          <a:stretch/>
        </p:blipFill>
        <p:spPr>
          <a:xfrm>
            <a:off x="0" y="0"/>
            <a:ext cx="9906000" cy="6858000"/>
          </a:xfrm>
          <a:prstGeom prst="rect">
            <a:avLst/>
          </a:prstGeom>
        </p:spPr>
      </p:pic>
      <p:sp>
        <p:nvSpPr>
          <p:cNvPr id="23" name="텍스트 개체 틀 10"/>
          <p:cNvSpPr txBox="1">
            <a:spLocks/>
          </p:cNvSpPr>
          <p:nvPr userDrawn="1"/>
        </p:nvSpPr>
        <p:spPr>
          <a:xfrm flipH="1">
            <a:off x="7350369" y="712145"/>
            <a:ext cx="1897528" cy="360041"/>
          </a:xfrm>
          <a:prstGeom prst="rect">
            <a:avLst/>
          </a:prstGeom>
        </p:spPr>
        <p:txBody>
          <a:bodyPr/>
          <a:lstStyle>
            <a:lvl1pPr marL="342900" indent="-3429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r">
              <a:lnSpc>
                <a:spcPts val="2201"/>
              </a:lnSpc>
              <a:buNone/>
            </a:pPr>
            <a:r>
              <a:rPr lang="en-US" altLang="ko-KR" sz="1200" smtClean="0">
                <a:solidFill>
                  <a:srgbClr val="616161"/>
                </a:solidFill>
              </a:rPr>
              <a:t>www.techinspirit.co.kr</a:t>
            </a:r>
            <a:endParaRPr lang="ko-KR" altLang="en-US" sz="1200">
              <a:solidFill>
                <a:srgbClr val="616161"/>
              </a:solidFill>
            </a:endParaRPr>
          </a:p>
        </p:txBody>
      </p:sp>
      <p:sp>
        <p:nvSpPr>
          <p:cNvPr id="24" name="object 3"/>
          <p:cNvSpPr txBox="1"/>
          <p:nvPr userDrawn="1"/>
        </p:nvSpPr>
        <p:spPr>
          <a:xfrm>
            <a:off x="6465369" y="6186318"/>
            <a:ext cx="2695234" cy="230942"/>
          </a:xfrm>
          <a:prstGeom prst="rect">
            <a:avLst/>
          </a:prstGeom>
        </p:spPr>
        <p:txBody>
          <a:bodyPr vert="horz" wrap="square" lIns="0" tIns="83929" rIns="0" bIns="0" rtlCol="0">
            <a:spAutoFit/>
          </a:bodyPr>
          <a:lstStyle/>
          <a:p>
            <a:pPr marL="11497" algn="r">
              <a:spcBef>
                <a:spcPts val="661"/>
              </a:spcBef>
            </a:pPr>
            <a:r>
              <a:rPr lang="en-US" altLang="ko-KR" sz="950" smtClean="0">
                <a:solidFill>
                  <a:srgbClr val="797B7C"/>
                </a:solidFill>
                <a:latin typeface="+mn-ea"/>
              </a:rPr>
              <a:t>Copyright</a:t>
            </a:r>
            <a:r>
              <a:rPr lang="en-US" altLang="ko-KR" sz="950" spc="9" smtClean="0">
                <a:solidFill>
                  <a:srgbClr val="797B7C"/>
                </a:solidFill>
                <a:latin typeface="+mn-ea"/>
                <a:cs typeface="맑은 고딕 Semilight"/>
              </a:rPr>
              <a:t> </a:t>
            </a:r>
            <a:r>
              <a:rPr lang="en-US" altLang="ko-KR" sz="950" smtClean="0">
                <a:solidFill>
                  <a:srgbClr val="797B7C"/>
                </a:solidFill>
                <a:latin typeface="+mn-ea"/>
              </a:rPr>
              <a:t>ⓒ 2020 TIS All Rights Reserved</a:t>
            </a:r>
            <a:r>
              <a:rPr lang="en-US" altLang="ko-KR" sz="950" smtClean="0">
                <a:solidFill>
                  <a:srgbClr val="797B7C"/>
                </a:solidFill>
              </a:rPr>
              <a:t> </a:t>
            </a:r>
            <a:endParaRPr lang="en-US" altLang="ko-KR" sz="950">
              <a:solidFill>
                <a:srgbClr val="797B7C"/>
              </a:solidFill>
              <a:latin typeface="맑은 고딕 Semilight"/>
              <a:cs typeface="맑은 고딕 Semilight"/>
            </a:endParaRPr>
          </a:p>
        </p:txBody>
      </p:sp>
      <p:pic>
        <p:nvPicPr>
          <p:cNvPr id="10" name="그림 9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9420" y="463143"/>
            <a:ext cx="927004" cy="326250"/>
          </a:xfrm>
          <a:prstGeom prst="rect">
            <a:avLst/>
          </a:prstGeom>
        </p:spPr>
      </p:pic>
      <p:sp>
        <p:nvSpPr>
          <p:cNvPr id="8" name="텍스트 개체 틀 10"/>
          <p:cNvSpPr txBox="1">
            <a:spLocks/>
          </p:cNvSpPr>
          <p:nvPr userDrawn="1"/>
        </p:nvSpPr>
        <p:spPr>
          <a:xfrm flipH="1">
            <a:off x="6511930" y="3565183"/>
            <a:ext cx="2732089" cy="399096"/>
          </a:xfrm>
          <a:prstGeom prst="rect">
            <a:avLst/>
          </a:prstGeom>
        </p:spPr>
        <p:txBody>
          <a:bodyPr/>
          <a:lstStyle>
            <a:lvl1pPr marL="342900" indent="-3429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r">
              <a:buNone/>
            </a:pPr>
            <a:r>
              <a:rPr lang="en-US" altLang="ko-KR" sz="900" smtClean="0">
                <a:solidFill>
                  <a:srgbClr val="616161"/>
                </a:solidFill>
              </a:rPr>
              <a:t>TIS </a:t>
            </a:r>
            <a:r>
              <a:rPr lang="en-US" altLang="ko-KR" sz="900" dirty="0">
                <a:solidFill>
                  <a:srgbClr val="616161"/>
                </a:solidFill>
              </a:rPr>
              <a:t>is dedicated to providing optimum</a:t>
            </a:r>
          </a:p>
          <a:p>
            <a:pPr marL="0" indent="0" algn="r">
              <a:buNone/>
            </a:pPr>
            <a:r>
              <a:rPr lang="en-US" altLang="ko-KR" sz="900" dirty="0">
                <a:solidFill>
                  <a:srgbClr val="616161"/>
                </a:solidFill>
              </a:rPr>
              <a:t>automation system solution for your business.</a:t>
            </a:r>
            <a:endParaRPr lang="ko-KR" altLang="en-US" sz="900">
              <a:solidFill>
                <a:srgbClr val="616161"/>
              </a:solidFill>
            </a:endParaRPr>
          </a:p>
        </p:txBody>
      </p:sp>
      <p:sp>
        <p:nvSpPr>
          <p:cNvPr id="9" name="텍스트 개체 틀 10"/>
          <p:cNvSpPr txBox="1">
            <a:spLocks/>
          </p:cNvSpPr>
          <p:nvPr userDrawn="1"/>
        </p:nvSpPr>
        <p:spPr>
          <a:xfrm flipH="1">
            <a:off x="7225955" y="3150188"/>
            <a:ext cx="2022713" cy="360040"/>
          </a:xfrm>
          <a:prstGeom prst="rect">
            <a:avLst/>
          </a:prstGeom>
        </p:spPr>
        <p:txBody>
          <a:bodyPr/>
          <a:lstStyle>
            <a:lvl1pPr marL="342900" indent="-3429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r">
              <a:lnSpc>
                <a:spcPts val="2201"/>
              </a:lnSpc>
              <a:buNone/>
            </a:pPr>
            <a:r>
              <a:rPr lang="en-US" altLang="ko-KR" sz="1200" smtClean="0">
                <a:solidFill>
                  <a:srgbClr val="616161"/>
                </a:solidFill>
              </a:rPr>
              <a:t>TIS </a:t>
            </a:r>
            <a:r>
              <a:rPr lang="en-US" altLang="ko-KR" sz="1200" dirty="0">
                <a:solidFill>
                  <a:srgbClr val="616161"/>
                </a:solidFill>
              </a:rPr>
              <a:t>CORPORATION</a:t>
            </a:r>
            <a:endParaRPr lang="ko-KR" altLang="en-US" sz="1200">
              <a:solidFill>
                <a:srgbClr val="61616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151626408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object 2"/>
          <p:cNvSpPr/>
          <p:nvPr userDrawn="1"/>
        </p:nvSpPr>
        <p:spPr>
          <a:xfrm>
            <a:off x="0" y="13"/>
            <a:ext cx="9906000" cy="6857989"/>
          </a:xfrm>
          <a:custGeom>
            <a:avLst/>
            <a:gdLst/>
            <a:ahLst/>
            <a:cxnLst/>
            <a:rect l="l" t="t" r="r" b="b"/>
            <a:pathLst>
              <a:path w="10692130" h="7560309">
                <a:moveTo>
                  <a:pt x="0" y="7559992"/>
                </a:moveTo>
                <a:lnTo>
                  <a:pt x="10692003" y="7559992"/>
                </a:lnTo>
                <a:lnTo>
                  <a:pt x="10692003" y="0"/>
                </a:lnTo>
                <a:lnTo>
                  <a:pt x="0" y="0"/>
                </a:lnTo>
                <a:lnTo>
                  <a:pt x="0" y="7559992"/>
                </a:lnTo>
                <a:close/>
              </a:path>
            </a:pathLst>
          </a:custGeom>
          <a:solidFill>
            <a:srgbClr val="E2E2E2"/>
          </a:solidFill>
          <a:ln>
            <a:noFill/>
          </a:ln>
        </p:spPr>
        <p:txBody>
          <a:bodyPr wrap="square" lIns="0" tIns="0" rIns="0" bIns="0" rtlCol="0"/>
          <a:lstStyle/>
          <a:p>
            <a:endParaRPr sz="1630"/>
          </a:p>
        </p:txBody>
      </p:sp>
      <p:sp>
        <p:nvSpPr>
          <p:cNvPr id="3" name="Shape 2635"/>
          <p:cNvSpPr>
            <a:spLocks noChangeArrowheads="1"/>
          </p:cNvSpPr>
          <p:nvPr userDrawn="1"/>
        </p:nvSpPr>
        <p:spPr bwMode="auto">
          <a:xfrm>
            <a:off x="860757" y="419822"/>
            <a:ext cx="299434" cy="20197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400000"/>
                <a:headEnd/>
                <a:tailEnd/>
              </a14:hiddenLine>
            </a:ext>
          </a:extLst>
        </p:spPr>
        <p:txBody>
          <a:bodyPr wrap="none" lIns="14284" tIns="14284" rIns="14284" bIns="14284" anchor="ctr">
            <a:spAutoFit/>
          </a:bodyPr>
          <a:lstStyle>
            <a:lvl1pPr algn="l">
              <a:defRPr sz="3000" b="1" cap="none" spc="-90">
                <a:solidFill>
                  <a:srgbClr val="1C1D21"/>
                </a:solidFill>
                <a:latin typeface="+mj-lt"/>
                <a:ea typeface="+mj-ea"/>
                <a:cs typeface="+mj-cs"/>
                <a:sym typeface="Karla"/>
              </a:defRPr>
            </a:lvl1pPr>
          </a:lstStyle>
          <a:p>
            <a:pPr eaLnBrk="1" hangingPunct="1">
              <a:defRPr/>
            </a:pPr>
            <a:r>
              <a:rPr lang="en-US" sz="1125" dirty="0" smtClean="0">
                <a:solidFill>
                  <a:schemeClr val="tx1"/>
                </a:solidFill>
                <a:ea typeface="Calibri" charset="0"/>
                <a:cs typeface="Calibri" charset="0"/>
              </a:rPr>
              <a:t>Office</a:t>
            </a:r>
            <a:endParaRPr sz="1125" dirty="0">
              <a:solidFill>
                <a:schemeClr val="tx1"/>
              </a:solidFill>
              <a:ea typeface="Calibri" charset="0"/>
              <a:cs typeface="Calibri" charset="0"/>
            </a:endParaRPr>
          </a:p>
        </p:txBody>
      </p:sp>
      <p:sp>
        <p:nvSpPr>
          <p:cNvPr id="4" name="Shape 2531"/>
          <p:cNvSpPr/>
          <p:nvPr userDrawn="1"/>
        </p:nvSpPr>
        <p:spPr>
          <a:xfrm>
            <a:off x="890100" y="1315037"/>
            <a:ext cx="171450" cy="209550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20400" y="19636"/>
                </a:moveTo>
                <a:cubicBezTo>
                  <a:pt x="20400" y="20179"/>
                  <a:pt x="19862" y="20618"/>
                  <a:pt x="19200" y="20618"/>
                </a:cubicBezTo>
                <a:lnTo>
                  <a:pt x="7200" y="20618"/>
                </a:lnTo>
                <a:lnTo>
                  <a:pt x="7200" y="982"/>
                </a:lnTo>
                <a:lnTo>
                  <a:pt x="19200" y="982"/>
                </a:lnTo>
                <a:cubicBezTo>
                  <a:pt x="19862" y="982"/>
                  <a:pt x="20400" y="1422"/>
                  <a:pt x="20400" y="1964"/>
                </a:cubicBezTo>
                <a:cubicBezTo>
                  <a:pt x="20400" y="1964"/>
                  <a:pt x="20400" y="19636"/>
                  <a:pt x="20400" y="19636"/>
                </a:cubicBezTo>
                <a:close/>
                <a:moveTo>
                  <a:pt x="6000" y="20618"/>
                </a:moveTo>
                <a:lnTo>
                  <a:pt x="3600" y="20618"/>
                </a:lnTo>
                <a:cubicBezTo>
                  <a:pt x="2937" y="20618"/>
                  <a:pt x="2400" y="20179"/>
                  <a:pt x="2400" y="19636"/>
                </a:cubicBezTo>
                <a:lnTo>
                  <a:pt x="2400" y="18655"/>
                </a:lnTo>
                <a:lnTo>
                  <a:pt x="3000" y="18655"/>
                </a:lnTo>
                <a:cubicBezTo>
                  <a:pt x="3332" y="18655"/>
                  <a:pt x="3600" y="18435"/>
                  <a:pt x="3600" y="18164"/>
                </a:cubicBezTo>
                <a:cubicBezTo>
                  <a:pt x="3600" y="17893"/>
                  <a:pt x="3332" y="17673"/>
                  <a:pt x="3000" y="17673"/>
                </a:cubicBezTo>
                <a:lnTo>
                  <a:pt x="2400" y="17673"/>
                </a:lnTo>
                <a:lnTo>
                  <a:pt x="2400" y="15709"/>
                </a:lnTo>
                <a:lnTo>
                  <a:pt x="3000" y="15709"/>
                </a:lnTo>
                <a:cubicBezTo>
                  <a:pt x="3332" y="15709"/>
                  <a:pt x="3600" y="15490"/>
                  <a:pt x="3600" y="15218"/>
                </a:cubicBezTo>
                <a:cubicBezTo>
                  <a:pt x="3600" y="14947"/>
                  <a:pt x="3332" y="14727"/>
                  <a:pt x="3000" y="14727"/>
                </a:cubicBezTo>
                <a:lnTo>
                  <a:pt x="2400" y="14727"/>
                </a:lnTo>
                <a:lnTo>
                  <a:pt x="2400" y="12764"/>
                </a:lnTo>
                <a:lnTo>
                  <a:pt x="3000" y="12764"/>
                </a:lnTo>
                <a:cubicBezTo>
                  <a:pt x="3332" y="12764"/>
                  <a:pt x="3600" y="12544"/>
                  <a:pt x="3600" y="12273"/>
                </a:cubicBezTo>
                <a:cubicBezTo>
                  <a:pt x="3600" y="12002"/>
                  <a:pt x="3332" y="11782"/>
                  <a:pt x="3000" y="11782"/>
                </a:cubicBezTo>
                <a:lnTo>
                  <a:pt x="2400" y="11782"/>
                </a:lnTo>
                <a:lnTo>
                  <a:pt x="2400" y="9818"/>
                </a:lnTo>
                <a:lnTo>
                  <a:pt x="3000" y="9818"/>
                </a:lnTo>
                <a:cubicBezTo>
                  <a:pt x="3332" y="9818"/>
                  <a:pt x="3600" y="9599"/>
                  <a:pt x="3600" y="9327"/>
                </a:cubicBezTo>
                <a:cubicBezTo>
                  <a:pt x="3600" y="9056"/>
                  <a:pt x="3332" y="8836"/>
                  <a:pt x="3000" y="8836"/>
                </a:cubicBezTo>
                <a:lnTo>
                  <a:pt x="2400" y="8836"/>
                </a:lnTo>
                <a:lnTo>
                  <a:pt x="2400" y="6873"/>
                </a:lnTo>
                <a:lnTo>
                  <a:pt x="3000" y="6873"/>
                </a:lnTo>
                <a:cubicBezTo>
                  <a:pt x="3332" y="6873"/>
                  <a:pt x="3600" y="6653"/>
                  <a:pt x="3600" y="6382"/>
                </a:cubicBezTo>
                <a:cubicBezTo>
                  <a:pt x="3600" y="6111"/>
                  <a:pt x="3332" y="5891"/>
                  <a:pt x="3000" y="5891"/>
                </a:cubicBezTo>
                <a:lnTo>
                  <a:pt x="2400" y="5891"/>
                </a:lnTo>
                <a:lnTo>
                  <a:pt x="2400" y="3927"/>
                </a:lnTo>
                <a:lnTo>
                  <a:pt x="3000" y="3927"/>
                </a:lnTo>
                <a:cubicBezTo>
                  <a:pt x="3332" y="3927"/>
                  <a:pt x="3600" y="3708"/>
                  <a:pt x="3600" y="3436"/>
                </a:cubicBezTo>
                <a:cubicBezTo>
                  <a:pt x="3600" y="3166"/>
                  <a:pt x="3332" y="2945"/>
                  <a:pt x="3000" y="2945"/>
                </a:cubicBezTo>
                <a:lnTo>
                  <a:pt x="2400" y="2945"/>
                </a:lnTo>
                <a:lnTo>
                  <a:pt x="2400" y="1964"/>
                </a:lnTo>
                <a:cubicBezTo>
                  <a:pt x="2400" y="1422"/>
                  <a:pt x="2937" y="982"/>
                  <a:pt x="3600" y="982"/>
                </a:cubicBezTo>
                <a:lnTo>
                  <a:pt x="6000" y="982"/>
                </a:lnTo>
                <a:cubicBezTo>
                  <a:pt x="6000" y="982"/>
                  <a:pt x="6000" y="20618"/>
                  <a:pt x="6000" y="20618"/>
                </a:cubicBezTo>
                <a:close/>
                <a:moveTo>
                  <a:pt x="19200" y="0"/>
                </a:moveTo>
                <a:lnTo>
                  <a:pt x="3600" y="0"/>
                </a:lnTo>
                <a:cubicBezTo>
                  <a:pt x="2275" y="0"/>
                  <a:pt x="1200" y="879"/>
                  <a:pt x="1200" y="1964"/>
                </a:cubicBezTo>
                <a:lnTo>
                  <a:pt x="1200" y="2945"/>
                </a:lnTo>
                <a:lnTo>
                  <a:pt x="600" y="2945"/>
                </a:lnTo>
                <a:cubicBezTo>
                  <a:pt x="268" y="2945"/>
                  <a:pt x="0" y="3166"/>
                  <a:pt x="0" y="3436"/>
                </a:cubicBezTo>
                <a:cubicBezTo>
                  <a:pt x="0" y="3708"/>
                  <a:pt x="268" y="3927"/>
                  <a:pt x="600" y="3927"/>
                </a:cubicBezTo>
                <a:lnTo>
                  <a:pt x="1200" y="3927"/>
                </a:lnTo>
                <a:lnTo>
                  <a:pt x="1200" y="5891"/>
                </a:lnTo>
                <a:lnTo>
                  <a:pt x="600" y="5891"/>
                </a:lnTo>
                <a:cubicBezTo>
                  <a:pt x="268" y="5891"/>
                  <a:pt x="0" y="6111"/>
                  <a:pt x="0" y="6382"/>
                </a:cubicBezTo>
                <a:cubicBezTo>
                  <a:pt x="0" y="6653"/>
                  <a:pt x="268" y="6873"/>
                  <a:pt x="600" y="6873"/>
                </a:cubicBezTo>
                <a:lnTo>
                  <a:pt x="1200" y="6873"/>
                </a:lnTo>
                <a:lnTo>
                  <a:pt x="1200" y="8836"/>
                </a:lnTo>
                <a:lnTo>
                  <a:pt x="600" y="8836"/>
                </a:lnTo>
                <a:cubicBezTo>
                  <a:pt x="268" y="8836"/>
                  <a:pt x="0" y="9056"/>
                  <a:pt x="0" y="9327"/>
                </a:cubicBezTo>
                <a:cubicBezTo>
                  <a:pt x="0" y="9599"/>
                  <a:pt x="268" y="9818"/>
                  <a:pt x="600" y="9818"/>
                </a:cubicBezTo>
                <a:lnTo>
                  <a:pt x="1200" y="9818"/>
                </a:lnTo>
                <a:lnTo>
                  <a:pt x="1200" y="11782"/>
                </a:lnTo>
                <a:lnTo>
                  <a:pt x="600" y="11782"/>
                </a:lnTo>
                <a:cubicBezTo>
                  <a:pt x="268" y="11782"/>
                  <a:pt x="0" y="12002"/>
                  <a:pt x="0" y="12273"/>
                </a:cubicBezTo>
                <a:cubicBezTo>
                  <a:pt x="0" y="12544"/>
                  <a:pt x="268" y="12764"/>
                  <a:pt x="600" y="12764"/>
                </a:cubicBezTo>
                <a:lnTo>
                  <a:pt x="1200" y="12764"/>
                </a:lnTo>
                <a:lnTo>
                  <a:pt x="1200" y="14727"/>
                </a:lnTo>
                <a:lnTo>
                  <a:pt x="600" y="14727"/>
                </a:lnTo>
                <a:cubicBezTo>
                  <a:pt x="268" y="14727"/>
                  <a:pt x="0" y="14947"/>
                  <a:pt x="0" y="15218"/>
                </a:cubicBezTo>
                <a:cubicBezTo>
                  <a:pt x="0" y="15490"/>
                  <a:pt x="268" y="15709"/>
                  <a:pt x="600" y="15709"/>
                </a:cubicBezTo>
                <a:lnTo>
                  <a:pt x="1200" y="15709"/>
                </a:lnTo>
                <a:lnTo>
                  <a:pt x="1200" y="17673"/>
                </a:lnTo>
                <a:lnTo>
                  <a:pt x="600" y="17673"/>
                </a:lnTo>
                <a:cubicBezTo>
                  <a:pt x="268" y="17673"/>
                  <a:pt x="0" y="17893"/>
                  <a:pt x="0" y="18164"/>
                </a:cubicBezTo>
                <a:cubicBezTo>
                  <a:pt x="0" y="18435"/>
                  <a:pt x="268" y="18655"/>
                  <a:pt x="600" y="18655"/>
                </a:cubicBezTo>
                <a:lnTo>
                  <a:pt x="1200" y="18655"/>
                </a:lnTo>
                <a:lnTo>
                  <a:pt x="1200" y="19636"/>
                </a:lnTo>
                <a:cubicBezTo>
                  <a:pt x="1200" y="20721"/>
                  <a:pt x="2275" y="21600"/>
                  <a:pt x="3600" y="21600"/>
                </a:cubicBezTo>
                <a:lnTo>
                  <a:pt x="19200" y="21600"/>
                </a:lnTo>
                <a:cubicBezTo>
                  <a:pt x="20525" y="21600"/>
                  <a:pt x="21600" y="20721"/>
                  <a:pt x="21600" y="19636"/>
                </a:cubicBezTo>
                <a:lnTo>
                  <a:pt x="21600" y="1964"/>
                </a:lnTo>
                <a:cubicBezTo>
                  <a:pt x="21600" y="879"/>
                  <a:pt x="20525" y="0"/>
                  <a:pt x="19200" y="0"/>
                </a:cubicBezTo>
              </a:path>
            </a:pathLst>
          </a:custGeom>
          <a:solidFill>
            <a:schemeClr val="tx1"/>
          </a:solidFill>
          <a:ln w="12700">
            <a:miter lim="400000"/>
          </a:ln>
        </p:spPr>
        <p:txBody>
          <a:bodyPr lIns="14284" tIns="14284" rIns="14284" bIns="14284" anchor="ctr"/>
          <a:lstStyle/>
          <a:p>
            <a:pPr defTabSz="171399" eaLnBrk="1" hangingPunct="1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1125">
              <a:effectLst>
                <a:outerShdw blurRad="38100" dist="12700" dir="5400000" rotWithShape="0">
                  <a:srgbClr val="000000">
                    <a:alpha val="50000"/>
                  </a:srgbClr>
                </a:outerShdw>
              </a:effectLst>
              <a:latin typeface="Gill Sans"/>
              <a:ea typeface="Calibri" charset="0"/>
              <a:cs typeface="Calibri" charset="0"/>
              <a:sym typeface="Gill Sans"/>
            </a:endParaRPr>
          </a:p>
        </p:txBody>
      </p:sp>
      <p:sp>
        <p:nvSpPr>
          <p:cNvPr id="5" name="Shape 2532"/>
          <p:cNvSpPr/>
          <p:nvPr userDrawn="1"/>
        </p:nvSpPr>
        <p:spPr>
          <a:xfrm>
            <a:off x="1675666" y="1315037"/>
            <a:ext cx="171450" cy="209550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4400" y="5891"/>
                </a:moveTo>
                <a:lnTo>
                  <a:pt x="14400" y="982"/>
                </a:lnTo>
                <a:lnTo>
                  <a:pt x="15000" y="982"/>
                </a:lnTo>
                <a:lnTo>
                  <a:pt x="20400" y="5891"/>
                </a:lnTo>
                <a:cubicBezTo>
                  <a:pt x="20400" y="5891"/>
                  <a:pt x="14400" y="5891"/>
                  <a:pt x="14400" y="5891"/>
                </a:cubicBezTo>
                <a:close/>
                <a:moveTo>
                  <a:pt x="20400" y="19636"/>
                </a:moveTo>
                <a:cubicBezTo>
                  <a:pt x="20400" y="20179"/>
                  <a:pt x="19862" y="20618"/>
                  <a:pt x="19200" y="20618"/>
                </a:cubicBezTo>
                <a:lnTo>
                  <a:pt x="2400" y="20618"/>
                </a:lnTo>
                <a:cubicBezTo>
                  <a:pt x="1737" y="20618"/>
                  <a:pt x="1200" y="20179"/>
                  <a:pt x="1200" y="19636"/>
                </a:cubicBezTo>
                <a:lnTo>
                  <a:pt x="1200" y="1964"/>
                </a:lnTo>
                <a:cubicBezTo>
                  <a:pt x="1200" y="1422"/>
                  <a:pt x="1737" y="982"/>
                  <a:pt x="2400" y="982"/>
                </a:cubicBezTo>
                <a:lnTo>
                  <a:pt x="13200" y="982"/>
                </a:lnTo>
                <a:lnTo>
                  <a:pt x="13200" y="5891"/>
                </a:lnTo>
                <a:cubicBezTo>
                  <a:pt x="13200" y="6433"/>
                  <a:pt x="13738" y="6873"/>
                  <a:pt x="14400" y="6873"/>
                </a:cubicBezTo>
                <a:lnTo>
                  <a:pt x="20400" y="6873"/>
                </a:lnTo>
                <a:cubicBezTo>
                  <a:pt x="20400" y="6873"/>
                  <a:pt x="20400" y="19636"/>
                  <a:pt x="20400" y="19636"/>
                </a:cubicBezTo>
                <a:close/>
                <a:moveTo>
                  <a:pt x="15600" y="0"/>
                </a:moveTo>
                <a:lnTo>
                  <a:pt x="2400" y="0"/>
                </a:lnTo>
                <a:cubicBezTo>
                  <a:pt x="1075" y="0"/>
                  <a:pt x="0" y="879"/>
                  <a:pt x="0" y="1964"/>
                </a:cubicBezTo>
                <a:lnTo>
                  <a:pt x="0" y="19636"/>
                </a:lnTo>
                <a:cubicBezTo>
                  <a:pt x="0" y="20721"/>
                  <a:pt x="1075" y="21600"/>
                  <a:pt x="2400" y="21600"/>
                </a:cubicBezTo>
                <a:lnTo>
                  <a:pt x="19200" y="21600"/>
                </a:lnTo>
                <a:cubicBezTo>
                  <a:pt x="20525" y="21600"/>
                  <a:pt x="21600" y="20721"/>
                  <a:pt x="21600" y="19636"/>
                </a:cubicBezTo>
                <a:lnTo>
                  <a:pt x="21600" y="5400"/>
                </a:lnTo>
                <a:cubicBezTo>
                  <a:pt x="21600" y="5400"/>
                  <a:pt x="15600" y="0"/>
                  <a:pt x="15600" y="0"/>
                </a:cubicBezTo>
                <a:close/>
                <a:moveTo>
                  <a:pt x="4800" y="8836"/>
                </a:moveTo>
                <a:cubicBezTo>
                  <a:pt x="4800" y="9108"/>
                  <a:pt x="5068" y="9327"/>
                  <a:pt x="5400" y="9327"/>
                </a:cubicBezTo>
                <a:lnTo>
                  <a:pt x="16200" y="9327"/>
                </a:lnTo>
                <a:cubicBezTo>
                  <a:pt x="16532" y="9327"/>
                  <a:pt x="16800" y="9108"/>
                  <a:pt x="16800" y="8836"/>
                </a:cubicBezTo>
                <a:cubicBezTo>
                  <a:pt x="16800" y="8566"/>
                  <a:pt x="16532" y="8345"/>
                  <a:pt x="16200" y="8345"/>
                </a:cubicBezTo>
                <a:lnTo>
                  <a:pt x="5400" y="8345"/>
                </a:lnTo>
                <a:cubicBezTo>
                  <a:pt x="5068" y="8345"/>
                  <a:pt x="4800" y="8566"/>
                  <a:pt x="4800" y="8836"/>
                </a:cubicBezTo>
                <a:moveTo>
                  <a:pt x="16200" y="12273"/>
                </a:moveTo>
                <a:lnTo>
                  <a:pt x="5400" y="12273"/>
                </a:lnTo>
                <a:cubicBezTo>
                  <a:pt x="5068" y="12273"/>
                  <a:pt x="4800" y="12493"/>
                  <a:pt x="4800" y="12764"/>
                </a:cubicBezTo>
                <a:cubicBezTo>
                  <a:pt x="4800" y="13035"/>
                  <a:pt x="5068" y="13255"/>
                  <a:pt x="5400" y="13255"/>
                </a:cubicBezTo>
                <a:lnTo>
                  <a:pt x="16200" y="13255"/>
                </a:lnTo>
                <a:cubicBezTo>
                  <a:pt x="16532" y="13255"/>
                  <a:pt x="16800" y="13035"/>
                  <a:pt x="16800" y="12764"/>
                </a:cubicBezTo>
                <a:cubicBezTo>
                  <a:pt x="16800" y="12493"/>
                  <a:pt x="16532" y="12273"/>
                  <a:pt x="16200" y="12273"/>
                </a:cubicBezTo>
                <a:moveTo>
                  <a:pt x="5400" y="5400"/>
                </a:moveTo>
                <a:lnTo>
                  <a:pt x="8400" y="5400"/>
                </a:lnTo>
                <a:cubicBezTo>
                  <a:pt x="8732" y="5400"/>
                  <a:pt x="9000" y="5181"/>
                  <a:pt x="9000" y="4909"/>
                </a:cubicBezTo>
                <a:cubicBezTo>
                  <a:pt x="9000" y="4638"/>
                  <a:pt x="8732" y="4418"/>
                  <a:pt x="8400" y="4418"/>
                </a:cubicBezTo>
                <a:lnTo>
                  <a:pt x="5400" y="4418"/>
                </a:lnTo>
                <a:cubicBezTo>
                  <a:pt x="5068" y="4418"/>
                  <a:pt x="4800" y="4638"/>
                  <a:pt x="4800" y="4909"/>
                </a:cubicBezTo>
                <a:cubicBezTo>
                  <a:pt x="4800" y="5181"/>
                  <a:pt x="5068" y="5400"/>
                  <a:pt x="5400" y="5400"/>
                </a:cubicBezTo>
                <a:moveTo>
                  <a:pt x="12600" y="16200"/>
                </a:moveTo>
                <a:lnTo>
                  <a:pt x="5400" y="16200"/>
                </a:lnTo>
                <a:cubicBezTo>
                  <a:pt x="5068" y="16200"/>
                  <a:pt x="4800" y="16420"/>
                  <a:pt x="4800" y="16691"/>
                </a:cubicBezTo>
                <a:cubicBezTo>
                  <a:pt x="4800" y="16962"/>
                  <a:pt x="5068" y="17182"/>
                  <a:pt x="5400" y="17182"/>
                </a:cubicBezTo>
                <a:lnTo>
                  <a:pt x="12600" y="17182"/>
                </a:lnTo>
                <a:cubicBezTo>
                  <a:pt x="12932" y="17182"/>
                  <a:pt x="13200" y="16962"/>
                  <a:pt x="13200" y="16691"/>
                </a:cubicBezTo>
                <a:cubicBezTo>
                  <a:pt x="13200" y="16420"/>
                  <a:pt x="12932" y="16200"/>
                  <a:pt x="12600" y="16200"/>
                </a:cubicBezTo>
              </a:path>
            </a:pathLst>
          </a:custGeom>
          <a:solidFill>
            <a:schemeClr val="tx1"/>
          </a:solidFill>
          <a:ln w="12700">
            <a:miter lim="400000"/>
          </a:ln>
        </p:spPr>
        <p:txBody>
          <a:bodyPr lIns="14284" tIns="14284" rIns="14284" bIns="14284" anchor="ctr"/>
          <a:lstStyle/>
          <a:p>
            <a:pPr defTabSz="171399" eaLnBrk="1" hangingPunct="1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1125">
              <a:effectLst>
                <a:outerShdw blurRad="38100" dist="12700" dir="5400000" rotWithShape="0">
                  <a:srgbClr val="000000">
                    <a:alpha val="50000"/>
                  </a:srgbClr>
                </a:outerShdw>
              </a:effectLst>
              <a:latin typeface="Gill Sans"/>
              <a:ea typeface="Calibri" charset="0"/>
              <a:cs typeface="Calibri" charset="0"/>
              <a:sym typeface="Gill Sans"/>
            </a:endParaRPr>
          </a:p>
        </p:txBody>
      </p:sp>
      <p:sp>
        <p:nvSpPr>
          <p:cNvPr id="6" name="Shape 2538"/>
          <p:cNvSpPr/>
          <p:nvPr userDrawn="1"/>
        </p:nvSpPr>
        <p:spPr>
          <a:xfrm>
            <a:off x="1279521" y="1315037"/>
            <a:ext cx="171450" cy="209550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20400" y="5891"/>
                </a:moveTo>
                <a:lnTo>
                  <a:pt x="1200" y="5891"/>
                </a:lnTo>
                <a:lnTo>
                  <a:pt x="1200" y="3927"/>
                </a:lnTo>
                <a:lnTo>
                  <a:pt x="6000" y="3927"/>
                </a:lnTo>
                <a:cubicBezTo>
                  <a:pt x="6000" y="4469"/>
                  <a:pt x="6538" y="4909"/>
                  <a:pt x="7200" y="4909"/>
                </a:cubicBezTo>
                <a:lnTo>
                  <a:pt x="14400" y="4909"/>
                </a:lnTo>
                <a:cubicBezTo>
                  <a:pt x="15062" y="4909"/>
                  <a:pt x="15600" y="4469"/>
                  <a:pt x="15600" y="3927"/>
                </a:cubicBezTo>
                <a:lnTo>
                  <a:pt x="20400" y="3927"/>
                </a:lnTo>
                <a:cubicBezTo>
                  <a:pt x="20400" y="3927"/>
                  <a:pt x="20400" y="5891"/>
                  <a:pt x="20400" y="5891"/>
                </a:cubicBezTo>
                <a:close/>
                <a:moveTo>
                  <a:pt x="20400" y="20618"/>
                </a:moveTo>
                <a:lnTo>
                  <a:pt x="1200" y="20618"/>
                </a:lnTo>
                <a:lnTo>
                  <a:pt x="1200" y="6873"/>
                </a:lnTo>
                <a:lnTo>
                  <a:pt x="20400" y="6873"/>
                </a:lnTo>
                <a:cubicBezTo>
                  <a:pt x="20400" y="6873"/>
                  <a:pt x="20400" y="20618"/>
                  <a:pt x="20400" y="20618"/>
                </a:cubicBezTo>
                <a:close/>
                <a:moveTo>
                  <a:pt x="7200" y="1964"/>
                </a:moveTo>
                <a:lnTo>
                  <a:pt x="14400" y="1964"/>
                </a:lnTo>
                <a:lnTo>
                  <a:pt x="14400" y="3927"/>
                </a:lnTo>
                <a:lnTo>
                  <a:pt x="7200" y="3927"/>
                </a:lnTo>
                <a:cubicBezTo>
                  <a:pt x="7200" y="3927"/>
                  <a:pt x="7200" y="1964"/>
                  <a:pt x="7200" y="1964"/>
                </a:cubicBezTo>
                <a:close/>
                <a:moveTo>
                  <a:pt x="20400" y="2945"/>
                </a:moveTo>
                <a:lnTo>
                  <a:pt x="15600" y="2945"/>
                </a:lnTo>
                <a:lnTo>
                  <a:pt x="15600" y="1964"/>
                </a:lnTo>
                <a:cubicBezTo>
                  <a:pt x="15600" y="1422"/>
                  <a:pt x="15062" y="982"/>
                  <a:pt x="14400" y="982"/>
                </a:cubicBezTo>
                <a:lnTo>
                  <a:pt x="12000" y="982"/>
                </a:lnTo>
                <a:cubicBezTo>
                  <a:pt x="12000" y="440"/>
                  <a:pt x="11462" y="0"/>
                  <a:pt x="10800" y="0"/>
                </a:cubicBezTo>
                <a:cubicBezTo>
                  <a:pt x="10138" y="0"/>
                  <a:pt x="9600" y="440"/>
                  <a:pt x="9600" y="982"/>
                </a:cubicBezTo>
                <a:lnTo>
                  <a:pt x="7200" y="982"/>
                </a:lnTo>
                <a:cubicBezTo>
                  <a:pt x="6538" y="982"/>
                  <a:pt x="6000" y="1422"/>
                  <a:pt x="6000" y="1964"/>
                </a:cubicBezTo>
                <a:lnTo>
                  <a:pt x="6000" y="2945"/>
                </a:lnTo>
                <a:lnTo>
                  <a:pt x="1200" y="2945"/>
                </a:lnTo>
                <a:cubicBezTo>
                  <a:pt x="538" y="2945"/>
                  <a:pt x="0" y="3386"/>
                  <a:pt x="0" y="3927"/>
                </a:cubicBezTo>
                <a:lnTo>
                  <a:pt x="0" y="20618"/>
                </a:lnTo>
                <a:cubicBezTo>
                  <a:pt x="0" y="21160"/>
                  <a:pt x="538" y="21600"/>
                  <a:pt x="1200" y="21600"/>
                </a:cubicBezTo>
                <a:lnTo>
                  <a:pt x="20400" y="21600"/>
                </a:lnTo>
                <a:cubicBezTo>
                  <a:pt x="21062" y="21600"/>
                  <a:pt x="21600" y="21160"/>
                  <a:pt x="21600" y="20618"/>
                </a:cubicBezTo>
                <a:lnTo>
                  <a:pt x="21600" y="3927"/>
                </a:lnTo>
                <a:cubicBezTo>
                  <a:pt x="21600" y="3386"/>
                  <a:pt x="21062" y="2945"/>
                  <a:pt x="20400" y="2945"/>
                </a:cubicBezTo>
                <a:moveTo>
                  <a:pt x="4200" y="16691"/>
                </a:moveTo>
                <a:lnTo>
                  <a:pt x="15000" y="16691"/>
                </a:lnTo>
                <a:cubicBezTo>
                  <a:pt x="15331" y="16691"/>
                  <a:pt x="15600" y="16472"/>
                  <a:pt x="15600" y="16200"/>
                </a:cubicBezTo>
                <a:cubicBezTo>
                  <a:pt x="15600" y="15929"/>
                  <a:pt x="15331" y="15709"/>
                  <a:pt x="15000" y="15709"/>
                </a:cubicBezTo>
                <a:lnTo>
                  <a:pt x="4200" y="15709"/>
                </a:lnTo>
                <a:cubicBezTo>
                  <a:pt x="3869" y="15709"/>
                  <a:pt x="3600" y="15929"/>
                  <a:pt x="3600" y="16200"/>
                </a:cubicBezTo>
                <a:cubicBezTo>
                  <a:pt x="3600" y="16472"/>
                  <a:pt x="3869" y="16691"/>
                  <a:pt x="4200" y="16691"/>
                </a:cubicBezTo>
                <a:moveTo>
                  <a:pt x="4200" y="13745"/>
                </a:moveTo>
                <a:lnTo>
                  <a:pt x="17400" y="13745"/>
                </a:lnTo>
                <a:cubicBezTo>
                  <a:pt x="17731" y="13745"/>
                  <a:pt x="18000" y="13526"/>
                  <a:pt x="18000" y="13255"/>
                </a:cubicBezTo>
                <a:cubicBezTo>
                  <a:pt x="18000" y="12984"/>
                  <a:pt x="17731" y="12764"/>
                  <a:pt x="17400" y="12764"/>
                </a:cubicBezTo>
                <a:lnTo>
                  <a:pt x="4200" y="12764"/>
                </a:lnTo>
                <a:cubicBezTo>
                  <a:pt x="3869" y="12764"/>
                  <a:pt x="3600" y="12984"/>
                  <a:pt x="3600" y="13255"/>
                </a:cubicBezTo>
                <a:cubicBezTo>
                  <a:pt x="3600" y="13526"/>
                  <a:pt x="3869" y="13745"/>
                  <a:pt x="4200" y="13745"/>
                </a:cubicBezTo>
                <a:moveTo>
                  <a:pt x="4200" y="10800"/>
                </a:moveTo>
                <a:lnTo>
                  <a:pt x="11400" y="10800"/>
                </a:lnTo>
                <a:cubicBezTo>
                  <a:pt x="11731" y="10800"/>
                  <a:pt x="12000" y="10581"/>
                  <a:pt x="12000" y="10309"/>
                </a:cubicBezTo>
                <a:cubicBezTo>
                  <a:pt x="12000" y="10038"/>
                  <a:pt x="11731" y="9818"/>
                  <a:pt x="11400" y="9818"/>
                </a:cubicBezTo>
                <a:lnTo>
                  <a:pt x="4200" y="9818"/>
                </a:lnTo>
                <a:cubicBezTo>
                  <a:pt x="3869" y="9818"/>
                  <a:pt x="3600" y="10038"/>
                  <a:pt x="3600" y="10309"/>
                </a:cubicBezTo>
                <a:cubicBezTo>
                  <a:pt x="3600" y="10581"/>
                  <a:pt x="3869" y="10800"/>
                  <a:pt x="4200" y="10800"/>
                </a:cubicBezTo>
              </a:path>
            </a:pathLst>
          </a:custGeom>
          <a:solidFill>
            <a:schemeClr val="tx1"/>
          </a:solidFill>
          <a:ln w="12700">
            <a:miter lim="400000"/>
          </a:ln>
        </p:spPr>
        <p:txBody>
          <a:bodyPr lIns="14284" tIns="14284" rIns="14284" bIns="14284" anchor="ctr"/>
          <a:lstStyle/>
          <a:p>
            <a:pPr defTabSz="171399" eaLnBrk="1" hangingPunct="1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1125">
              <a:effectLst>
                <a:outerShdw blurRad="38100" dist="12700" dir="5400000" rotWithShape="0">
                  <a:srgbClr val="000000">
                    <a:alpha val="50000"/>
                  </a:srgbClr>
                </a:outerShdw>
              </a:effectLst>
              <a:latin typeface="Gill Sans"/>
              <a:ea typeface="Calibri" charset="0"/>
              <a:cs typeface="Calibri" charset="0"/>
              <a:sym typeface="Gill Sans"/>
            </a:endParaRPr>
          </a:p>
        </p:txBody>
      </p:sp>
      <p:sp>
        <p:nvSpPr>
          <p:cNvPr id="7" name="Shape 2539"/>
          <p:cNvSpPr/>
          <p:nvPr userDrawn="1"/>
        </p:nvSpPr>
        <p:spPr>
          <a:xfrm>
            <a:off x="1701119" y="894686"/>
            <a:ext cx="209550" cy="142875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21600" y="720"/>
                </a:moveTo>
                <a:cubicBezTo>
                  <a:pt x="21600" y="323"/>
                  <a:pt x="21380" y="0"/>
                  <a:pt x="21109" y="0"/>
                </a:cubicBezTo>
                <a:cubicBezTo>
                  <a:pt x="20969" y="0"/>
                  <a:pt x="20845" y="88"/>
                  <a:pt x="20756" y="226"/>
                </a:cubicBezTo>
                <a:lnTo>
                  <a:pt x="20754" y="223"/>
                </a:lnTo>
                <a:lnTo>
                  <a:pt x="7848" y="19853"/>
                </a:lnTo>
                <a:lnTo>
                  <a:pt x="838" y="9571"/>
                </a:lnTo>
                <a:cubicBezTo>
                  <a:pt x="749" y="9441"/>
                  <a:pt x="626" y="9360"/>
                  <a:pt x="491" y="9360"/>
                </a:cubicBezTo>
                <a:cubicBezTo>
                  <a:pt x="220" y="9360"/>
                  <a:pt x="0" y="9683"/>
                  <a:pt x="0" y="10080"/>
                </a:cubicBezTo>
                <a:cubicBezTo>
                  <a:pt x="0" y="10279"/>
                  <a:pt x="55" y="10459"/>
                  <a:pt x="144" y="10589"/>
                </a:cubicBezTo>
                <a:lnTo>
                  <a:pt x="7507" y="21390"/>
                </a:lnTo>
                <a:cubicBezTo>
                  <a:pt x="7596" y="21520"/>
                  <a:pt x="7719" y="21600"/>
                  <a:pt x="7855" y="21600"/>
                </a:cubicBezTo>
                <a:cubicBezTo>
                  <a:pt x="7995" y="21600"/>
                  <a:pt x="8119" y="21513"/>
                  <a:pt x="8208" y="21376"/>
                </a:cubicBezTo>
                <a:lnTo>
                  <a:pt x="8210" y="21377"/>
                </a:lnTo>
                <a:lnTo>
                  <a:pt x="21465" y="1217"/>
                </a:lnTo>
                <a:lnTo>
                  <a:pt x="21462" y="1215"/>
                </a:lnTo>
                <a:cubicBezTo>
                  <a:pt x="21547" y="1087"/>
                  <a:pt x="21600" y="913"/>
                  <a:pt x="21600" y="720"/>
                </a:cubicBezTo>
              </a:path>
            </a:pathLst>
          </a:custGeom>
          <a:solidFill>
            <a:schemeClr val="tx1"/>
          </a:solidFill>
          <a:ln w="12700">
            <a:miter lim="400000"/>
          </a:ln>
        </p:spPr>
        <p:txBody>
          <a:bodyPr lIns="14284" tIns="14284" rIns="14284" bIns="14284" anchor="ctr"/>
          <a:lstStyle/>
          <a:p>
            <a:pPr defTabSz="171399" eaLnBrk="1" hangingPunct="1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1125">
              <a:effectLst>
                <a:outerShdw blurRad="38100" dist="12700" dir="5400000" rotWithShape="0">
                  <a:srgbClr val="000000">
                    <a:alpha val="50000"/>
                  </a:srgbClr>
                </a:outerShdw>
              </a:effectLst>
              <a:latin typeface="Gill Sans"/>
              <a:ea typeface="Calibri" charset="0"/>
              <a:cs typeface="Calibri" charset="0"/>
              <a:sym typeface="Gill Sans"/>
            </a:endParaRPr>
          </a:p>
        </p:txBody>
      </p:sp>
      <p:sp>
        <p:nvSpPr>
          <p:cNvPr id="8" name="Shape 2540"/>
          <p:cNvSpPr/>
          <p:nvPr userDrawn="1"/>
        </p:nvSpPr>
        <p:spPr>
          <a:xfrm>
            <a:off x="2528949" y="861348"/>
            <a:ext cx="209550" cy="209550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20732" y="6661"/>
                </a:moveTo>
                <a:cubicBezTo>
                  <a:pt x="20540" y="6471"/>
                  <a:pt x="20228" y="6473"/>
                  <a:pt x="20038" y="6667"/>
                </a:cubicBezTo>
                <a:cubicBezTo>
                  <a:pt x="19903" y="6804"/>
                  <a:pt x="19870" y="7000"/>
                  <a:pt x="19929" y="7171"/>
                </a:cubicBezTo>
                <a:lnTo>
                  <a:pt x="19918" y="7175"/>
                </a:lnTo>
                <a:cubicBezTo>
                  <a:pt x="20365" y="8298"/>
                  <a:pt x="20618" y="9518"/>
                  <a:pt x="20618" y="10800"/>
                </a:cubicBezTo>
                <a:cubicBezTo>
                  <a:pt x="20618" y="16223"/>
                  <a:pt x="16223" y="20618"/>
                  <a:pt x="10800" y="20618"/>
                </a:cubicBezTo>
                <a:cubicBezTo>
                  <a:pt x="5378" y="20618"/>
                  <a:pt x="982" y="16223"/>
                  <a:pt x="982" y="10800"/>
                </a:cubicBezTo>
                <a:cubicBezTo>
                  <a:pt x="982" y="5377"/>
                  <a:pt x="5378" y="982"/>
                  <a:pt x="10800" y="982"/>
                </a:cubicBezTo>
                <a:cubicBezTo>
                  <a:pt x="13575" y="982"/>
                  <a:pt x="16077" y="2136"/>
                  <a:pt x="17862" y="3989"/>
                </a:cubicBezTo>
                <a:lnTo>
                  <a:pt x="17868" y="3982"/>
                </a:lnTo>
                <a:cubicBezTo>
                  <a:pt x="18062" y="4157"/>
                  <a:pt x="18359" y="4153"/>
                  <a:pt x="18544" y="3965"/>
                </a:cubicBezTo>
                <a:cubicBezTo>
                  <a:pt x="18734" y="3771"/>
                  <a:pt x="18732" y="3461"/>
                  <a:pt x="18539" y="3270"/>
                </a:cubicBezTo>
                <a:cubicBezTo>
                  <a:pt x="18520" y="3252"/>
                  <a:pt x="18496" y="3244"/>
                  <a:pt x="18476" y="3230"/>
                </a:cubicBezTo>
                <a:cubicBezTo>
                  <a:pt x="16521" y="1241"/>
                  <a:pt x="13810" y="0"/>
                  <a:pt x="10800" y="0"/>
                </a:cubicBezTo>
                <a:cubicBezTo>
                  <a:pt x="4835" y="0"/>
                  <a:pt x="0" y="4835"/>
                  <a:pt x="0" y="10800"/>
                </a:cubicBezTo>
                <a:cubicBezTo>
                  <a:pt x="0" y="16764"/>
                  <a:pt x="4835" y="21600"/>
                  <a:pt x="10800" y="21600"/>
                </a:cubicBezTo>
                <a:cubicBezTo>
                  <a:pt x="16765" y="21600"/>
                  <a:pt x="21600" y="16764"/>
                  <a:pt x="21600" y="10800"/>
                </a:cubicBezTo>
                <a:cubicBezTo>
                  <a:pt x="21600" y="9412"/>
                  <a:pt x="21329" y="8089"/>
                  <a:pt x="20851" y="6869"/>
                </a:cubicBezTo>
                <a:cubicBezTo>
                  <a:pt x="20828" y="6794"/>
                  <a:pt x="20793" y="6721"/>
                  <a:pt x="20732" y="6661"/>
                </a:cubicBezTo>
                <a:moveTo>
                  <a:pt x="10792" y="13534"/>
                </a:moveTo>
                <a:lnTo>
                  <a:pt x="6238" y="8980"/>
                </a:lnTo>
                <a:cubicBezTo>
                  <a:pt x="6149" y="8891"/>
                  <a:pt x="6027" y="8836"/>
                  <a:pt x="5891" y="8836"/>
                </a:cubicBezTo>
                <a:cubicBezTo>
                  <a:pt x="5620" y="8836"/>
                  <a:pt x="5400" y="9056"/>
                  <a:pt x="5400" y="9327"/>
                </a:cubicBezTo>
                <a:cubicBezTo>
                  <a:pt x="5400" y="9463"/>
                  <a:pt x="5455" y="9585"/>
                  <a:pt x="5544" y="9675"/>
                </a:cubicBezTo>
                <a:lnTo>
                  <a:pt x="10453" y="14583"/>
                </a:lnTo>
                <a:cubicBezTo>
                  <a:pt x="10542" y="14672"/>
                  <a:pt x="10664" y="14727"/>
                  <a:pt x="10800" y="14727"/>
                </a:cubicBezTo>
                <a:cubicBezTo>
                  <a:pt x="10940" y="14727"/>
                  <a:pt x="11064" y="14668"/>
                  <a:pt x="11154" y="14574"/>
                </a:cubicBezTo>
                <a:lnTo>
                  <a:pt x="11155" y="14576"/>
                </a:lnTo>
                <a:lnTo>
                  <a:pt x="19353" y="5988"/>
                </a:lnTo>
                <a:cubicBezTo>
                  <a:pt x="19353" y="5989"/>
                  <a:pt x="19354" y="5990"/>
                  <a:pt x="19354" y="5991"/>
                </a:cubicBezTo>
                <a:lnTo>
                  <a:pt x="20055" y="5255"/>
                </a:lnTo>
                <a:cubicBezTo>
                  <a:pt x="20055" y="5255"/>
                  <a:pt x="20054" y="5254"/>
                  <a:pt x="20054" y="5253"/>
                </a:cubicBezTo>
                <a:lnTo>
                  <a:pt x="21464" y="3775"/>
                </a:lnTo>
                <a:lnTo>
                  <a:pt x="21463" y="3774"/>
                </a:lnTo>
                <a:cubicBezTo>
                  <a:pt x="21547" y="3686"/>
                  <a:pt x="21600" y="3567"/>
                  <a:pt x="21600" y="3436"/>
                </a:cubicBezTo>
                <a:cubicBezTo>
                  <a:pt x="21600" y="3166"/>
                  <a:pt x="21380" y="2945"/>
                  <a:pt x="21109" y="2945"/>
                </a:cubicBezTo>
                <a:cubicBezTo>
                  <a:pt x="20969" y="2945"/>
                  <a:pt x="20844" y="3005"/>
                  <a:pt x="20755" y="3099"/>
                </a:cubicBezTo>
                <a:lnTo>
                  <a:pt x="20754" y="3097"/>
                </a:lnTo>
                <a:lnTo>
                  <a:pt x="19493" y="4419"/>
                </a:lnTo>
                <a:cubicBezTo>
                  <a:pt x="19492" y="4418"/>
                  <a:pt x="19491" y="4416"/>
                  <a:pt x="19490" y="4415"/>
                </a:cubicBezTo>
                <a:lnTo>
                  <a:pt x="18805" y="5133"/>
                </a:lnTo>
                <a:cubicBezTo>
                  <a:pt x="18806" y="5134"/>
                  <a:pt x="18807" y="5136"/>
                  <a:pt x="18807" y="5137"/>
                </a:cubicBezTo>
                <a:cubicBezTo>
                  <a:pt x="18807" y="5137"/>
                  <a:pt x="10792" y="13534"/>
                  <a:pt x="10792" y="13534"/>
                </a:cubicBezTo>
                <a:close/>
              </a:path>
            </a:pathLst>
          </a:custGeom>
          <a:solidFill>
            <a:schemeClr val="tx1"/>
          </a:solidFill>
          <a:ln w="12700">
            <a:miter lim="400000"/>
          </a:ln>
        </p:spPr>
        <p:txBody>
          <a:bodyPr lIns="14284" tIns="14284" rIns="14284" bIns="14284" anchor="ctr"/>
          <a:lstStyle/>
          <a:p>
            <a:pPr defTabSz="171399" eaLnBrk="1" hangingPunct="1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1125">
              <a:effectLst>
                <a:outerShdw blurRad="38100" dist="12700" dir="5400000" rotWithShape="0">
                  <a:srgbClr val="000000">
                    <a:alpha val="50000"/>
                  </a:srgbClr>
                </a:outerShdw>
              </a:effectLst>
              <a:latin typeface="Gill Sans"/>
              <a:ea typeface="Calibri" charset="0"/>
              <a:cs typeface="Calibri" charset="0"/>
              <a:sym typeface="Gill Sans"/>
            </a:endParaRPr>
          </a:p>
        </p:txBody>
      </p:sp>
      <p:sp>
        <p:nvSpPr>
          <p:cNvPr id="9" name="Shape 2544"/>
          <p:cNvSpPr/>
          <p:nvPr userDrawn="1"/>
        </p:nvSpPr>
        <p:spPr>
          <a:xfrm>
            <a:off x="3770693" y="1760477"/>
            <a:ext cx="209550" cy="209550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8836" y="8255"/>
                </a:moveTo>
                <a:lnTo>
                  <a:pt x="12837" y="10800"/>
                </a:lnTo>
                <a:lnTo>
                  <a:pt x="8836" y="13345"/>
                </a:lnTo>
                <a:cubicBezTo>
                  <a:pt x="8836" y="13345"/>
                  <a:pt x="8836" y="8255"/>
                  <a:pt x="8836" y="8255"/>
                </a:cubicBezTo>
                <a:close/>
                <a:moveTo>
                  <a:pt x="8345" y="14727"/>
                </a:moveTo>
                <a:cubicBezTo>
                  <a:pt x="8461" y="14727"/>
                  <a:pt x="8564" y="14681"/>
                  <a:pt x="8647" y="14614"/>
                </a:cubicBezTo>
                <a:lnTo>
                  <a:pt x="8652" y="14620"/>
                </a:lnTo>
                <a:lnTo>
                  <a:pt x="14052" y="11184"/>
                </a:lnTo>
                <a:lnTo>
                  <a:pt x="14047" y="11178"/>
                </a:lnTo>
                <a:cubicBezTo>
                  <a:pt x="14160" y="11088"/>
                  <a:pt x="14236" y="10955"/>
                  <a:pt x="14236" y="10800"/>
                </a:cubicBezTo>
                <a:cubicBezTo>
                  <a:pt x="14236" y="10645"/>
                  <a:pt x="14160" y="10512"/>
                  <a:pt x="14047" y="10422"/>
                </a:cubicBezTo>
                <a:lnTo>
                  <a:pt x="14052" y="10417"/>
                </a:lnTo>
                <a:lnTo>
                  <a:pt x="8652" y="6980"/>
                </a:lnTo>
                <a:lnTo>
                  <a:pt x="8647" y="6986"/>
                </a:lnTo>
                <a:cubicBezTo>
                  <a:pt x="8564" y="6919"/>
                  <a:pt x="8461" y="6873"/>
                  <a:pt x="8345" y="6873"/>
                </a:cubicBezTo>
                <a:cubicBezTo>
                  <a:pt x="8074" y="6873"/>
                  <a:pt x="7855" y="7093"/>
                  <a:pt x="7855" y="7364"/>
                </a:cubicBezTo>
                <a:lnTo>
                  <a:pt x="7855" y="14236"/>
                </a:lnTo>
                <a:cubicBezTo>
                  <a:pt x="7855" y="14507"/>
                  <a:pt x="8074" y="14727"/>
                  <a:pt x="8345" y="14727"/>
                </a:cubicBezTo>
                <a:moveTo>
                  <a:pt x="19636" y="18655"/>
                </a:moveTo>
                <a:lnTo>
                  <a:pt x="18655" y="18655"/>
                </a:lnTo>
                <a:lnTo>
                  <a:pt x="18655" y="19636"/>
                </a:lnTo>
                <a:lnTo>
                  <a:pt x="19636" y="19636"/>
                </a:lnTo>
                <a:cubicBezTo>
                  <a:pt x="19636" y="19636"/>
                  <a:pt x="19636" y="18655"/>
                  <a:pt x="19636" y="18655"/>
                </a:cubicBezTo>
                <a:close/>
                <a:moveTo>
                  <a:pt x="19636" y="14727"/>
                </a:moveTo>
                <a:lnTo>
                  <a:pt x="18655" y="14727"/>
                </a:lnTo>
                <a:lnTo>
                  <a:pt x="18655" y="15709"/>
                </a:lnTo>
                <a:lnTo>
                  <a:pt x="19636" y="15709"/>
                </a:lnTo>
                <a:cubicBezTo>
                  <a:pt x="19636" y="15709"/>
                  <a:pt x="19636" y="14727"/>
                  <a:pt x="19636" y="14727"/>
                </a:cubicBezTo>
                <a:close/>
                <a:moveTo>
                  <a:pt x="19636" y="12764"/>
                </a:moveTo>
                <a:lnTo>
                  <a:pt x="18655" y="12764"/>
                </a:lnTo>
                <a:lnTo>
                  <a:pt x="18655" y="13745"/>
                </a:lnTo>
                <a:lnTo>
                  <a:pt x="19636" y="13745"/>
                </a:lnTo>
                <a:cubicBezTo>
                  <a:pt x="19636" y="13745"/>
                  <a:pt x="19636" y="12764"/>
                  <a:pt x="19636" y="12764"/>
                </a:cubicBezTo>
                <a:close/>
                <a:moveTo>
                  <a:pt x="19636" y="16691"/>
                </a:moveTo>
                <a:lnTo>
                  <a:pt x="18655" y="16691"/>
                </a:lnTo>
                <a:lnTo>
                  <a:pt x="18655" y="17673"/>
                </a:lnTo>
                <a:lnTo>
                  <a:pt x="19636" y="17673"/>
                </a:lnTo>
                <a:cubicBezTo>
                  <a:pt x="19636" y="17673"/>
                  <a:pt x="19636" y="16691"/>
                  <a:pt x="19636" y="16691"/>
                </a:cubicBezTo>
                <a:close/>
                <a:moveTo>
                  <a:pt x="18655" y="2945"/>
                </a:moveTo>
                <a:lnTo>
                  <a:pt x="19636" y="2945"/>
                </a:lnTo>
                <a:lnTo>
                  <a:pt x="19636" y="1964"/>
                </a:lnTo>
                <a:lnTo>
                  <a:pt x="18655" y="1964"/>
                </a:lnTo>
                <a:cubicBezTo>
                  <a:pt x="18655" y="1964"/>
                  <a:pt x="18655" y="2945"/>
                  <a:pt x="18655" y="2945"/>
                </a:cubicBezTo>
                <a:close/>
                <a:moveTo>
                  <a:pt x="20618" y="10309"/>
                </a:moveTo>
                <a:lnTo>
                  <a:pt x="17673" y="10309"/>
                </a:lnTo>
                <a:lnTo>
                  <a:pt x="17673" y="982"/>
                </a:lnTo>
                <a:lnTo>
                  <a:pt x="19636" y="982"/>
                </a:lnTo>
                <a:cubicBezTo>
                  <a:pt x="20178" y="982"/>
                  <a:pt x="20618" y="1421"/>
                  <a:pt x="20618" y="1964"/>
                </a:cubicBezTo>
                <a:cubicBezTo>
                  <a:pt x="20618" y="1964"/>
                  <a:pt x="20618" y="10309"/>
                  <a:pt x="20618" y="10309"/>
                </a:cubicBezTo>
                <a:close/>
                <a:moveTo>
                  <a:pt x="20618" y="19636"/>
                </a:moveTo>
                <a:cubicBezTo>
                  <a:pt x="20618" y="20178"/>
                  <a:pt x="20178" y="20618"/>
                  <a:pt x="19636" y="20618"/>
                </a:cubicBezTo>
                <a:lnTo>
                  <a:pt x="17673" y="20618"/>
                </a:lnTo>
                <a:lnTo>
                  <a:pt x="17673" y="11291"/>
                </a:lnTo>
                <a:lnTo>
                  <a:pt x="20618" y="11291"/>
                </a:lnTo>
                <a:cubicBezTo>
                  <a:pt x="20618" y="11291"/>
                  <a:pt x="20618" y="19636"/>
                  <a:pt x="20618" y="19636"/>
                </a:cubicBezTo>
                <a:close/>
                <a:moveTo>
                  <a:pt x="16691" y="20618"/>
                </a:moveTo>
                <a:lnTo>
                  <a:pt x="4909" y="20618"/>
                </a:lnTo>
                <a:lnTo>
                  <a:pt x="4909" y="982"/>
                </a:lnTo>
                <a:lnTo>
                  <a:pt x="16691" y="982"/>
                </a:lnTo>
                <a:cubicBezTo>
                  <a:pt x="16691" y="982"/>
                  <a:pt x="16691" y="20618"/>
                  <a:pt x="16691" y="20618"/>
                </a:cubicBezTo>
                <a:close/>
                <a:moveTo>
                  <a:pt x="3927" y="10309"/>
                </a:moveTo>
                <a:lnTo>
                  <a:pt x="982" y="10309"/>
                </a:lnTo>
                <a:lnTo>
                  <a:pt x="982" y="1964"/>
                </a:lnTo>
                <a:cubicBezTo>
                  <a:pt x="982" y="1421"/>
                  <a:pt x="1422" y="982"/>
                  <a:pt x="1964" y="982"/>
                </a:cubicBezTo>
                <a:lnTo>
                  <a:pt x="3927" y="982"/>
                </a:lnTo>
                <a:cubicBezTo>
                  <a:pt x="3927" y="982"/>
                  <a:pt x="3927" y="10309"/>
                  <a:pt x="3927" y="10309"/>
                </a:cubicBezTo>
                <a:close/>
                <a:moveTo>
                  <a:pt x="3927" y="20618"/>
                </a:moveTo>
                <a:lnTo>
                  <a:pt x="1964" y="20618"/>
                </a:lnTo>
                <a:cubicBezTo>
                  <a:pt x="1422" y="20618"/>
                  <a:pt x="982" y="20178"/>
                  <a:pt x="982" y="19636"/>
                </a:cubicBezTo>
                <a:lnTo>
                  <a:pt x="982" y="11291"/>
                </a:lnTo>
                <a:lnTo>
                  <a:pt x="3927" y="11291"/>
                </a:lnTo>
                <a:cubicBezTo>
                  <a:pt x="3927" y="11291"/>
                  <a:pt x="3927" y="20618"/>
                  <a:pt x="3927" y="20618"/>
                </a:cubicBezTo>
                <a:close/>
                <a:moveTo>
                  <a:pt x="19636" y="0"/>
                </a:moveTo>
                <a:lnTo>
                  <a:pt x="1964" y="0"/>
                </a:lnTo>
                <a:cubicBezTo>
                  <a:pt x="879" y="0"/>
                  <a:pt x="0" y="879"/>
                  <a:pt x="0" y="1964"/>
                </a:cubicBezTo>
                <a:lnTo>
                  <a:pt x="0" y="19636"/>
                </a:lnTo>
                <a:cubicBezTo>
                  <a:pt x="0" y="20721"/>
                  <a:pt x="879" y="21600"/>
                  <a:pt x="1964" y="21600"/>
                </a:cubicBezTo>
                <a:lnTo>
                  <a:pt x="19636" y="21600"/>
                </a:lnTo>
                <a:cubicBezTo>
                  <a:pt x="20721" y="21600"/>
                  <a:pt x="21600" y="20721"/>
                  <a:pt x="21600" y="19636"/>
                </a:cubicBezTo>
                <a:lnTo>
                  <a:pt x="21600" y="1964"/>
                </a:lnTo>
                <a:cubicBezTo>
                  <a:pt x="21600" y="879"/>
                  <a:pt x="20721" y="0"/>
                  <a:pt x="19636" y="0"/>
                </a:cubicBezTo>
                <a:moveTo>
                  <a:pt x="18655" y="8836"/>
                </a:moveTo>
                <a:lnTo>
                  <a:pt x="19636" y="8836"/>
                </a:lnTo>
                <a:lnTo>
                  <a:pt x="19636" y="7855"/>
                </a:lnTo>
                <a:lnTo>
                  <a:pt x="18655" y="7855"/>
                </a:lnTo>
                <a:cubicBezTo>
                  <a:pt x="18655" y="7855"/>
                  <a:pt x="18655" y="8836"/>
                  <a:pt x="18655" y="8836"/>
                </a:cubicBezTo>
                <a:close/>
                <a:moveTo>
                  <a:pt x="18655" y="6873"/>
                </a:moveTo>
                <a:lnTo>
                  <a:pt x="19636" y="6873"/>
                </a:lnTo>
                <a:lnTo>
                  <a:pt x="19636" y="5891"/>
                </a:lnTo>
                <a:lnTo>
                  <a:pt x="18655" y="5891"/>
                </a:lnTo>
                <a:cubicBezTo>
                  <a:pt x="18655" y="5891"/>
                  <a:pt x="18655" y="6873"/>
                  <a:pt x="18655" y="6873"/>
                </a:cubicBezTo>
                <a:close/>
                <a:moveTo>
                  <a:pt x="18655" y="4909"/>
                </a:moveTo>
                <a:lnTo>
                  <a:pt x="19636" y="4909"/>
                </a:lnTo>
                <a:lnTo>
                  <a:pt x="19636" y="3927"/>
                </a:lnTo>
                <a:lnTo>
                  <a:pt x="18655" y="3927"/>
                </a:lnTo>
                <a:cubicBezTo>
                  <a:pt x="18655" y="3927"/>
                  <a:pt x="18655" y="4909"/>
                  <a:pt x="18655" y="4909"/>
                </a:cubicBezTo>
                <a:close/>
                <a:moveTo>
                  <a:pt x="1964" y="2945"/>
                </a:moveTo>
                <a:lnTo>
                  <a:pt x="2945" y="2945"/>
                </a:lnTo>
                <a:lnTo>
                  <a:pt x="2945" y="1964"/>
                </a:lnTo>
                <a:lnTo>
                  <a:pt x="1964" y="1964"/>
                </a:lnTo>
                <a:cubicBezTo>
                  <a:pt x="1964" y="1964"/>
                  <a:pt x="1964" y="2945"/>
                  <a:pt x="1964" y="2945"/>
                </a:cubicBezTo>
                <a:close/>
                <a:moveTo>
                  <a:pt x="1964" y="8836"/>
                </a:moveTo>
                <a:lnTo>
                  <a:pt x="2945" y="8836"/>
                </a:lnTo>
                <a:lnTo>
                  <a:pt x="2945" y="7855"/>
                </a:lnTo>
                <a:lnTo>
                  <a:pt x="1964" y="7855"/>
                </a:lnTo>
                <a:cubicBezTo>
                  <a:pt x="1964" y="7855"/>
                  <a:pt x="1964" y="8836"/>
                  <a:pt x="1964" y="8836"/>
                </a:cubicBezTo>
                <a:close/>
                <a:moveTo>
                  <a:pt x="2945" y="16691"/>
                </a:moveTo>
                <a:lnTo>
                  <a:pt x="1964" y="16691"/>
                </a:lnTo>
                <a:lnTo>
                  <a:pt x="1964" y="17673"/>
                </a:lnTo>
                <a:lnTo>
                  <a:pt x="2945" y="17673"/>
                </a:lnTo>
                <a:cubicBezTo>
                  <a:pt x="2945" y="17673"/>
                  <a:pt x="2945" y="16691"/>
                  <a:pt x="2945" y="16691"/>
                </a:cubicBezTo>
                <a:close/>
                <a:moveTo>
                  <a:pt x="2945" y="12764"/>
                </a:moveTo>
                <a:lnTo>
                  <a:pt x="1964" y="12764"/>
                </a:lnTo>
                <a:lnTo>
                  <a:pt x="1964" y="13745"/>
                </a:lnTo>
                <a:lnTo>
                  <a:pt x="2945" y="13745"/>
                </a:lnTo>
                <a:cubicBezTo>
                  <a:pt x="2945" y="13745"/>
                  <a:pt x="2945" y="12764"/>
                  <a:pt x="2945" y="12764"/>
                </a:cubicBezTo>
                <a:close/>
                <a:moveTo>
                  <a:pt x="2945" y="14727"/>
                </a:moveTo>
                <a:lnTo>
                  <a:pt x="1964" y="14727"/>
                </a:lnTo>
                <a:lnTo>
                  <a:pt x="1964" y="15709"/>
                </a:lnTo>
                <a:lnTo>
                  <a:pt x="2945" y="15709"/>
                </a:lnTo>
                <a:cubicBezTo>
                  <a:pt x="2945" y="15709"/>
                  <a:pt x="2945" y="14727"/>
                  <a:pt x="2945" y="14727"/>
                </a:cubicBezTo>
                <a:close/>
                <a:moveTo>
                  <a:pt x="2945" y="18655"/>
                </a:moveTo>
                <a:lnTo>
                  <a:pt x="1964" y="18655"/>
                </a:lnTo>
                <a:lnTo>
                  <a:pt x="1964" y="19636"/>
                </a:lnTo>
                <a:lnTo>
                  <a:pt x="2945" y="19636"/>
                </a:lnTo>
                <a:cubicBezTo>
                  <a:pt x="2945" y="19636"/>
                  <a:pt x="2945" y="18655"/>
                  <a:pt x="2945" y="18655"/>
                </a:cubicBezTo>
                <a:close/>
                <a:moveTo>
                  <a:pt x="1964" y="6873"/>
                </a:moveTo>
                <a:lnTo>
                  <a:pt x="2945" y="6873"/>
                </a:lnTo>
                <a:lnTo>
                  <a:pt x="2945" y="5891"/>
                </a:lnTo>
                <a:lnTo>
                  <a:pt x="1964" y="5891"/>
                </a:lnTo>
                <a:cubicBezTo>
                  <a:pt x="1964" y="5891"/>
                  <a:pt x="1964" y="6873"/>
                  <a:pt x="1964" y="6873"/>
                </a:cubicBezTo>
                <a:close/>
                <a:moveTo>
                  <a:pt x="1964" y="4909"/>
                </a:moveTo>
                <a:lnTo>
                  <a:pt x="2945" y="4909"/>
                </a:lnTo>
                <a:lnTo>
                  <a:pt x="2945" y="3927"/>
                </a:lnTo>
                <a:lnTo>
                  <a:pt x="1964" y="3927"/>
                </a:lnTo>
                <a:cubicBezTo>
                  <a:pt x="1964" y="3927"/>
                  <a:pt x="1964" y="4909"/>
                  <a:pt x="1964" y="4909"/>
                </a:cubicBezTo>
                <a:close/>
              </a:path>
            </a:pathLst>
          </a:custGeom>
          <a:solidFill>
            <a:schemeClr val="tx1"/>
          </a:solidFill>
          <a:ln w="12700">
            <a:miter lim="400000"/>
          </a:ln>
        </p:spPr>
        <p:txBody>
          <a:bodyPr lIns="14284" tIns="14284" rIns="14284" bIns="14284" anchor="ctr"/>
          <a:lstStyle/>
          <a:p>
            <a:pPr defTabSz="171399" eaLnBrk="1" hangingPunct="1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1125">
              <a:effectLst>
                <a:outerShdw blurRad="38100" dist="12700" dir="5400000" rotWithShape="0">
                  <a:srgbClr val="000000">
                    <a:alpha val="50000"/>
                  </a:srgbClr>
                </a:outerShdw>
              </a:effectLst>
              <a:latin typeface="Gill Sans"/>
              <a:ea typeface="Calibri" charset="0"/>
              <a:cs typeface="Calibri" charset="0"/>
              <a:sym typeface="Gill Sans"/>
            </a:endParaRPr>
          </a:p>
        </p:txBody>
      </p:sp>
      <p:sp>
        <p:nvSpPr>
          <p:cNvPr id="11" name="Shape 2545"/>
          <p:cNvSpPr/>
          <p:nvPr userDrawn="1"/>
        </p:nvSpPr>
        <p:spPr>
          <a:xfrm>
            <a:off x="873289" y="861348"/>
            <a:ext cx="209550" cy="209550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0800" y="20619"/>
                </a:moveTo>
                <a:cubicBezTo>
                  <a:pt x="5377" y="20619"/>
                  <a:pt x="982" y="16223"/>
                  <a:pt x="982" y="10800"/>
                </a:cubicBezTo>
                <a:cubicBezTo>
                  <a:pt x="982" y="5378"/>
                  <a:pt x="5377" y="982"/>
                  <a:pt x="10800" y="982"/>
                </a:cubicBezTo>
                <a:cubicBezTo>
                  <a:pt x="13336" y="982"/>
                  <a:pt x="15638" y="1950"/>
                  <a:pt x="17377" y="3529"/>
                </a:cubicBezTo>
                <a:lnTo>
                  <a:pt x="10453" y="10453"/>
                </a:lnTo>
                <a:cubicBezTo>
                  <a:pt x="10364" y="10542"/>
                  <a:pt x="10309" y="10665"/>
                  <a:pt x="10309" y="10800"/>
                </a:cubicBezTo>
                <a:cubicBezTo>
                  <a:pt x="10309" y="11072"/>
                  <a:pt x="10529" y="11291"/>
                  <a:pt x="10800" y="11291"/>
                </a:cubicBezTo>
                <a:lnTo>
                  <a:pt x="20594" y="11291"/>
                </a:lnTo>
                <a:cubicBezTo>
                  <a:pt x="20336" y="16484"/>
                  <a:pt x="16057" y="20619"/>
                  <a:pt x="10800" y="20619"/>
                </a:cubicBezTo>
                <a:moveTo>
                  <a:pt x="20594" y="10309"/>
                </a:moveTo>
                <a:lnTo>
                  <a:pt x="11985" y="10309"/>
                </a:lnTo>
                <a:lnTo>
                  <a:pt x="18071" y="4223"/>
                </a:lnTo>
                <a:cubicBezTo>
                  <a:pt x="19541" y="5852"/>
                  <a:pt x="20477" y="7971"/>
                  <a:pt x="20594" y="10309"/>
                </a:cubicBezTo>
                <a:moveTo>
                  <a:pt x="10800" y="0"/>
                </a:moveTo>
                <a:cubicBezTo>
                  <a:pt x="4836" y="0"/>
                  <a:pt x="0" y="4836"/>
                  <a:pt x="0" y="10800"/>
                </a:cubicBezTo>
                <a:cubicBezTo>
                  <a:pt x="0" y="16765"/>
                  <a:pt x="4836" y="21600"/>
                  <a:pt x="10800" y="21600"/>
                </a:cubicBezTo>
                <a:cubicBezTo>
                  <a:pt x="16764" y="21600"/>
                  <a:pt x="21600" y="16765"/>
                  <a:pt x="21600" y="10800"/>
                </a:cubicBezTo>
                <a:cubicBezTo>
                  <a:pt x="21600" y="4836"/>
                  <a:pt x="16764" y="0"/>
                  <a:pt x="10800" y="0"/>
                </a:cubicBezTo>
              </a:path>
            </a:pathLst>
          </a:custGeom>
          <a:solidFill>
            <a:schemeClr val="tx1"/>
          </a:solidFill>
          <a:ln w="12700">
            <a:miter lim="400000"/>
          </a:ln>
        </p:spPr>
        <p:txBody>
          <a:bodyPr lIns="14284" tIns="14284" rIns="14284" bIns="14284" anchor="ctr"/>
          <a:lstStyle/>
          <a:p>
            <a:pPr defTabSz="171399" eaLnBrk="1" hangingPunct="1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1125">
              <a:effectLst>
                <a:outerShdw blurRad="38100" dist="12700" dir="5400000" rotWithShape="0">
                  <a:srgbClr val="000000">
                    <a:alpha val="50000"/>
                  </a:srgbClr>
                </a:outerShdw>
              </a:effectLst>
              <a:latin typeface="Gill Sans"/>
              <a:ea typeface="Calibri" charset="0"/>
              <a:cs typeface="Calibri" charset="0"/>
              <a:sym typeface="Gill Sans"/>
            </a:endParaRPr>
          </a:p>
        </p:txBody>
      </p:sp>
      <p:sp>
        <p:nvSpPr>
          <p:cNvPr id="12" name="Shape 2546"/>
          <p:cNvSpPr/>
          <p:nvPr userDrawn="1"/>
        </p:nvSpPr>
        <p:spPr>
          <a:xfrm>
            <a:off x="1287204" y="880398"/>
            <a:ext cx="209550" cy="171450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20618" y="20400"/>
                </a:moveTo>
                <a:lnTo>
                  <a:pt x="18655" y="20400"/>
                </a:lnTo>
                <a:lnTo>
                  <a:pt x="18655" y="1200"/>
                </a:lnTo>
                <a:lnTo>
                  <a:pt x="20618" y="1200"/>
                </a:lnTo>
                <a:cubicBezTo>
                  <a:pt x="20618" y="1200"/>
                  <a:pt x="20618" y="20400"/>
                  <a:pt x="20618" y="20400"/>
                </a:cubicBezTo>
                <a:close/>
                <a:moveTo>
                  <a:pt x="21109" y="0"/>
                </a:moveTo>
                <a:lnTo>
                  <a:pt x="18164" y="0"/>
                </a:lnTo>
                <a:cubicBezTo>
                  <a:pt x="17893" y="0"/>
                  <a:pt x="17673" y="269"/>
                  <a:pt x="17673" y="600"/>
                </a:cubicBezTo>
                <a:lnTo>
                  <a:pt x="17673" y="21000"/>
                </a:lnTo>
                <a:cubicBezTo>
                  <a:pt x="17673" y="21332"/>
                  <a:pt x="17893" y="21600"/>
                  <a:pt x="18164" y="21600"/>
                </a:cubicBezTo>
                <a:lnTo>
                  <a:pt x="21109" y="21600"/>
                </a:lnTo>
                <a:cubicBezTo>
                  <a:pt x="21380" y="21600"/>
                  <a:pt x="21600" y="21332"/>
                  <a:pt x="21600" y="21000"/>
                </a:cubicBezTo>
                <a:lnTo>
                  <a:pt x="21600" y="600"/>
                </a:lnTo>
                <a:cubicBezTo>
                  <a:pt x="21600" y="269"/>
                  <a:pt x="21380" y="0"/>
                  <a:pt x="21109" y="0"/>
                </a:cubicBezTo>
                <a:moveTo>
                  <a:pt x="8836" y="20400"/>
                </a:moveTo>
                <a:lnTo>
                  <a:pt x="6873" y="20400"/>
                </a:lnTo>
                <a:lnTo>
                  <a:pt x="6873" y="3600"/>
                </a:lnTo>
                <a:lnTo>
                  <a:pt x="8836" y="3600"/>
                </a:lnTo>
                <a:cubicBezTo>
                  <a:pt x="8836" y="3600"/>
                  <a:pt x="8836" y="20400"/>
                  <a:pt x="8836" y="20400"/>
                </a:cubicBezTo>
                <a:close/>
                <a:moveTo>
                  <a:pt x="9327" y="2400"/>
                </a:moveTo>
                <a:lnTo>
                  <a:pt x="6382" y="2400"/>
                </a:lnTo>
                <a:cubicBezTo>
                  <a:pt x="6111" y="2400"/>
                  <a:pt x="5891" y="2669"/>
                  <a:pt x="5891" y="3000"/>
                </a:cubicBezTo>
                <a:lnTo>
                  <a:pt x="5891" y="21000"/>
                </a:lnTo>
                <a:cubicBezTo>
                  <a:pt x="5891" y="21332"/>
                  <a:pt x="6111" y="21600"/>
                  <a:pt x="6382" y="21600"/>
                </a:cubicBezTo>
                <a:lnTo>
                  <a:pt x="9327" y="21600"/>
                </a:lnTo>
                <a:cubicBezTo>
                  <a:pt x="9598" y="21600"/>
                  <a:pt x="9818" y="21332"/>
                  <a:pt x="9818" y="21000"/>
                </a:cubicBezTo>
                <a:lnTo>
                  <a:pt x="9818" y="3000"/>
                </a:lnTo>
                <a:cubicBezTo>
                  <a:pt x="9818" y="2669"/>
                  <a:pt x="9598" y="2400"/>
                  <a:pt x="9327" y="2400"/>
                </a:cubicBezTo>
                <a:moveTo>
                  <a:pt x="14727" y="20400"/>
                </a:moveTo>
                <a:lnTo>
                  <a:pt x="12764" y="20400"/>
                </a:lnTo>
                <a:lnTo>
                  <a:pt x="12764" y="10800"/>
                </a:lnTo>
                <a:lnTo>
                  <a:pt x="14727" y="10800"/>
                </a:lnTo>
                <a:cubicBezTo>
                  <a:pt x="14727" y="10800"/>
                  <a:pt x="14727" y="20400"/>
                  <a:pt x="14727" y="20400"/>
                </a:cubicBezTo>
                <a:close/>
                <a:moveTo>
                  <a:pt x="15218" y="9600"/>
                </a:moveTo>
                <a:lnTo>
                  <a:pt x="12273" y="9600"/>
                </a:lnTo>
                <a:cubicBezTo>
                  <a:pt x="12002" y="9600"/>
                  <a:pt x="11782" y="9869"/>
                  <a:pt x="11782" y="10200"/>
                </a:cubicBezTo>
                <a:lnTo>
                  <a:pt x="11782" y="21000"/>
                </a:lnTo>
                <a:cubicBezTo>
                  <a:pt x="11782" y="21332"/>
                  <a:pt x="12002" y="21600"/>
                  <a:pt x="12273" y="21600"/>
                </a:cubicBezTo>
                <a:lnTo>
                  <a:pt x="15218" y="21600"/>
                </a:lnTo>
                <a:cubicBezTo>
                  <a:pt x="15489" y="21600"/>
                  <a:pt x="15709" y="21332"/>
                  <a:pt x="15709" y="21000"/>
                </a:cubicBezTo>
                <a:lnTo>
                  <a:pt x="15709" y="10200"/>
                </a:lnTo>
                <a:cubicBezTo>
                  <a:pt x="15709" y="9869"/>
                  <a:pt x="15489" y="9600"/>
                  <a:pt x="15218" y="9600"/>
                </a:cubicBezTo>
                <a:moveTo>
                  <a:pt x="2945" y="20400"/>
                </a:moveTo>
                <a:lnTo>
                  <a:pt x="982" y="20400"/>
                </a:lnTo>
                <a:lnTo>
                  <a:pt x="982" y="14400"/>
                </a:lnTo>
                <a:lnTo>
                  <a:pt x="2945" y="14400"/>
                </a:lnTo>
                <a:cubicBezTo>
                  <a:pt x="2945" y="14400"/>
                  <a:pt x="2945" y="20400"/>
                  <a:pt x="2945" y="20400"/>
                </a:cubicBezTo>
                <a:close/>
                <a:moveTo>
                  <a:pt x="3436" y="13200"/>
                </a:moveTo>
                <a:lnTo>
                  <a:pt x="491" y="13200"/>
                </a:lnTo>
                <a:cubicBezTo>
                  <a:pt x="220" y="13200"/>
                  <a:pt x="0" y="13469"/>
                  <a:pt x="0" y="13800"/>
                </a:cubicBezTo>
                <a:lnTo>
                  <a:pt x="0" y="21000"/>
                </a:lnTo>
                <a:cubicBezTo>
                  <a:pt x="0" y="21332"/>
                  <a:pt x="220" y="21600"/>
                  <a:pt x="491" y="21600"/>
                </a:cubicBezTo>
                <a:lnTo>
                  <a:pt x="3436" y="21600"/>
                </a:lnTo>
                <a:cubicBezTo>
                  <a:pt x="3707" y="21600"/>
                  <a:pt x="3927" y="21332"/>
                  <a:pt x="3927" y="21000"/>
                </a:cubicBezTo>
                <a:lnTo>
                  <a:pt x="3927" y="13800"/>
                </a:lnTo>
                <a:cubicBezTo>
                  <a:pt x="3927" y="13469"/>
                  <a:pt x="3707" y="13200"/>
                  <a:pt x="3436" y="13200"/>
                </a:cubicBezTo>
              </a:path>
            </a:pathLst>
          </a:custGeom>
          <a:solidFill>
            <a:schemeClr val="tx1"/>
          </a:solidFill>
          <a:ln w="12700">
            <a:miter lim="400000"/>
          </a:ln>
        </p:spPr>
        <p:txBody>
          <a:bodyPr lIns="14284" tIns="14284" rIns="14284" bIns="14284" anchor="ctr"/>
          <a:lstStyle/>
          <a:p>
            <a:pPr defTabSz="171399" eaLnBrk="1" hangingPunct="1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1125">
              <a:effectLst>
                <a:outerShdw blurRad="38100" dist="12700" dir="5400000" rotWithShape="0">
                  <a:srgbClr val="000000">
                    <a:alpha val="50000"/>
                  </a:srgbClr>
                </a:outerShdw>
              </a:effectLst>
              <a:latin typeface="Gill Sans"/>
              <a:ea typeface="Calibri" charset="0"/>
              <a:cs typeface="Calibri" charset="0"/>
              <a:sym typeface="Gill Sans"/>
            </a:endParaRPr>
          </a:p>
        </p:txBody>
      </p:sp>
      <p:sp>
        <p:nvSpPr>
          <p:cNvPr id="13" name="Shape 2551"/>
          <p:cNvSpPr/>
          <p:nvPr userDrawn="1"/>
        </p:nvSpPr>
        <p:spPr>
          <a:xfrm>
            <a:off x="2152154" y="2237973"/>
            <a:ext cx="209550" cy="209550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9755" y="6010"/>
                </a:moveTo>
                <a:lnTo>
                  <a:pt x="18630" y="7136"/>
                </a:lnTo>
                <a:lnTo>
                  <a:pt x="14465" y="2970"/>
                </a:lnTo>
                <a:lnTo>
                  <a:pt x="15590" y="1845"/>
                </a:lnTo>
                <a:cubicBezTo>
                  <a:pt x="15590" y="1845"/>
                  <a:pt x="16391" y="982"/>
                  <a:pt x="17673" y="982"/>
                </a:cubicBezTo>
                <a:cubicBezTo>
                  <a:pt x="19300" y="982"/>
                  <a:pt x="20618" y="2300"/>
                  <a:pt x="20618" y="3927"/>
                </a:cubicBezTo>
                <a:cubicBezTo>
                  <a:pt x="20618" y="4741"/>
                  <a:pt x="20288" y="5477"/>
                  <a:pt x="19755" y="6010"/>
                </a:cubicBezTo>
                <a:moveTo>
                  <a:pt x="7364" y="18402"/>
                </a:moveTo>
                <a:lnTo>
                  <a:pt x="7364" y="14727"/>
                </a:lnTo>
                <a:cubicBezTo>
                  <a:pt x="7364" y="14456"/>
                  <a:pt x="7144" y="14236"/>
                  <a:pt x="6873" y="14236"/>
                </a:cubicBezTo>
                <a:lnTo>
                  <a:pt x="3198" y="14236"/>
                </a:lnTo>
                <a:lnTo>
                  <a:pt x="13770" y="3665"/>
                </a:lnTo>
                <a:lnTo>
                  <a:pt x="17935" y="7830"/>
                </a:lnTo>
                <a:cubicBezTo>
                  <a:pt x="17935" y="7830"/>
                  <a:pt x="7364" y="18402"/>
                  <a:pt x="7364" y="18402"/>
                </a:cubicBezTo>
                <a:close/>
                <a:moveTo>
                  <a:pt x="6382" y="19042"/>
                </a:moveTo>
                <a:lnTo>
                  <a:pt x="2945" y="19845"/>
                </a:lnTo>
                <a:lnTo>
                  <a:pt x="2945" y="18655"/>
                </a:lnTo>
                <a:lnTo>
                  <a:pt x="1755" y="18655"/>
                </a:lnTo>
                <a:lnTo>
                  <a:pt x="2558" y="15218"/>
                </a:lnTo>
                <a:lnTo>
                  <a:pt x="6382" y="15218"/>
                </a:lnTo>
                <a:cubicBezTo>
                  <a:pt x="6382" y="15218"/>
                  <a:pt x="6382" y="19042"/>
                  <a:pt x="6382" y="19042"/>
                </a:cubicBezTo>
                <a:close/>
                <a:moveTo>
                  <a:pt x="17673" y="0"/>
                </a:moveTo>
                <a:cubicBezTo>
                  <a:pt x="16588" y="0"/>
                  <a:pt x="15606" y="439"/>
                  <a:pt x="14896" y="1151"/>
                </a:cubicBezTo>
                <a:lnTo>
                  <a:pt x="1641" y="14405"/>
                </a:lnTo>
                <a:lnTo>
                  <a:pt x="0" y="21600"/>
                </a:lnTo>
                <a:lnTo>
                  <a:pt x="7195" y="19959"/>
                </a:lnTo>
                <a:lnTo>
                  <a:pt x="20449" y="6704"/>
                </a:lnTo>
                <a:cubicBezTo>
                  <a:pt x="21160" y="5994"/>
                  <a:pt x="21600" y="5012"/>
                  <a:pt x="21600" y="3927"/>
                </a:cubicBezTo>
                <a:cubicBezTo>
                  <a:pt x="21600" y="1758"/>
                  <a:pt x="19842" y="0"/>
                  <a:pt x="17673" y="0"/>
                </a:cubicBezTo>
              </a:path>
            </a:pathLst>
          </a:custGeom>
          <a:solidFill>
            <a:schemeClr val="tx1"/>
          </a:solidFill>
          <a:ln w="12700">
            <a:miter lim="400000"/>
          </a:ln>
        </p:spPr>
        <p:txBody>
          <a:bodyPr lIns="14284" tIns="14284" rIns="14284" bIns="14284" anchor="ctr"/>
          <a:lstStyle/>
          <a:p>
            <a:pPr defTabSz="171399" eaLnBrk="1" hangingPunct="1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1125">
              <a:effectLst>
                <a:outerShdw blurRad="38100" dist="12700" dir="5400000" rotWithShape="0">
                  <a:srgbClr val="000000">
                    <a:alpha val="50000"/>
                  </a:srgbClr>
                </a:outerShdw>
              </a:effectLst>
              <a:latin typeface="Gill Sans"/>
              <a:ea typeface="Calibri" charset="0"/>
              <a:cs typeface="Calibri" charset="0"/>
              <a:sym typeface="Gill Sans"/>
            </a:endParaRPr>
          </a:p>
        </p:txBody>
      </p:sp>
      <p:sp>
        <p:nvSpPr>
          <p:cNvPr id="14" name="Shape 2552"/>
          <p:cNvSpPr/>
          <p:nvPr userDrawn="1"/>
        </p:nvSpPr>
        <p:spPr>
          <a:xfrm>
            <a:off x="2902201" y="1324562"/>
            <a:ext cx="209550" cy="190500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0800" y="18360"/>
                </a:moveTo>
                <a:cubicBezTo>
                  <a:pt x="9864" y="18360"/>
                  <a:pt x="8922" y="18237"/>
                  <a:pt x="7998" y="17995"/>
                </a:cubicBezTo>
                <a:cubicBezTo>
                  <a:pt x="7923" y="17975"/>
                  <a:pt x="7846" y="17965"/>
                  <a:pt x="7770" y="17965"/>
                </a:cubicBezTo>
                <a:cubicBezTo>
                  <a:pt x="7646" y="17965"/>
                  <a:pt x="7522" y="17991"/>
                  <a:pt x="7406" y="18043"/>
                </a:cubicBezTo>
                <a:lnTo>
                  <a:pt x="3352" y="19826"/>
                </a:lnTo>
                <a:lnTo>
                  <a:pt x="4013" y="16735"/>
                </a:lnTo>
                <a:cubicBezTo>
                  <a:pt x="4098" y="16339"/>
                  <a:pt x="3972" y="15924"/>
                  <a:pt x="3689" y="15662"/>
                </a:cubicBezTo>
                <a:cubicBezTo>
                  <a:pt x="1944" y="14045"/>
                  <a:pt x="982" y="11934"/>
                  <a:pt x="982" y="9720"/>
                </a:cubicBezTo>
                <a:cubicBezTo>
                  <a:pt x="982" y="4956"/>
                  <a:pt x="5387" y="1080"/>
                  <a:pt x="10800" y="1080"/>
                </a:cubicBezTo>
                <a:cubicBezTo>
                  <a:pt x="16214" y="1080"/>
                  <a:pt x="20618" y="4956"/>
                  <a:pt x="20618" y="9720"/>
                </a:cubicBezTo>
                <a:cubicBezTo>
                  <a:pt x="20618" y="14484"/>
                  <a:pt x="16214" y="18360"/>
                  <a:pt x="10800" y="18360"/>
                </a:cubicBezTo>
                <a:moveTo>
                  <a:pt x="10800" y="0"/>
                </a:moveTo>
                <a:cubicBezTo>
                  <a:pt x="4835" y="0"/>
                  <a:pt x="0" y="4352"/>
                  <a:pt x="0" y="9720"/>
                </a:cubicBezTo>
                <a:cubicBezTo>
                  <a:pt x="0" y="12353"/>
                  <a:pt x="1168" y="14738"/>
                  <a:pt x="3057" y="16488"/>
                </a:cubicBezTo>
                <a:lnTo>
                  <a:pt x="1964" y="21600"/>
                </a:lnTo>
                <a:lnTo>
                  <a:pt x="7770" y="19046"/>
                </a:lnTo>
                <a:cubicBezTo>
                  <a:pt x="8732" y="19298"/>
                  <a:pt x="9747" y="19440"/>
                  <a:pt x="10800" y="19440"/>
                </a:cubicBezTo>
                <a:cubicBezTo>
                  <a:pt x="16765" y="19440"/>
                  <a:pt x="21600" y="15089"/>
                  <a:pt x="21600" y="9720"/>
                </a:cubicBezTo>
                <a:cubicBezTo>
                  <a:pt x="21600" y="4352"/>
                  <a:pt x="16765" y="0"/>
                  <a:pt x="10800" y="0"/>
                </a:cubicBezTo>
              </a:path>
            </a:pathLst>
          </a:custGeom>
          <a:solidFill>
            <a:schemeClr val="tx1"/>
          </a:solidFill>
          <a:ln w="12700">
            <a:miter lim="400000"/>
          </a:ln>
        </p:spPr>
        <p:txBody>
          <a:bodyPr lIns="14284" tIns="14284" rIns="14284" bIns="14284" anchor="ctr"/>
          <a:lstStyle/>
          <a:p>
            <a:pPr defTabSz="171399" eaLnBrk="1" hangingPunct="1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1125">
              <a:effectLst>
                <a:outerShdw blurRad="38100" dist="12700" dir="5400000" rotWithShape="0">
                  <a:srgbClr val="000000">
                    <a:alpha val="50000"/>
                  </a:srgbClr>
                </a:outerShdw>
              </a:effectLst>
              <a:latin typeface="Gill Sans"/>
              <a:ea typeface="Calibri" charset="0"/>
              <a:cs typeface="Calibri" charset="0"/>
              <a:sym typeface="Gill Sans"/>
            </a:endParaRPr>
          </a:p>
        </p:txBody>
      </p:sp>
      <p:sp>
        <p:nvSpPr>
          <p:cNvPr id="15" name="Shape 2553"/>
          <p:cNvSpPr/>
          <p:nvPr userDrawn="1"/>
        </p:nvSpPr>
        <p:spPr>
          <a:xfrm>
            <a:off x="3336446" y="1324562"/>
            <a:ext cx="209550" cy="190500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5709" y="8100"/>
                </a:moveTo>
                <a:cubicBezTo>
                  <a:pt x="14896" y="8100"/>
                  <a:pt x="14236" y="8826"/>
                  <a:pt x="14236" y="9720"/>
                </a:cubicBezTo>
                <a:cubicBezTo>
                  <a:pt x="14236" y="10615"/>
                  <a:pt x="14896" y="11340"/>
                  <a:pt x="15709" y="11340"/>
                </a:cubicBezTo>
                <a:cubicBezTo>
                  <a:pt x="16522" y="11340"/>
                  <a:pt x="17182" y="10615"/>
                  <a:pt x="17182" y="9720"/>
                </a:cubicBezTo>
                <a:cubicBezTo>
                  <a:pt x="17182" y="8826"/>
                  <a:pt x="16522" y="8100"/>
                  <a:pt x="15709" y="8100"/>
                </a:cubicBezTo>
                <a:moveTo>
                  <a:pt x="10800" y="18360"/>
                </a:moveTo>
                <a:cubicBezTo>
                  <a:pt x="9864" y="18360"/>
                  <a:pt x="8922" y="18237"/>
                  <a:pt x="7998" y="17995"/>
                </a:cubicBezTo>
                <a:cubicBezTo>
                  <a:pt x="7923" y="17975"/>
                  <a:pt x="7846" y="17965"/>
                  <a:pt x="7770" y="17965"/>
                </a:cubicBezTo>
                <a:cubicBezTo>
                  <a:pt x="7646" y="17965"/>
                  <a:pt x="7522" y="17991"/>
                  <a:pt x="7406" y="18043"/>
                </a:cubicBezTo>
                <a:lnTo>
                  <a:pt x="3352" y="19826"/>
                </a:lnTo>
                <a:lnTo>
                  <a:pt x="4013" y="16735"/>
                </a:lnTo>
                <a:cubicBezTo>
                  <a:pt x="4098" y="16339"/>
                  <a:pt x="3972" y="15924"/>
                  <a:pt x="3689" y="15662"/>
                </a:cubicBezTo>
                <a:cubicBezTo>
                  <a:pt x="1944" y="14045"/>
                  <a:pt x="982" y="11934"/>
                  <a:pt x="982" y="9720"/>
                </a:cubicBezTo>
                <a:cubicBezTo>
                  <a:pt x="982" y="4956"/>
                  <a:pt x="5387" y="1080"/>
                  <a:pt x="10800" y="1080"/>
                </a:cubicBezTo>
                <a:cubicBezTo>
                  <a:pt x="16214" y="1080"/>
                  <a:pt x="20618" y="4956"/>
                  <a:pt x="20618" y="9720"/>
                </a:cubicBezTo>
                <a:cubicBezTo>
                  <a:pt x="20618" y="14484"/>
                  <a:pt x="16214" y="18360"/>
                  <a:pt x="10800" y="18360"/>
                </a:cubicBezTo>
                <a:moveTo>
                  <a:pt x="10800" y="0"/>
                </a:moveTo>
                <a:cubicBezTo>
                  <a:pt x="4835" y="0"/>
                  <a:pt x="0" y="4352"/>
                  <a:pt x="0" y="9720"/>
                </a:cubicBezTo>
                <a:cubicBezTo>
                  <a:pt x="0" y="12353"/>
                  <a:pt x="1168" y="14738"/>
                  <a:pt x="3057" y="16488"/>
                </a:cubicBezTo>
                <a:lnTo>
                  <a:pt x="1964" y="21600"/>
                </a:lnTo>
                <a:lnTo>
                  <a:pt x="7770" y="19046"/>
                </a:lnTo>
                <a:cubicBezTo>
                  <a:pt x="8732" y="19298"/>
                  <a:pt x="9747" y="19440"/>
                  <a:pt x="10800" y="19440"/>
                </a:cubicBezTo>
                <a:cubicBezTo>
                  <a:pt x="16765" y="19440"/>
                  <a:pt x="21600" y="15089"/>
                  <a:pt x="21600" y="9720"/>
                </a:cubicBezTo>
                <a:cubicBezTo>
                  <a:pt x="21600" y="4352"/>
                  <a:pt x="16765" y="0"/>
                  <a:pt x="10800" y="0"/>
                </a:cubicBezTo>
                <a:moveTo>
                  <a:pt x="10800" y="8100"/>
                </a:moveTo>
                <a:cubicBezTo>
                  <a:pt x="9987" y="8100"/>
                  <a:pt x="9327" y="8826"/>
                  <a:pt x="9327" y="9720"/>
                </a:cubicBezTo>
                <a:cubicBezTo>
                  <a:pt x="9327" y="10615"/>
                  <a:pt x="9987" y="11340"/>
                  <a:pt x="10800" y="11340"/>
                </a:cubicBezTo>
                <a:cubicBezTo>
                  <a:pt x="11613" y="11340"/>
                  <a:pt x="12273" y="10615"/>
                  <a:pt x="12273" y="9720"/>
                </a:cubicBezTo>
                <a:cubicBezTo>
                  <a:pt x="12273" y="8826"/>
                  <a:pt x="11613" y="8100"/>
                  <a:pt x="10800" y="8100"/>
                </a:cubicBezTo>
                <a:moveTo>
                  <a:pt x="5891" y="8100"/>
                </a:moveTo>
                <a:cubicBezTo>
                  <a:pt x="5078" y="8100"/>
                  <a:pt x="4418" y="8826"/>
                  <a:pt x="4418" y="9720"/>
                </a:cubicBezTo>
                <a:cubicBezTo>
                  <a:pt x="4418" y="10615"/>
                  <a:pt x="5078" y="11340"/>
                  <a:pt x="5891" y="11340"/>
                </a:cubicBezTo>
                <a:cubicBezTo>
                  <a:pt x="6704" y="11340"/>
                  <a:pt x="7364" y="10615"/>
                  <a:pt x="7364" y="9720"/>
                </a:cubicBezTo>
                <a:cubicBezTo>
                  <a:pt x="7364" y="8826"/>
                  <a:pt x="6704" y="8100"/>
                  <a:pt x="5891" y="8100"/>
                </a:cubicBezTo>
              </a:path>
            </a:pathLst>
          </a:custGeom>
          <a:solidFill>
            <a:schemeClr val="tx1"/>
          </a:solidFill>
          <a:ln w="12700">
            <a:miter lim="400000"/>
          </a:ln>
        </p:spPr>
        <p:txBody>
          <a:bodyPr lIns="14284" tIns="14284" rIns="14284" bIns="14284" anchor="ctr"/>
          <a:lstStyle/>
          <a:p>
            <a:pPr defTabSz="171399" eaLnBrk="1" hangingPunct="1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1125">
              <a:effectLst>
                <a:outerShdw blurRad="38100" dist="12700" dir="5400000" rotWithShape="0">
                  <a:srgbClr val="000000">
                    <a:alpha val="50000"/>
                  </a:srgbClr>
                </a:outerShdw>
              </a:effectLst>
              <a:latin typeface="Gill Sans"/>
              <a:ea typeface="Calibri" charset="0"/>
              <a:cs typeface="Calibri" charset="0"/>
              <a:sym typeface="Gill Sans"/>
            </a:endParaRPr>
          </a:p>
        </p:txBody>
      </p:sp>
      <p:sp>
        <p:nvSpPr>
          <p:cNvPr id="16" name="Shape 2571"/>
          <p:cNvSpPr/>
          <p:nvPr userDrawn="1"/>
        </p:nvSpPr>
        <p:spPr>
          <a:xfrm>
            <a:off x="902953" y="1760477"/>
            <a:ext cx="209550" cy="209550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9327" y="17673"/>
                </a:moveTo>
                <a:cubicBezTo>
                  <a:pt x="4718" y="17673"/>
                  <a:pt x="982" y="13936"/>
                  <a:pt x="982" y="9327"/>
                </a:cubicBezTo>
                <a:cubicBezTo>
                  <a:pt x="982" y="4718"/>
                  <a:pt x="4718" y="982"/>
                  <a:pt x="9327" y="982"/>
                </a:cubicBezTo>
                <a:cubicBezTo>
                  <a:pt x="13936" y="982"/>
                  <a:pt x="17673" y="4718"/>
                  <a:pt x="17673" y="9327"/>
                </a:cubicBezTo>
                <a:cubicBezTo>
                  <a:pt x="17673" y="13936"/>
                  <a:pt x="13936" y="17673"/>
                  <a:pt x="9327" y="17673"/>
                </a:cubicBezTo>
                <a:moveTo>
                  <a:pt x="21456" y="20762"/>
                </a:moveTo>
                <a:lnTo>
                  <a:pt x="16253" y="15559"/>
                </a:lnTo>
                <a:cubicBezTo>
                  <a:pt x="17741" y="13907"/>
                  <a:pt x="18655" y="11726"/>
                  <a:pt x="18655" y="9327"/>
                </a:cubicBezTo>
                <a:cubicBezTo>
                  <a:pt x="18655" y="4176"/>
                  <a:pt x="14479" y="0"/>
                  <a:pt x="9327" y="0"/>
                </a:cubicBezTo>
                <a:cubicBezTo>
                  <a:pt x="4176" y="0"/>
                  <a:pt x="0" y="4176"/>
                  <a:pt x="0" y="9327"/>
                </a:cubicBezTo>
                <a:cubicBezTo>
                  <a:pt x="0" y="14479"/>
                  <a:pt x="4176" y="18655"/>
                  <a:pt x="9327" y="18655"/>
                </a:cubicBezTo>
                <a:cubicBezTo>
                  <a:pt x="11726" y="18655"/>
                  <a:pt x="13907" y="17742"/>
                  <a:pt x="15559" y="16253"/>
                </a:cubicBezTo>
                <a:lnTo>
                  <a:pt x="20762" y="21456"/>
                </a:lnTo>
                <a:cubicBezTo>
                  <a:pt x="20851" y="21546"/>
                  <a:pt x="20973" y="21600"/>
                  <a:pt x="21109" y="21600"/>
                </a:cubicBezTo>
                <a:cubicBezTo>
                  <a:pt x="21380" y="21600"/>
                  <a:pt x="21600" y="21381"/>
                  <a:pt x="21600" y="21109"/>
                </a:cubicBezTo>
                <a:cubicBezTo>
                  <a:pt x="21600" y="20974"/>
                  <a:pt x="21545" y="20851"/>
                  <a:pt x="21456" y="20762"/>
                </a:cubicBezTo>
              </a:path>
            </a:pathLst>
          </a:custGeom>
          <a:solidFill>
            <a:schemeClr val="tx1"/>
          </a:solidFill>
          <a:ln w="12700">
            <a:miter lim="400000"/>
          </a:ln>
        </p:spPr>
        <p:txBody>
          <a:bodyPr lIns="14284" tIns="14284" rIns="14284" bIns="14284" anchor="ctr"/>
          <a:lstStyle/>
          <a:p>
            <a:pPr defTabSz="171399" eaLnBrk="1" hangingPunct="1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1125">
              <a:effectLst>
                <a:outerShdw blurRad="38100" dist="12700" dir="5400000" rotWithShape="0">
                  <a:srgbClr val="000000">
                    <a:alpha val="50000"/>
                  </a:srgbClr>
                </a:outerShdw>
              </a:effectLst>
              <a:latin typeface="Gill Sans"/>
              <a:ea typeface="Calibri" charset="0"/>
              <a:cs typeface="Calibri" charset="0"/>
              <a:sym typeface="Gill Sans"/>
            </a:endParaRPr>
          </a:p>
        </p:txBody>
      </p:sp>
      <p:sp>
        <p:nvSpPr>
          <p:cNvPr id="17" name="Shape 2572"/>
          <p:cNvSpPr/>
          <p:nvPr userDrawn="1"/>
        </p:nvSpPr>
        <p:spPr>
          <a:xfrm>
            <a:off x="1318394" y="1760477"/>
            <a:ext cx="209550" cy="209550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9327" y="17673"/>
                </a:moveTo>
                <a:cubicBezTo>
                  <a:pt x="4718" y="17673"/>
                  <a:pt x="982" y="13936"/>
                  <a:pt x="982" y="9327"/>
                </a:cubicBezTo>
                <a:cubicBezTo>
                  <a:pt x="982" y="4718"/>
                  <a:pt x="4718" y="982"/>
                  <a:pt x="9327" y="982"/>
                </a:cubicBezTo>
                <a:cubicBezTo>
                  <a:pt x="13936" y="982"/>
                  <a:pt x="17673" y="4718"/>
                  <a:pt x="17673" y="9327"/>
                </a:cubicBezTo>
                <a:cubicBezTo>
                  <a:pt x="17673" y="13936"/>
                  <a:pt x="13936" y="17673"/>
                  <a:pt x="9327" y="17673"/>
                </a:cubicBezTo>
                <a:moveTo>
                  <a:pt x="21456" y="20762"/>
                </a:moveTo>
                <a:lnTo>
                  <a:pt x="16253" y="15559"/>
                </a:lnTo>
                <a:cubicBezTo>
                  <a:pt x="17741" y="13907"/>
                  <a:pt x="18655" y="11726"/>
                  <a:pt x="18655" y="9327"/>
                </a:cubicBezTo>
                <a:cubicBezTo>
                  <a:pt x="18655" y="4176"/>
                  <a:pt x="14479" y="0"/>
                  <a:pt x="9327" y="0"/>
                </a:cubicBezTo>
                <a:cubicBezTo>
                  <a:pt x="4176" y="0"/>
                  <a:pt x="0" y="4176"/>
                  <a:pt x="0" y="9327"/>
                </a:cubicBezTo>
                <a:cubicBezTo>
                  <a:pt x="0" y="14479"/>
                  <a:pt x="4176" y="18655"/>
                  <a:pt x="9327" y="18655"/>
                </a:cubicBezTo>
                <a:cubicBezTo>
                  <a:pt x="11726" y="18655"/>
                  <a:pt x="13907" y="17742"/>
                  <a:pt x="15559" y="16253"/>
                </a:cubicBezTo>
                <a:lnTo>
                  <a:pt x="20762" y="21456"/>
                </a:lnTo>
                <a:cubicBezTo>
                  <a:pt x="20851" y="21546"/>
                  <a:pt x="20973" y="21600"/>
                  <a:pt x="21109" y="21600"/>
                </a:cubicBezTo>
                <a:cubicBezTo>
                  <a:pt x="21380" y="21600"/>
                  <a:pt x="21600" y="21381"/>
                  <a:pt x="21600" y="21109"/>
                </a:cubicBezTo>
                <a:cubicBezTo>
                  <a:pt x="21600" y="20974"/>
                  <a:pt x="21545" y="20851"/>
                  <a:pt x="21456" y="20762"/>
                </a:cubicBezTo>
                <a:moveTo>
                  <a:pt x="13745" y="8836"/>
                </a:moveTo>
                <a:lnTo>
                  <a:pt x="9818" y="8836"/>
                </a:lnTo>
                <a:lnTo>
                  <a:pt x="9818" y="4909"/>
                </a:lnTo>
                <a:cubicBezTo>
                  <a:pt x="9818" y="4638"/>
                  <a:pt x="9599" y="4418"/>
                  <a:pt x="9327" y="4418"/>
                </a:cubicBezTo>
                <a:cubicBezTo>
                  <a:pt x="9056" y="4418"/>
                  <a:pt x="8836" y="4638"/>
                  <a:pt x="8836" y="4909"/>
                </a:cubicBezTo>
                <a:lnTo>
                  <a:pt x="8836" y="8836"/>
                </a:lnTo>
                <a:lnTo>
                  <a:pt x="4909" y="8836"/>
                </a:lnTo>
                <a:cubicBezTo>
                  <a:pt x="4638" y="8836"/>
                  <a:pt x="4418" y="9056"/>
                  <a:pt x="4418" y="9327"/>
                </a:cubicBezTo>
                <a:cubicBezTo>
                  <a:pt x="4418" y="9599"/>
                  <a:pt x="4638" y="9818"/>
                  <a:pt x="4909" y="9818"/>
                </a:cubicBezTo>
                <a:lnTo>
                  <a:pt x="8836" y="9818"/>
                </a:lnTo>
                <a:lnTo>
                  <a:pt x="8836" y="13745"/>
                </a:lnTo>
                <a:cubicBezTo>
                  <a:pt x="8836" y="14017"/>
                  <a:pt x="9056" y="14236"/>
                  <a:pt x="9327" y="14236"/>
                </a:cubicBezTo>
                <a:cubicBezTo>
                  <a:pt x="9599" y="14236"/>
                  <a:pt x="9818" y="14017"/>
                  <a:pt x="9818" y="13745"/>
                </a:cubicBezTo>
                <a:lnTo>
                  <a:pt x="9818" y="9818"/>
                </a:lnTo>
                <a:lnTo>
                  <a:pt x="13745" y="9818"/>
                </a:lnTo>
                <a:cubicBezTo>
                  <a:pt x="14017" y="9818"/>
                  <a:pt x="14236" y="9599"/>
                  <a:pt x="14236" y="9327"/>
                </a:cubicBezTo>
                <a:cubicBezTo>
                  <a:pt x="14236" y="9056"/>
                  <a:pt x="14017" y="8836"/>
                  <a:pt x="13745" y="8836"/>
                </a:cubicBezTo>
              </a:path>
            </a:pathLst>
          </a:custGeom>
          <a:solidFill>
            <a:schemeClr val="tx1"/>
          </a:solidFill>
          <a:ln w="12700">
            <a:miter lim="400000"/>
          </a:ln>
        </p:spPr>
        <p:txBody>
          <a:bodyPr lIns="14284" tIns="14284" rIns="14284" bIns="14284" anchor="ctr"/>
          <a:lstStyle/>
          <a:p>
            <a:pPr defTabSz="171399" eaLnBrk="1" hangingPunct="1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1125">
              <a:effectLst>
                <a:outerShdw blurRad="38100" dist="12700" dir="5400000" rotWithShape="0">
                  <a:srgbClr val="000000">
                    <a:alpha val="50000"/>
                  </a:srgbClr>
                </a:outerShdw>
              </a:effectLst>
              <a:latin typeface="Gill Sans"/>
              <a:ea typeface="Calibri" charset="0"/>
              <a:cs typeface="Calibri" charset="0"/>
              <a:sym typeface="Gill Sans"/>
            </a:endParaRPr>
          </a:p>
        </p:txBody>
      </p:sp>
      <p:sp>
        <p:nvSpPr>
          <p:cNvPr id="18" name="Shape 2573"/>
          <p:cNvSpPr/>
          <p:nvPr userDrawn="1"/>
        </p:nvSpPr>
        <p:spPr>
          <a:xfrm>
            <a:off x="1727111" y="1760477"/>
            <a:ext cx="209550" cy="209550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9327" y="17673"/>
                </a:moveTo>
                <a:cubicBezTo>
                  <a:pt x="4718" y="17673"/>
                  <a:pt x="982" y="13936"/>
                  <a:pt x="982" y="9327"/>
                </a:cubicBezTo>
                <a:cubicBezTo>
                  <a:pt x="982" y="4718"/>
                  <a:pt x="4718" y="982"/>
                  <a:pt x="9327" y="982"/>
                </a:cubicBezTo>
                <a:cubicBezTo>
                  <a:pt x="13936" y="982"/>
                  <a:pt x="17673" y="4718"/>
                  <a:pt x="17673" y="9327"/>
                </a:cubicBezTo>
                <a:cubicBezTo>
                  <a:pt x="17673" y="13936"/>
                  <a:pt x="13936" y="17673"/>
                  <a:pt x="9327" y="17673"/>
                </a:cubicBezTo>
                <a:moveTo>
                  <a:pt x="21456" y="20762"/>
                </a:moveTo>
                <a:lnTo>
                  <a:pt x="16253" y="15559"/>
                </a:lnTo>
                <a:cubicBezTo>
                  <a:pt x="17741" y="13907"/>
                  <a:pt x="18655" y="11726"/>
                  <a:pt x="18655" y="9327"/>
                </a:cubicBezTo>
                <a:cubicBezTo>
                  <a:pt x="18655" y="4176"/>
                  <a:pt x="14479" y="0"/>
                  <a:pt x="9327" y="0"/>
                </a:cubicBezTo>
                <a:cubicBezTo>
                  <a:pt x="4176" y="0"/>
                  <a:pt x="0" y="4176"/>
                  <a:pt x="0" y="9327"/>
                </a:cubicBezTo>
                <a:cubicBezTo>
                  <a:pt x="0" y="14479"/>
                  <a:pt x="4176" y="18655"/>
                  <a:pt x="9327" y="18655"/>
                </a:cubicBezTo>
                <a:cubicBezTo>
                  <a:pt x="11726" y="18655"/>
                  <a:pt x="13907" y="17742"/>
                  <a:pt x="15559" y="16253"/>
                </a:cubicBezTo>
                <a:lnTo>
                  <a:pt x="20762" y="21456"/>
                </a:lnTo>
                <a:cubicBezTo>
                  <a:pt x="20851" y="21546"/>
                  <a:pt x="20973" y="21600"/>
                  <a:pt x="21109" y="21600"/>
                </a:cubicBezTo>
                <a:cubicBezTo>
                  <a:pt x="21380" y="21600"/>
                  <a:pt x="21600" y="21381"/>
                  <a:pt x="21600" y="21109"/>
                </a:cubicBezTo>
                <a:cubicBezTo>
                  <a:pt x="21600" y="20974"/>
                  <a:pt x="21545" y="20851"/>
                  <a:pt x="21456" y="20762"/>
                </a:cubicBezTo>
                <a:moveTo>
                  <a:pt x="13745" y="8836"/>
                </a:moveTo>
                <a:lnTo>
                  <a:pt x="4909" y="8836"/>
                </a:lnTo>
                <a:cubicBezTo>
                  <a:pt x="4638" y="8836"/>
                  <a:pt x="4418" y="9056"/>
                  <a:pt x="4418" y="9327"/>
                </a:cubicBezTo>
                <a:cubicBezTo>
                  <a:pt x="4418" y="9599"/>
                  <a:pt x="4638" y="9818"/>
                  <a:pt x="4909" y="9818"/>
                </a:cubicBezTo>
                <a:lnTo>
                  <a:pt x="13745" y="9818"/>
                </a:lnTo>
                <a:cubicBezTo>
                  <a:pt x="14017" y="9818"/>
                  <a:pt x="14236" y="9599"/>
                  <a:pt x="14236" y="9327"/>
                </a:cubicBezTo>
                <a:cubicBezTo>
                  <a:pt x="14236" y="9056"/>
                  <a:pt x="14017" y="8836"/>
                  <a:pt x="13745" y="8836"/>
                </a:cubicBezTo>
              </a:path>
            </a:pathLst>
          </a:custGeom>
          <a:solidFill>
            <a:schemeClr val="tx1"/>
          </a:solidFill>
          <a:ln w="12700">
            <a:miter lim="400000"/>
          </a:ln>
        </p:spPr>
        <p:txBody>
          <a:bodyPr lIns="14284" tIns="14284" rIns="14284" bIns="14284" anchor="ctr"/>
          <a:lstStyle/>
          <a:p>
            <a:pPr defTabSz="171399" eaLnBrk="1" hangingPunct="1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1125">
              <a:effectLst>
                <a:outerShdw blurRad="38100" dist="12700" dir="5400000" rotWithShape="0">
                  <a:srgbClr val="000000">
                    <a:alpha val="50000"/>
                  </a:srgbClr>
                </a:outerShdw>
              </a:effectLst>
              <a:latin typeface="Gill Sans"/>
              <a:ea typeface="Calibri" charset="0"/>
              <a:cs typeface="Calibri" charset="0"/>
              <a:sym typeface="Gill Sans"/>
            </a:endParaRPr>
          </a:p>
        </p:txBody>
      </p:sp>
      <p:sp>
        <p:nvSpPr>
          <p:cNvPr id="19" name="Shape 2585"/>
          <p:cNvSpPr/>
          <p:nvPr userDrawn="1"/>
        </p:nvSpPr>
        <p:spPr>
          <a:xfrm>
            <a:off x="2071811" y="1315037"/>
            <a:ext cx="171450" cy="209550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9000" y="14727"/>
                </a:moveTo>
                <a:lnTo>
                  <a:pt x="5400" y="14727"/>
                </a:lnTo>
                <a:cubicBezTo>
                  <a:pt x="5069" y="14727"/>
                  <a:pt x="4800" y="14947"/>
                  <a:pt x="4800" y="15218"/>
                </a:cubicBezTo>
                <a:cubicBezTo>
                  <a:pt x="4800" y="15490"/>
                  <a:pt x="5069" y="15709"/>
                  <a:pt x="5400" y="15709"/>
                </a:cubicBezTo>
                <a:lnTo>
                  <a:pt x="9000" y="15709"/>
                </a:lnTo>
                <a:cubicBezTo>
                  <a:pt x="9331" y="15709"/>
                  <a:pt x="9600" y="15490"/>
                  <a:pt x="9600" y="15218"/>
                </a:cubicBezTo>
                <a:cubicBezTo>
                  <a:pt x="9600" y="14947"/>
                  <a:pt x="9331" y="14727"/>
                  <a:pt x="9000" y="14727"/>
                </a:cubicBezTo>
                <a:moveTo>
                  <a:pt x="20400" y="2579"/>
                </a:moveTo>
                <a:cubicBezTo>
                  <a:pt x="18840" y="3757"/>
                  <a:pt x="15638" y="4614"/>
                  <a:pt x="12466" y="4845"/>
                </a:cubicBezTo>
                <a:cubicBezTo>
                  <a:pt x="12197" y="4307"/>
                  <a:pt x="11554" y="3927"/>
                  <a:pt x="10800" y="3927"/>
                </a:cubicBezTo>
                <a:cubicBezTo>
                  <a:pt x="10046" y="3927"/>
                  <a:pt x="9403" y="4307"/>
                  <a:pt x="9135" y="4845"/>
                </a:cubicBezTo>
                <a:cubicBezTo>
                  <a:pt x="5962" y="4614"/>
                  <a:pt x="2760" y="3757"/>
                  <a:pt x="1200" y="2579"/>
                </a:cubicBezTo>
                <a:lnTo>
                  <a:pt x="1200" y="1964"/>
                </a:lnTo>
                <a:cubicBezTo>
                  <a:pt x="1200" y="1422"/>
                  <a:pt x="1738" y="982"/>
                  <a:pt x="2400" y="982"/>
                </a:cubicBezTo>
                <a:lnTo>
                  <a:pt x="19200" y="982"/>
                </a:lnTo>
                <a:cubicBezTo>
                  <a:pt x="19862" y="982"/>
                  <a:pt x="20400" y="1422"/>
                  <a:pt x="20400" y="1964"/>
                </a:cubicBezTo>
                <a:cubicBezTo>
                  <a:pt x="20400" y="1964"/>
                  <a:pt x="20400" y="2579"/>
                  <a:pt x="20400" y="2579"/>
                </a:cubicBezTo>
                <a:close/>
                <a:moveTo>
                  <a:pt x="10200" y="5400"/>
                </a:moveTo>
                <a:cubicBezTo>
                  <a:pt x="10200" y="5129"/>
                  <a:pt x="10469" y="4909"/>
                  <a:pt x="10800" y="4909"/>
                </a:cubicBezTo>
                <a:cubicBezTo>
                  <a:pt x="11131" y="4909"/>
                  <a:pt x="11400" y="5129"/>
                  <a:pt x="11400" y="5400"/>
                </a:cubicBezTo>
                <a:cubicBezTo>
                  <a:pt x="11400" y="5672"/>
                  <a:pt x="11131" y="5891"/>
                  <a:pt x="10800" y="5891"/>
                </a:cubicBezTo>
                <a:cubicBezTo>
                  <a:pt x="10469" y="5891"/>
                  <a:pt x="10200" y="5672"/>
                  <a:pt x="10200" y="5400"/>
                </a:cubicBezTo>
                <a:moveTo>
                  <a:pt x="20400" y="19636"/>
                </a:moveTo>
                <a:cubicBezTo>
                  <a:pt x="20400" y="20178"/>
                  <a:pt x="19862" y="20619"/>
                  <a:pt x="19200" y="20619"/>
                </a:cubicBezTo>
                <a:lnTo>
                  <a:pt x="2400" y="20619"/>
                </a:lnTo>
                <a:cubicBezTo>
                  <a:pt x="1738" y="20619"/>
                  <a:pt x="1200" y="20178"/>
                  <a:pt x="1200" y="19636"/>
                </a:cubicBezTo>
                <a:lnTo>
                  <a:pt x="1200" y="3859"/>
                </a:lnTo>
                <a:cubicBezTo>
                  <a:pt x="3007" y="4894"/>
                  <a:pt x="6118" y="5617"/>
                  <a:pt x="9086" y="5827"/>
                </a:cubicBezTo>
                <a:cubicBezTo>
                  <a:pt x="9311" y="6431"/>
                  <a:pt x="9988" y="6873"/>
                  <a:pt x="10800" y="6873"/>
                </a:cubicBezTo>
                <a:cubicBezTo>
                  <a:pt x="11611" y="6873"/>
                  <a:pt x="12289" y="6431"/>
                  <a:pt x="12514" y="5827"/>
                </a:cubicBezTo>
                <a:cubicBezTo>
                  <a:pt x="15482" y="5617"/>
                  <a:pt x="18593" y="4894"/>
                  <a:pt x="20400" y="3859"/>
                </a:cubicBezTo>
                <a:cubicBezTo>
                  <a:pt x="20400" y="3859"/>
                  <a:pt x="20400" y="19636"/>
                  <a:pt x="20400" y="19636"/>
                </a:cubicBezTo>
                <a:close/>
                <a:moveTo>
                  <a:pt x="19200" y="0"/>
                </a:moveTo>
                <a:lnTo>
                  <a:pt x="2400" y="0"/>
                </a:lnTo>
                <a:cubicBezTo>
                  <a:pt x="1075" y="0"/>
                  <a:pt x="0" y="879"/>
                  <a:pt x="0" y="1964"/>
                </a:cubicBezTo>
                <a:lnTo>
                  <a:pt x="0" y="19636"/>
                </a:lnTo>
                <a:cubicBezTo>
                  <a:pt x="0" y="20721"/>
                  <a:pt x="1075" y="21600"/>
                  <a:pt x="2400" y="21600"/>
                </a:cubicBezTo>
                <a:lnTo>
                  <a:pt x="19200" y="21600"/>
                </a:lnTo>
                <a:cubicBezTo>
                  <a:pt x="20525" y="21600"/>
                  <a:pt x="21600" y="20721"/>
                  <a:pt x="21600" y="19636"/>
                </a:cubicBezTo>
                <a:lnTo>
                  <a:pt x="21600" y="1964"/>
                </a:lnTo>
                <a:cubicBezTo>
                  <a:pt x="21600" y="879"/>
                  <a:pt x="20525" y="0"/>
                  <a:pt x="19200" y="0"/>
                </a:cubicBezTo>
                <a:moveTo>
                  <a:pt x="7800" y="16691"/>
                </a:moveTo>
                <a:lnTo>
                  <a:pt x="5400" y="16691"/>
                </a:lnTo>
                <a:cubicBezTo>
                  <a:pt x="5069" y="16691"/>
                  <a:pt x="4800" y="16911"/>
                  <a:pt x="4800" y="17182"/>
                </a:cubicBezTo>
                <a:cubicBezTo>
                  <a:pt x="4800" y="17453"/>
                  <a:pt x="5069" y="17673"/>
                  <a:pt x="5400" y="17673"/>
                </a:cubicBezTo>
                <a:lnTo>
                  <a:pt x="7800" y="17673"/>
                </a:lnTo>
                <a:cubicBezTo>
                  <a:pt x="8131" y="17673"/>
                  <a:pt x="8400" y="17453"/>
                  <a:pt x="8400" y="17182"/>
                </a:cubicBezTo>
                <a:cubicBezTo>
                  <a:pt x="8400" y="16911"/>
                  <a:pt x="8131" y="16691"/>
                  <a:pt x="7800" y="16691"/>
                </a:cubicBezTo>
              </a:path>
            </a:pathLst>
          </a:custGeom>
          <a:solidFill>
            <a:schemeClr val="tx1"/>
          </a:solidFill>
          <a:ln w="12700">
            <a:miter lim="400000"/>
          </a:ln>
        </p:spPr>
        <p:txBody>
          <a:bodyPr lIns="14284" tIns="14284" rIns="14284" bIns="14284" anchor="ctr"/>
          <a:lstStyle/>
          <a:p>
            <a:pPr defTabSz="171399" eaLnBrk="1" hangingPunct="1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1125">
              <a:effectLst>
                <a:outerShdw blurRad="38100" dist="12700" dir="5400000" rotWithShape="0">
                  <a:srgbClr val="000000">
                    <a:alpha val="50000"/>
                  </a:srgbClr>
                </a:outerShdw>
              </a:effectLst>
              <a:latin typeface="Gill Sans"/>
              <a:ea typeface="Calibri" charset="0"/>
              <a:cs typeface="Calibri" charset="0"/>
              <a:sym typeface="Gill Sans"/>
            </a:endParaRPr>
          </a:p>
        </p:txBody>
      </p:sp>
      <p:sp>
        <p:nvSpPr>
          <p:cNvPr id="20" name="Shape 2587"/>
          <p:cNvSpPr/>
          <p:nvPr userDrawn="1"/>
        </p:nvSpPr>
        <p:spPr>
          <a:xfrm>
            <a:off x="3770693" y="2237973"/>
            <a:ext cx="209550" cy="209550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2281" y="19846"/>
                </a:moveTo>
                <a:lnTo>
                  <a:pt x="9413" y="12882"/>
                </a:lnTo>
                <a:lnTo>
                  <a:pt x="19655" y="2640"/>
                </a:lnTo>
                <a:cubicBezTo>
                  <a:pt x="19655" y="2640"/>
                  <a:pt x="12281" y="19846"/>
                  <a:pt x="12281" y="19846"/>
                </a:cubicBezTo>
                <a:close/>
                <a:moveTo>
                  <a:pt x="1755" y="9320"/>
                </a:moveTo>
                <a:lnTo>
                  <a:pt x="18960" y="1945"/>
                </a:lnTo>
                <a:lnTo>
                  <a:pt x="8719" y="12187"/>
                </a:lnTo>
                <a:cubicBezTo>
                  <a:pt x="8719" y="12187"/>
                  <a:pt x="1755" y="9320"/>
                  <a:pt x="1755" y="9320"/>
                </a:cubicBezTo>
                <a:close/>
                <a:moveTo>
                  <a:pt x="21600" y="491"/>
                </a:moveTo>
                <a:cubicBezTo>
                  <a:pt x="21600" y="220"/>
                  <a:pt x="21380" y="0"/>
                  <a:pt x="21109" y="0"/>
                </a:cubicBezTo>
                <a:cubicBezTo>
                  <a:pt x="21034" y="0"/>
                  <a:pt x="20964" y="20"/>
                  <a:pt x="20900" y="52"/>
                </a:cubicBezTo>
                <a:lnTo>
                  <a:pt x="20898" y="48"/>
                </a:lnTo>
                <a:lnTo>
                  <a:pt x="302" y="8875"/>
                </a:lnTo>
                <a:cubicBezTo>
                  <a:pt x="301" y="8875"/>
                  <a:pt x="299" y="8876"/>
                  <a:pt x="297" y="8877"/>
                </a:cubicBezTo>
                <a:lnTo>
                  <a:pt x="280" y="8885"/>
                </a:lnTo>
                <a:lnTo>
                  <a:pt x="281" y="8887"/>
                </a:lnTo>
                <a:cubicBezTo>
                  <a:pt x="116" y="8967"/>
                  <a:pt x="0" y="9132"/>
                  <a:pt x="0" y="9327"/>
                </a:cubicBezTo>
                <a:cubicBezTo>
                  <a:pt x="0" y="9550"/>
                  <a:pt x="151" y="9731"/>
                  <a:pt x="355" y="9791"/>
                </a:cubicBezTo>
                <a:lnTo>
                  <a:pt x="353" y="9799"/>
                </a:lnTo>
                <a:lnTo>
                  <a:pt x="8462" y="13138"/>
                </a:lnTo>
                <a:lnTo>
                  <a:pt x="11801" y="21248"/>
                </a:lnTo>
                <a:lnTo>
                  <a:pt x="11809" y="21245"/>
                </a:lnTo>
                <a:cubicBezTo>
                  <a:pt x="11869" y="21449"/>
                  <a:pt x="12050" y="21600"/>
                  <a:pt x="12273" y="21600"/>
                </a:cubicBezTo>
                <a:cubicBezTo>
                  <a:pt x="12468" y="21600"/>
                  <a:pt x="12634" y="21484"/>
                  <a:pt x="12713" y="21319"/>
                </a:cubicBezTo>
                <a:lnTo>
                  <a:pt x="12716" y="21320"/>
                </a:lnTo>
                <a:lnTo>
                  <a:pt x="12723" y="21303"/>
                </a:lnTo>
                <a:cubicBezTo>
                  <a:pt x="12724" y="21301"/>
                  <a:pt x="12725" y="21300"/>
                  <a:pt x="12725" y="21298"/>
                </a:cubicBezTo>
                <a:lnTo>
                  <a:pt x="21553" y="702"/>
                </a:lnTo>
                <a:lnTo>
                  <a:pt x="21547" y="699"/>
                </a:lnTo>
                <a:cubicBezTo>
                  <a:pt x="21578" y="636"/>
                  <a:pt x="21600" y="567"/>
                  <a:pt x="21600" y="491"/>
                </a:cubicBezTo>
                <a:moveTo>
                  <a:pt x="7855" y="16200"/>
                </a:moveTo>
                <a:cubicBezTo>
                  <a:pt x="7719" y="16200"/>
                  <a:pt x="7596" y="16255"/>
                  <a:pt x="7507" y="16344"/>
                </a:cubicBezTo>
                <a:lnTo>
                  <a:pt x="6035" y="17817"/>
                </a:lnTo>
                <a:cubicBezTo>
                  <a:pt x="5946" y="17905"/>
                  <a:pt x="5891" y="18029"/>
                  <a:pt x="5891" y="18164"/>
                </a:cubicBezTo>
                <a:cubicBezTo>
                  <a:pt x="5891" y="18435"/>
                  <a:pt x="6111" y="18655"/>
                  <a:pt x="6382" y="18655"/>
                </a:cubicBezTo>
                <a:cubicBezTo>
                  <a:pt x="6517" y="18655"/>
                  <a:pt x="6640" y="18600"/>
                  <a:pt x="6729" y="18511"/>
                </a:cubicBezTo>
                <a:lnTo>
                  <a:pt x="8202" y="17038"/>
                </a:lnTo>
                <a:cubicBezTo>
                  <a:pt x="8291" y="16950"/>
                  <a:pt x="8345" y="16827"/>
                  <a:pt x="8345" y="16691"/>
                </a:cubicBezTo>
                <a:cubicBezTo>
                  <a:pt x="8345" y="16420"/>
                  <a:pt x="8126" y="16200"/>
                  <a:pt x="7855" y="16200"/>
                </a:cubicBezTo>
                <a:moveTo>
                  <a:pt x="7855" y="14237"/>
                </a:moveTo>
                <a:cubicBezTo>
                  <a:pt x="7855" y="13966"/>
                  <a:pt x="7635" y="13745"/>
                  <a:pt x="7364" y="13745"/>
                </a:cubicBezTo>
                <a:cubicBezTo>
                  <a:pt x="7228" y="13745"/>
                  <a:pt x="7105" y="13801"/>
                  <a:pt x="7017" y="13889"/>
                </a:cubicBezTo>
                <a:lnTo>
                  <a:pt x="2107" y="18798"/>
                </a:lnTo>
                <a:cubicBezTo>
                  <a:pt x="2019" y="18888"/>
                  <a:pt x="1964" y="19011"/>
                  <a:pt x="1964" y="19145"/>
                </a:cubicBezTo>
                <a:cubicBezTo>
                  <a:pt x="1964" y="19417"/>
                  <a:pt x="2184" y="19636"/>
                  <a:pt x="2455" y="19636"/>
                </a:cubicBezTo>
                <a:cubicBezTo>
                  <a:pt x="2590" y="19636"/>
                  <a:pt x="2713" y="19582"/>
                  <a:pt x="2802" y="19493"/>
                </a:cubicBezTo>
                <a:lnTo>
                  <a:pt x="7711" y="14583"/>
                </a:lnTo>
                <a:cubicBezTo>
                  <a:pt x="7800" y="14495"/>
                  <a:pt x="7855" y="14372"/>
                  <a:pt x="7855" y="14237"/>
                </a:cubicBezTo>
                <a:moveTo>
                  <a:pt x="4765" y="14583"/>
                </a:moveTo>
                <a:lnTo>
                  <a:pt x="5256" y="14093"/>
                </a:lnTo>
                <a:cubicBezTo>
                  <a:pt x="5345" y="14004"/>
                  <a:pt x="5400" y="13881"/>
                  <a:pt x="5400" y="13745"/>
                </a:cubicBezTo>
                <a:cubicBezTo>
                  <a:pt x="5400" y="13475"/>
                  <a:pt x="5180" y="13255"/>
                  <a:pt x="4909" y="13255"/>
                </a:cubicBezTo>
                <a:cubicBezTo>
                  <a:pt x="4774" y="13255"/>
                  <a:pt x="4651" y="13310"/>
                  <a:pt x="4562" y="13398"/>
                </a:cubicBezTo>
                <a:lnTo>
                  <a:pt x="4071" y="13889"/>
                </a:lnTo>
                <a:cubicBezTo>
                  <a:pt x="3982" y="13979"/>
                  <a:pt x="3927" y="14101"/>
                  <a:pt x="3927" y="14237"/>
                </a:cubicBezTo>
                <a:cubicBezTo>
                  <a:pt x="3927" y="14507"/>
                  <a:pt x="4147" y="14727"/>
                  <a:pt x="4418" y="14727"/>
                </a:cubicBezTo>
                <a:cubicBezTo>
                  <a:pt x="4554" y="14727"/>
                  <a:pt x="4676" y="14673"/>
                  <a:pt x="4765" y="14583"/>
                </a:cubicBezTo>
              </a:path>
            </a:pathLst>
          </a:custGeom>
          <a:solidFill>
            <a:schemeClr val="tx1"/>
          </a:solidFill>
          <a:ln w="12700">
            <a:miter lim="400000"/>
          </a:ln>
        </p:spPr>
        <p:txBody>
          <a:bodyPr lIns="14284" tIns="14284" rIns="14284" bIns="14284" anchor="ctr"/>
          <a:lstStyle/>
          <a:p>
            <a:pPr defTabSz="171399" eaLnBrk="1" hangingPunct="1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1125">
              <a:effectLst>
                <a:outerShdw blurRad="38100" dist="12700" dir="5400000" rotWithShape="0">
                  <a:srgbClr val="000000">
                    <a:alpha val="50000"/>
                  </a:srgbClr>
                </a:outerShdw>
              </a:effectLst>
              <a:latin typeface="Gill Sans"/>
              <a:ea typeface="Calibri" charset="0"/>
              <a:cs typeface="Calibri" charset="0"/>
              <a:sym typeface="Gill Sans"/>
            </a:endParaRPr>
          </a:p>
        </p:txBody>
      </p:sp>
      <p:sp>
        <p:nvSpPr>
          <p:cNvPr id="21" name="Shape 2591"/>
          <p:cNvSpPr/>
          <p:nvPr userDrawn="1"/>
        </p:nvSpPr>
        <p:spPr>
          <a:xfrm>
            <a:off x="909677" y="2237973"/>
            <a:ext cx="209550" cy="209550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0800" y="14727"/>
                </a:moveTo>
                <a:cubicBezTo>
                  <a:pt x="8631" y="14727"/>
                  <a:pt x="6873" y="12969"/>
                  <a:pt x="6873" y="10800"/>
                </a:cubicBezTo>
                <a:cubicBezTo>
                  <a:pt x="6873" y="8631"/>
                  <a:pt x="8631" y="6873"/>
                  <a:pt x="10800" y="6873"/>
                </a:cubicBezTo>
                <a:cubicBezTo>
                  <a:pt x="12969" y="6873"/>
                  <a:pt x="14727" y="8631"/>
                  <a:pt x="14727" y="10800"/>
                </a:cubicBezTo>
                <a:cubicBezTo>
                  <a:pt x="14727" y="12969"/>
                  <a:pt x="12969" y="14727"/>
                  <a:pt x="10800" y="14727"/>
                </a:cubicBezTo>
                <a:moveTo>
                  <a:pt x="10800" y="5891"/>
                </a:moveTo>
                <a:cubicBezTo>
                  <a:pt x="8088" y="5891"/>
                  <a:pt x="5891" y="8089"/>
                  <a:pt x="5891" y="10800"/>
                </a:cubicBezTo>
                <a:cubicBezTo>
                  <a:pt x="5891" y="13512"/>
                  <a:pt x="8088" y="15709"/>
                  <a:pt x="10800" y="15709"/>
                </a:cubicBezTo>
                <a:cubicBezTo>
                  <a:pt x="13512" y="15709"/>
                  <a:pt x="15709" y="13512"/>
                  <a:pt x="15709" y="10800"/>
                </a:cubicBezTo>
                <a:cubicBezTo>
                  <a:pt x="15709" y="8089"/>
                  <a:pt x="13512" y="5891"/>
                  <a:pt x="10800" y="5891"/>
                </a:cubicBezTo>
                <a:moveTo>
                  <a:pt x="20618" y="12013"/>
                </a:moveTo>
                <a:cubicBezTo>
                  <a:pt x="20614" y="12014"/>
                  <a:pt x="20611" y="12016"/>
                  <a:pt x="20607" y="12016"/>
                </a:cubicBezTo>
                <a:lnTo>
                  <a:pt x="19602" y="12268"/>
                </a:lnTo>
                <a:cubicBezTo>
                  <a:pt x="19256" y="12354"/>
                  <a:pt x="18984" y="12622"/>
                  <a:pt x="18892" y="12966"/>
                </a:cubicBezTo>
                <a:cubicBezTo>
                  <a:pt x="18703" y="13672"/>
                  <a:pt x="18421" y="14351"/>
                  <a:pt x="18053" y="14986"/>
                </a:cubicBezTo>
                <a:cubicBezTo>
                  <a:pt x="17873" y="15295"/>
                  <a:pt x="17876" y="15677"/>
                  <a:pt x="18060" y="15984"/>
                </a:cubicBezTo>
                <a:lnTo>
                  <a:pt x="18601" y="16885"/>
                </a:lnTo>
                <a:lnTo>
                  <a:pt x="16886" y="18600"/>
                </a:lnTo>
                <a:cubicBezTo>
                  <a:pt x="16882" y="18599"/>
                  <a:pt x="16878" y="18597"/>
                  <a:pt x="16875" y="18595"/>
                </a:cubicBezTo>
                <a:lnTo>
                  <a:pt x="15978" y="18057"/>
                </a:lnTo>
                <a:cubicBezTo>
                  <a:pt x="15822" y="17964"/>
                  <a:pt x="15648" y="17917"/>
                  <a:pt x="15473" y="17917"/>
                </a:cubicBezTo>
                <a:cubicBezTo>
                  <a:pt x="15304" y="17917"/>
                  <a:pt x="15134" y="17961"/>
                  <a:pt x="14982" y="18049"/>
                </a:cubicBezTo>
                <a:cubicBezTo>
                  <a:pt x="14348" y="18415"/>
                  <a:pt x="13671" y="18696"/>
                  <a:pt x="12968" y="18884"/>
                </a:cubicBezTo>
                <a:cubicBezTo>
                  <a:pt x="12624" y="18976"/>
                  <a:pt x="12356" y="19248"/>
                  <a:pt x="12269" y="19594"/>
                </a:cubicBezTo>
                <a:lnTo>
                  <a:pt x="12016" y="20607"/>
                </a:lnTo>
                <a:cubicBezTo>
                  <a:pt x="12015" y="20611"/>
                  <a:pt x="12014" y="20614"/>
                  <a:pt x="12012" y="20619"/>
                </a:cubicBezTo>
                <a:lnTo>
                  <a:pt x="9587" y="20619"/>
                </a:lnTo>
                <a:lnTo>
                  <a:pt x="9331" y="19594"/>
                </a:lnTo>
                <a:cubicBezTo>
                  <a:pt x="9244" y="19248"/>
                  <a:pt x="8976" y="18976"/>
                  <a:pt x="8632" y="18884"/>
                </a:cubicBezTo>
                <a:cubicBezTo>
                  <a:pt x="7929" y="18696"/>
                  <a:pt x="7251" y="18415"/>
                  <a:pt x="6617" y="18049"/>
                </a:cubicBezTo>
                <a:cubicBezTo>
                  <a:pt x="6465" y="17961"/>
                  <a:pt x="6296" y="17917"/>
                  <a:pt x="6127" y="17917"/>
                </a:cubicBezTo>
                <a:cubicBezTo>
                  <a:pt x="5951" y="17917"/>
                  <a:pt x="5777" y="17964"/>
                  <a:pt x="5621" y="18057"/>
                </a:cubicBezTo>
                <a:lnTo>
                  <a:pt x="4725" y="18595"/>
                </a:lnTo>
                <a:cubicBezTo>
                  <a:pt x="4722" y="18597"/>
                  <a:pt x="4718" y="18599"/>
                  <a:pt x="4714" y="18600"/>
                </a:cubicBezTo>
                <a:lnTo>
                  <a:pt x="3000" y="16885"/>
                </a:lnTo>
                <a:lnTo>
                  <a:pt x="3540" y="15984"/>
                </a:lnTo>
                <a:cubicBezTo>
                  <a:pt x="3724" y="15677"/>
                  <a:pt x="3727" y="15295"/>
                  <a:pt x="3548" y="14986"/>
                </a:cubicBezTo>
                <a:cubicBezTo>
                  <a:pt x="3179" y="14351"/>
                  <a:pt x="2897" y="13672"/>
                  <a:pt x="2708" y="12966"/>
                </a:cubicBezTo>
                <a:cubicBezTo>
                  <a:pt x="2616" y="12622"/>
                  <a:pt x="2343" y="12354"/>
                  <a:pt x="1998" y="12268"/>
                </a:cubicBezTo>
                <a:lnTo>
                  <a:pt x="993" y="12016"/>
                </a:lnTo>
                <a:cubicBezTo>
                  <a:pt x="989" y="12016"/>
                  <a:pt x="986" y="12014"/>
                  <a:pt x="982" y="12013"/>
                </a:cubicBezTo>
                <a:lnTo>
                  <a:pt x="982" y="9587"/>
                </a:lnTo>
                <a:lnTo>
                  <a:pt x="1998" y="9333"/>
                </a:lnTo>
                <a:cubicBezTo>
                  <a:pt x="2343" y="9246"/>
                  <a:pt x="2616" y="8979"/>
                  <a:pt x="2708" y="8634"/>
                </a:cubicBezTo>
                <a:cubicBezTo>
                  <a:pt x="2897" y="7928"/>
                  <a:pt x="3179" y="7249"/>
                  <a:pt x="3548" y="6615"/>
                </a:cubicBezTo>
                <a:cubicBezTo>
                  <a:pt x="3727" y="6305"/>
                  <a:pt x="3724" y="5923"/>
                  <a:pt x="3540" y="5617"/>
                </a:cubicBezTo>
                <a:lnTo>
                  <a:pt x="3005" y="4725"/>
                </a:lnTo>
                <a:cubicBezTo>
                  <a:pt x="3004" y="4722"/>
                  <a:pt x="3002" y="4718"/>
                  <a:pt x="3000" y="4715"/>
                </a:cubicBezTo>
                <a:lnTo>
                  <a:pt x="4715" y="3000"/>
                </a:lnTo>
                <a:lnTo>
                  <a:pt x="5621" y="3544"/>
                </a:lnTo>
                <a:cubicBezTo>
                  <a:pt x="5777" y="3636"/>
                  <a:pt x="5951" y="3683"/>
                  <a:pt x="6127" y="3683"/>
                </a:cubicBezTo>
                <a:cubicBezTo>
                  <a:pt x="6296" y="3683"/>
                  <a:pt x="6465" y="3639"/>
                  <a:pt x="6618" y="3551"/>
                </a:cubicBezTo>
                <a:cubicBezTo>
                  <a:pt x="7251" y="3185"/>
                  <a:pt x="7929" y="2904"/>
                  <a:pt x="8632" y="2717"/>
                </a:cubicBezTo>
                <a:cubicBezTo>
                  <a:pt x="8976" y="2624"/>
                  <a:pt x="9244" y="2353"/>
                  <a:pt x="9331" y="2007"/>
                </a:cubicBezTo>
                <a:lnTo>
                  <a:pt x="9587" y="982"/>
                </a:lnTo>
                <a:lnTo>
                  <a:pt x="12012" y="982"/>
                </a:lnTo>
                <a:cubicBezTo>
                  <a:pt x="12014" y="986"/>
                  <a:pt x="12015" y="989"/>
                  <a:pt x="12016" y="993"/>
                </a:cubicBezTo>
                <a:lnTo>
                  <a:pt x="12269" y="2007"/>
                </a:lnTo>
                <a:cubicBezTo>
                  <a:pt x="12356" y="2353"/>
                  <a:pt x="12624" y="2624"/>
                  <a:pt x="12968" y="2717"/>
                </a:cubicBezTo>
                <a:cubicBezTo>
                  <a:pt x="13671" y="2904"/>
                  <a:pt x="14348" y="3185"/>
                  <a:pt x="14982" y="3551"/>
                </a:cubicBezTo>
                <a:cubicBezTo>
                  <a:pt x="15134" y="3639"/>
                  <a:pt x="15304" y="3683"/>
                  <a:pt x="15473" y="3683"/>
                </a:cubicBezTo>
                <a:cubicBezTo>
                  <a:pt x="15648" y="3683"/>
                  <a:pt x="15822" y="3636"/>
                  <a:pt x="15978" y="3544"/>
                </a:cubicBezTo>
                <a:lnTo>
                  <a:pt x="16884" y="3000"/>
                </a:lnTo>
                <a:lnTo>
                  <a:pt x="18600" y="4715"/>
                </a:lnTo>
                <a:cubicBezTo>
                  <a:pt x="18598" y="4718"/>
                  <a:pt x="18597" y="4722"/>
                  <a:pt x="18595" y="4726"/>
                </a:cubicBezTo>
                <a:lnTo>
                  <a:pt x="18060" y="5616"/>
                </a:lnTo>
                <a:cubicBezTo>
                  <a:pt x="17876" y="5923"/>
                  <a:pt x="17873" y="6305"/>
                  <a:pt x="18053" y="6615"/>
                </a:cubicBezTo>
                <a:cubicBezTo>
                  <a:pt x="18421" y="7249"/>
                  <a:pt x="18703" y="7928"/>
                  <a:pt x="18892" y="8634"/>
                </a:cubicBezTo>
                <a:cubicBezTo>
                  <a:pt x="18984" y="8979"/>
                  <a:pt x="19256" y="9246"/>
                  <a:pt x="19602" y="9333"/>
                </a:cubicBezTo>
                <a:lnTo>
                  <a:pt x="20618" y="9587"/>
                </a:lnTo>
                <a:cubicBezTo>
                  <a:pt x="20618" y="9587"/>
                  <a:pt x="20618" y="12013"/>
                  <a:pt x="20618" y="12013"/>
                </a:cubicBezTo>
                <a:close/>
                <a:moveTo>
                  <a:pt x="20880" y="8641"/>
                </a:moveTo>
                <a:lnTo>
                  <a:pt x="19841" y="8380"/>
                </a:lnTo>
                <a:cubicBezTo>
                  <a:pt x="19626" y="7580"/>
                  <a:pt x="19308" y="6822"/>
                  <a:pt x="18902" y="6122"/>
                </a:cubicBezTo>
                <a:lnTo>
                  <a:pt x="19455" y="5200"/>
                </a:lnTo>
                <a:cubicBezTo>
                  <a:pt x="19625" y="4871"/>
                  <a:pt x="19736" y="4463"/>
                  <a:pt x="19455" y="4182"/>
                </a:cubicBezTo>
                <a:lnTo>
                  <a:pt x="17419" y="2145"/>
                </a:lnTo>
                <a:cubicBezTo>
                  <a:pt x="17292" y="2018"/>
                  <a:pt x="17136" y="1969"/>
                  <a:pt x="16975" y="1969"/>
                </a:cubicBezTo>
                <a:cubicBezTo>
                  <a:pt x="16778" y="1969"/>
                  <a:pt x="16572" y="2043"/>
                  <a:pt x="16400" y="2145"/>
                </a:cubicBezTo>
                <a:lnTo>
                  <a:pt x="15473" y="2702"/>
                </a:lnTo>
                <a:cubicBezTo>
                  <a:pt x="14775" y="2298"/>
                  <a:pt x="14020" y="1982"/>
                  <a:pt x="13222" y="1768"/>
                </a:cubicBezTo>
                <a:lnTo>
                  <a:pt x="12960" y="720"/>
                </a:lnTo>
                <a:cubicBezTo>
                  <a:pt x="12848" y="367"/>
                  <a:pt x="12638" y="0"/>
                  <a:pt x="12240" y="0"/>
                </a:cubicBezTo>
                <a:lnTo>
                  <a:pt x="9360" y="0"/>
                </a:lnTo>
                <a:cubicBezTo>
                  <a:pt x="8962" y="0"/>
                  <a:pt x="8730" y="367"/>
                  <a:pt x="8640" y="720"/>
                </a:cubicBezTo>
                <a:lnTo>
                  <a:pt x="8378" y="1768"/>
                </a:lnTo>
                <a:cubicBezTo>
                  <a:pt x="7580" y="1982"/>
                  <a:pt x="6825" y="2298"/>
                  <a:pt x="6127" y="2702"/>
                </a:cubicBezTo>
                <a:lnTo>
                  <a:pt x="5200" y="2145"/>
                </a:lnTo>
                <a:cubicBezTo>
                  <a:pt x="5028" y="2043"/>
                  <a:pt x="4822" y="1969"/>
                  <a:pt x="4625" y="1969"/>
                </a:cubicBezTo>
                <a:cubicBezTo>
                  <a:pt x="4464" y="1969"/>
                  <a:pt x="4308" y="2018"/>
                  <a:pt x="4181" y="2145"/>
                </a:cubicBezTo>
                <a:lnTo>
                  <a:pt x="2145" y="4182"/>
                </a:lnTo>
                <a:cubicBezTo>
                  <a:pt x="1864" y="4463"/>
                  <a:pt x="1975" y="4871"/>
                  <a:pt x="2145" y="5200"/>
                </a:cubicBezTo>
                <a:lnTo>
                  <a:pt x="2698" y="6122"/>
                </a:lnTo>
                <a:cubicBezTo>
                  <a:pt x="2292" y="6822"/>
                  <a:pt x="1973" y="7580"/>
                  <a:pt x="1759" y="8380"/>
                </a:cubicBezTo>
                <a:lnTo>
                  <a:pt x="720" y="8641"/>
                </a:lnTo>
                <a:cubicBezTo>
                  <a:pt x="367" y="8730"/>
                  <a:pt x="0" y="8963"/>
                  <a:pt x="0" y="9360"/>
                </a:cubicBezTo>
                <a:lnTo>
                  <a:pt x="0" y="12240"/>
                </a:lnTo>
                <a:cubicBezTo>
                  <a:pt x="0" y="12638"/>
                  <a:pt x="367" y="12848"/>
                  <a:pt x="720" y="12960"/>
                </a:cubicBezTo>
                <a:lnTo>
                  <a:pt x="1759" y="13220"/>
                </a:lnTo>
                <a:cubicBezTo>
                  <a:pt x="1973" y="14021"/>
                  <a:pt x="2292" y="14778"/>
                  <a:pt x="2698" y="15478"/>
                </a:cubicBezTo>
                <a:lnTo>
                  <a:pt x="2145" y="16400"/>
                </a:lnTo>
                <a:cubicBezTo>
                  <a:pt x="1959" y="16714"/>
                  <a:pt x="1864" y="17137"/>
                  <a:pt x="2145" y="17419"/>
                </a:cubicBezTo>
                <a:lnTo>
                  <a:pt x="4181" y="19455"/>
                </a:lnTo>
                <a:cubicBezTo>
                  <a:pt x="4305" y="19579"/>
                  <a:pt x="4454" y="19627"/>
                  <a:pt x="4610" y="19627"/>
                </a:cubicBezTo>
                <a:cubicBezTo>
                  <a:pt x="4807" y="19627"/>
                  <a:pt x="5016" y="19550"/>
                  <a:pt x="5200" y="19455"/>
                </a:cubicBezTo>
                <a:lnTo>
                  <a:pt x="6127" y="18899"/>
                </a:lnTo>
                <a:cubicBezTo>
                  <a:pt x="6825" y="19302"/>
                  <a:pt x="7580" y="19619"/>
                  <a:pt x="8378" y="19832"/>
                </a:cubicBezTo>
                <a:lnTo>
                  <a:pt x="8640" y="20880"/>
                </a:lnTo>
                <a:cubicBezTo>
                  <a:pt x="8730" y="21233"/>
                  <a:pt x="8962" y="21600"/>
                  <a:pt x="9360" y="21600"/>
                </a:cubicBezTo>
                <a:lnTo>
                  <a:pt x="12240" y="21600"/>
                </a:lnTo>
                <a:cubicBezTo>
                  <a:pt x="12638" y="21600"/>
                  <a:pt x="12848" y="21233"/>
                  <a:pt x="12960" y="20880"/>
                </a:cubicBezTo>
                <a:lnTo>
                  <a:pt x="13222" y="19832"/>
                </a:lnTo>
                <a:cubicBezTo>
                  <a:pt x="14020" y="19619"/>
                  <a:pt x="14775" y="19302"/>
                  <a:pt x="15473" y="18899"/>
                </a:cubicBezTo>
                <a:lnTo>
                  <a:pt x="16400" y="19455"/>
                </a:lnTo>
                <a:cubicBezTo>
                  <a:pt x="16584" y="19550"/>
                  <a:pt x="16793" y="19627"/>
                  <a:pt x="16990" y="19627"/>
                </a:cubicBezTo>
                <a:cubicBezTo>
                  <a:pt x="17146" y="19627"/>
                  <a:pt x="17294" y="19579"/>
                  <a:pt x="17419" y="19455"/>
                </a:cubicBezTo>
                <a:lnTo>
                  <a:pt x="19455" y="17419"/>
                </a:lnTo>
                <a:cubicBezTo>
                  <a:pt x="19736" y="17137"/>
                  <a:pt x="19641" y="16714"/>
                  <a:pt x="19455" y="16400"/>
                </a:cubicBezTo>
                <a:lnTo>
                  <a:pt x="18902" y="15478"/>
                </a:lnTo>
                <a:cubicBezTo>
                  <a:pt x="19308" y="14778"/>
                  <a:pt x="19626" y="14021"/>
                  <a:pt x="19841" y="13220"/>
                </a:cubicBezTo>
                <a:lnTo>
                  <a:pt x="20880" y="12960"/>
                </a:lnTo>
                <a:cubicBezTo>
                  <a:pt x="21233" y="12848"/>
                  <a:pt x="21600" y="12638"/>
                  <a:pt x="21600" y="12240"/>
                </a:cubicBezTo>
                <a:lnTo>
                  <a:pt x="21600" y="9360"/>
                </a:lnTo>
                <a:cubicBezTo>
                  <a:pt x="21600" y="8963"/>
                  <a:pt x="21233" y="8730"/>
                  <a:pt x="20880" y="8641"/>
                </a:cubicBezTo>
              </a:path>
            </a:pathLst>
          </a:custGeom>
          <a:solidFill>
            <a:schemeClr val="tx1"/>
          </a:solidFill>
          <a:ln w="12700">
            <a:miter lim="400000"/>
          </a:ln>
        </p:spPr>
        <p:txBody>
          <a:bodyPr lIns="14284" tIns="14284" rIns="14284" bIns="14284" anchor="ctr"/>
          <a:lstStyle/>
          <a:p>
            <a:pPr defTabSz="171399" eaLnBrk="1" hangingPunct="1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1125">
              <a:effectLst>
                <a:outerShdw blurRad="38100" dist="12700" dir="5400000" rotWithShape="0">
                  <a:srgbClr val="000000">
                    <a:alpha val="50000"/>
                  </a:srgbClr>
                </a:outerShdw>
              </a:effectLst>
              <a:latin typeface="Gill Sans"/>
              <a:ea typeface="Calibri" charset="0"/>
              <a:cs typeface="Calibri" charset="0"/>
              <a:sym typeface="Gill Sans"/>
            </a:endParaRPr>
          </a:p>
        </p:txBody>
      </p:sp>
      <p:sp>
        <p:nvSpPr>
          <p:cNvPr id="22" name="Shape 2600"/>
          <p:cNvSpPr/>
          <p:nvPr userDrawn="1"/>
        </p:nvSpPr>
        <p:spPr>
          <a:xfrm>
            <a:off x="2135828" y="1760477"/>
            <a:ext cx="209550" cy="209550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0800" y="20618"/>
                </a:moveTo>
                <a:cubicBezTo>
                  <a:pt x="5378" y="20618"/>
                  <a:pt x="982" y="16223"/>
                  <a:pt x="982" y="10800"/>
                </a:cubicBezTo>
                <a:cubicBezTo>
                  <a:pt x="982" y="5378"/>
                  <a:pt x="5378" y="982"/>
                  <a:pt x="10800" y="982"/>
                </a:cubicBezTo>
                <a:cubicBezTo>
                  <a:pt x="16223" y="982"/>
                  <a:pt x="20618" y="5378"/>
                  <a:pt x="20618" y="10800"/>
                </a:cubicBezTo>
                <a:cubicBezTo>
                  <a:pt x="20618" y="16223"/>
                  <a:pt x="16223" y="20618"/>
                  <a:pt x="10800" y="20618"/>
                </a:cubicBezTo>
                <a:moveTo>
                  <a:pt x="10800" y="0"/>
                </a:moveTo>
                <a:cubicBezTo>
                  <a:pt x="4835" y="0"/>
                  <a:pt x="0" y="4836"/>
                  <a:pt x="0" y="10800"/>
                </a:cubicBezTo>
                <a:cubicBezTo>
                  <a:pt x="0" y="16765"/>
                  <a:pt x="4835" y="21600"/>
                  <a:pt x="10800" y="21600"/>
                </a:cubicBezTo>
                <a:cubicBezTo>
                  <a:pt x="16765" y="21600"/>
                  <a:pt x="21600" y="16765"/>
                  <a:pt x="21600" y="10800"/>
                </a:cubicBezTo>
                <a:cubicBezTo>
                  <a:pt x="21600" y="4836"/>
                  <a:pt x="16765" y="0"/>
                  <a:pt x="10800" y="0"/>
                </a:cubicBezTo>
                <a:moveTo>
                  <a:pt x="16200" y="10309"/>
                </a:moveTo>
                <a:lnTo>
                  <a:pt x="11291" y="10309"/>
                </a:lnTo>
                <a:lnTo>
                  <a:pt x="11291" y="5401"/>
                </a:lnTo>
                <a:cubicBezTo>
                  <a:pt x="11291" y="5129"/>
                  <a:pt x="11071" y="4909"/>
                  <a:pt x="10800" y="4909"/>
                </a:cubicBezTo>
                <a:cubicBezTo>
                  <a:pt x="10529" y="4909"/>
                  <a:pt x="10309" y="5129"/>
                  <a:pt x="10309" y="5401"/>
                </a:cubicBezTo>
                <a:lnTo>
                  <a:pt x="10309" y="10309"/>
                </a:lnTo>
                <a:lnTo>
                  <a:pt x="5400" y="10309"/>
                </a:lnTo>
                <a:cubicBezTo>
                  <a:pt x="5129" y="10309"/>
                  <a:pt x="4909" y="10529"/>
                  <a:pt x="4909" y="10800"/>
                </a:cubicBezTo>
                <a:cubicBezTo>
                  <a:pt x="4909" y="11072"/>
                  <a:pt x="5129" y="11292"/>
                  <a:pt x="5400" y="11292"/>
                </a:cubicBezTo>
                <a:lnTo>
                  <a:pt x="10309" y="11292"/>
                </a:lnTo>
                <a:lnTo>
                  <a:pt x="10309" y="16200"/>
                </a:lnTo>
                <a:cubicBezTo>
                  <a:pt x="10309" y="16472"/>
                  <a:pt x="10529" y="16691"/>
                  <a:pt x="10800" y="16691"/>
                </a:cubicBezTo>
                <a:cubicBezTo>
                  <a:pt x="11071" y="16691"/>
                  <a:pt x="11291" y="16472"/>
                  <a:pt x="11291" y="16200"/>
                </a:cubicBezTo>
                <a:lnTo>
                  <a:pt x="11291" y="11292"/>
                </a:lnTo>
                <a:lnTo>
                  <a:pt x="16200" y="11292"/>
                </a:lnTo>
                <a:cubicBezTo>
                  <a:pt x="16471" y="11292"/>
                  <a:pt x="16691" y="11072"/>
                  <a:pt x="16691" y="10800"/>
                </a:cubicBezTo>
                <a:cubicBezTo>
                  <a:pt x="16691" y="10529"/>
                  <a:pt x="16471" y="10309"/>
                  <a:pt x="16200" y="10309"/>
                </a:cubicBezTo>
              </a:path>
            </a:pathLst>
          </a:custGeom>
          <a:solidFill>
            <a:schemeClr val="tx1"/>
          </a:solidFill>
          <a:ln w="12700">
            <a:miter lim="400000"/>
          </a:ln>
        </p:spPr>
        <p:txBody>
          <a:bodyPr lIns="14284" tIns="14284" rIns="14284" bIns="14284" anchor="ctr"/>
          <a:lstStyle/>
          <a:p>
            <a:pPr defTabSz="171399" eaLnBrk="1" hangingPunct="1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1125">
              <a:effectLst>
                <a:outerShdw blurRad="38100" dist="12700" dir="5400000" rotWithShape="0">
                  <a:srgbClr val="000000">
                    <a:alpha val="50000"/>
                  </a:srgbClr>
                </a:outerShdw>
              </a:effectLst>
              <a:latin typeface="Gill Sans"/>
              <a:ea typeface="Calibri" charset="0"/>
              <a:cs typeface="Calibri" charset="0"/>
              <a:sym typeface="Gill Sans"/>
            </a:endParaRPr>
          </a:p>
        </p:txBody>
      </p:sp>
      <p:sp>
        <p:nvSpPr>
          <p:cNvPr id="23" name="Shape 2601"/>
          <p:cNvSpPr/>
          <p:nvPr userDrawn="1"/>
        </p:nvSpPr>
        <p:spPr>
          <a:xfrm>
            <a:off x="2544545" y="1760477"/>
            <a:ext cx="209550" cy="209550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0800" y="20618"/>
                </a:moveTo>
                <a:cubicBezTo>
                  <a:pt x="5378" y="20618"/>
                  <a:pt x="982" y="16223"/>
                  <a:pt x="982" y="10800"/>
                </a:cubicBezTo>
                <a:cubicBezTo>
                  <a:pt x="982" y="5378"/>
                  <a:pt x="5378" y="982"/>
                  <a:pt x="10800" y="982"/>
                </a:cubicBezTo>
                <a:cubicBezTo>
                  <a:pt x="16223" y="982"/>
                  <a:pt x="20618" y="5378"/>
                  <a:pt x="20618" y="10800"/>
                </a:cubicBezTo>
                <a:cubicBezTo>
                  <a:pt x="20618" y="16223"/>
                  <a:pt x="16223" y="20618"/>
                  <a:pt x="10800" y="20618"/>
                </a:cubicBezTo>
                <a:moveTo>
                  <a:pt x="10800" y="0"/>
                </a:moveTo>
                <a:cubicBezTo>
                  <a:pt x="4835" y="0"/>
                  <a:pt x="0" y="4836"/>
                  <a:pt x="0" y="10800"/>
                </a:cubicBezTo>
                <a:cubicBezTo>
                  <a:pt x="0" y="16765"/>
                  <a:pt x="4835" y="21600"/>
                  <a:pt x="10800" y="21600"/>
                </a:cubicBezTo>
                <a:cubicBezTo>
                  <a:pt x="16765" y="21600"/>
                  <a:pt x="21600" y="16765"/>
                  <a:pt x="21600" y="10800"/>
                </a:cubicBezTo>
                <a:cubicBezTo>
                  <a:pt x="21600" y="4836"/>
                  <a:pt x="16765" y="0"/>
                  <a:pt x="10800" y="0"/>
                </a:cubicBezTo>
                <a:moveTo>
                  <a:pt x="16200" y="10309"/>
                </a:moveTo>
                <a:lnTo>
                  <a:pt x="5400" y="10309"/>
                </a:lnTo>
                <a:cubicBezTo>
                  <a:pt x="5129" y="10309"/>
                  <a:pt x="4909" y="10529"/>
                  <a:pt x="4909" y="10800"/>
                </a:cubicBezTo>
                <a:cubicBezTo>
                  <a:pt x="4909" y="11072"/>
                  <a:pt x="5129" y="11292"/>
                  <a:pt x="5400" y="11292"/>
                </a:cubicBezTo>
                <a:lnTo>
                  <a:pt x="16200" y="11292"/>
                </a:lnTo>
                <a:cubicBezTo>
                  <a:pt x="16471" y="11292"/>
                  <a:pt x="16691" y="11072"/>
                  <a:pt x="16691" y="10800"/>
                </a:cubicBezTo>
                <a:cubicBezTo>
                  <a:pt x="16691" y="10529"/>
                  <a:pt x="16471" y="10309"/>
                  <a:pt x="16200" y="10309"/>
                </a:cubicBezTo>
              </a:path>
            </a:pathLst>
          </a:custGeom>
          <a:solidFill>
            <a:schemeClr val="tx1"/>
          </a:solidFill>
          <a:ln w="12700">
            <a:miter lim="400000"/>
          </a:ln>
        </p:spPr>
        <p:txBody>
          <a:bodyPr lIns="14284" tIns="14284" rIns="14284" bIns="14284" anchor="ctr"/>
          <a:lstStyle/>
          <a:p>
            <a:pPr defTabSz="171399" eaLnBrk="1" hangingPunct="1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1125">
              <a:effectLst>
                <a:outerShdw blurRad="38100" dist="12700" dir="5400000" rotWithShape="0">
                  <a:srgbClr val="000000">
                    <a:alpha val="50000"/>
                  </a:srgbClr>
                </a:outerShdw>
              </a:effectLst>
              <a:latin typeface="Gill Sans"/>
              <a:ea typeface="Calibri" charset="0"/>
              <a:cs typeface="Calibri" charset="0"/>
              <a:sym typeface="Gill Sans"/>
            </a:endParaRPr>
          </a:p>
        </p:txBody>
      </p:sp>
      <p:sp>
        <p:nvSpPr>
          <p:cNvPr id="24" name="Shape 2604"/>
          <p:cNvSpPr/>
          <p:nvPr userDrawn="1"/>
        </p:nvSpPr>
        <p:spPr>
          <a:xfrm>
            <a:off x="2566313" y="2257023"/>
            <a:ext cx="209550" cy="171450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20618" y="9600"/>
                </a:moveTo>
                <a:lnTo>
                  <a:pt x="17673" y="9600"/>
                </a:lnTo>
                <a:lnTo>
                  <a:pt x="17673" y="8400"/>
                </a:lnTo>
                <a:cubicBezTo>
                  <a:pt x="17673" y="7738"/>
                  <a:pt x="17233" y="7200"/>
                  <a:pt x="16691" y="7200"/>
                </a:cubicBezTo>
                <a:lnTo>
                  <a:pt x="14727" y="7200"/>
                </a:lnTo>
                <a:cubicBezTo>
                  <a:pt x="14186" y="7200"/>
                  <a:pt x="13745" y="7738"/>
                  <a:pt x="13745" y="8400"/>
                </a:cubicBezTo>
                <a:lnTo>
                  <a:pt x="13745" y="9600"/>
                </a:lnTo>
                <a:lnTo>
                  <a:pt x="7855" y="9600"/>
                </a:lnTo>
                <a:lnTo>
                  <a:pt x="7855" y="8400"/>
                </a:lnTo>
                <a:cubicBezTo>
                  <a:pt x="7855" y="7738"/>
                  <a:pt x="7414" y="7200"/>
                  <a:pt x="6873" y="7200"/>
                </a:cubicBezTo>
                <a:lnTo>
                  <a:pt x="4909" y="7200"/>
                </a:lnTo>
                <a:cubicBezTo>
                  <a:pt x="4367" y="7200"/>
                  <a:pt x="3927" y="7738"/>
                  <a:pt x="3927" y="8400"/>
                </a:cubicBezTo>
                <a:lnTo>
                  <a:pt x="3927" y="9600"/>
                </a:lnTo>
                <a:lnTo>
                  <a:pt x="982" y="9600"/>
                </a:lnTo>
                <a:lnTo>
                  <a:pt x="982" y="3601"/>
                </a:lnTo>
                <a:lnTo>
                  <a:pt x="20618" y="3601"/>
                </a:lnTo>
                <a:cubicBezTo>
                  <a:pt x="20618" y="3601"/>
                  <a:pt x="20618" y="9600"/>
                  <a:pt x="20618" y="9600"/>
                </a:cubicBezTo>
                <a:close/>
                <a:moveTo>
                  <a:pt x="14727" y="8400"/>
                </a:moveTo>
                <a:lnTo>
                  <a:pt x="16691" y="8400"/>
                </a:lnTo>
                <a:lnTo>
                  <a:pt x="16691" y="12001"/>
                </a:lnTo>
                <a:lnTo>
                  <a:pt x="14727" y="12001"/>
                </a:lnTo>
                <a:cubicBezTo>
                  <a:pt x="14727" y="12001"/>
                  <a:pt x="14727" y="8400"/>
                  <a:pt x="14727" y="8400"/>
                </a:cubicBezTo>
                <a:close/>
                <a:moveTo>
                  <a:pt x="4909" y="8400"/>
                </a:moveTo>
                <a:lnTo>
                  <a:pt x="6873" y="8400"/>
                </a:lnTo>
                <a:lnTo>
                  <a:pt x="6873" y="12001"/>
                </a:lnTo>
                <a:lnTo>
                  <a:pt x="4909" y="12001"/>
                </a:lnTo>
                <a:cubicBezTo>
                  <a:pt x="4909" y="12001"/>
                  <a:pt x="4909" y="8400"/>
                  <a:pt x="4909" y="8400"/>
                </a:cubicBezTo>
                <a:close/>
                <a:moveTo>
                  <a:pt x="19636" y="20400"/>
                </a:moveTo>
                <a:lnTo>
                  <a:pt x="1964" y="20400"/>
                </a:lnTo>
                <a:lnTo>
                  <a:pt x="1964" y="10800"/>
                </a:lnTo>
                <a:lnTo>
                  <a:pt x="3927" y="10800"/>
                </a:lnTo>
                <a:lnTo>
                  <a:pt x="3927" y="12001"/>
                </a:lnTo>
                <a:cubicBezTo>
                  <a:pt x="3927" y="12662"/>
                  <a:pt x="4367" y="13200"/>
                  <a:pt x="4909" y="13200"/>
                </a:cubicBezTo>
                <a:lnTo>
                  <a:pt x="6873" y="13200"/>
                </a:lnTo>
                <a:cubicBezTo>
                  <a:pt x="7414" y="13200"/>
                  <a:pt x="7855" y="12662"/>
                  <a:pt x="7855" y="12001"/>
                </a:cubicBezTo>
                <a:lnTo>
                  <a:pt x="7855" y="10800"/>
                </a:lnTo>
                <a:lnTo>
                  <a:pt x="13745" y="10800"/>
                </a:lnTo>
                <a:lnTo>
                  <a:pt x="13745" y="12001"/>
                </a:lnTo>
                <a:cubicBezTo>
                  <a:pt x="13745" y="12662"/>
                  <a:pt x="14186" y="13200"/>
                  <a:pt x="14727" y="13200"/>
                </a:cubicBezTo>
                <a:lnTo>
                  <a:pt x="16691" y="13200"/>
                </a:lnTo>
                <a:cubicBezTo>
                  <a:pt x="17233" y="13200"/>
                  <a:pt x="17673" y="12662"/>
                  <a:pt x="17673" y="12001"/>
                </a:cubicBezTo>
                <a:lnTo>
                  <a:pt x="17673" y="10800"/>
                </a:lnTo>
                <a:lnTo>
                  <a:pt x="19636" y="10800"/>
                </a:lnTo>
                <a:cubicBezTo>
                  <a:pt x="19636" y="10800"/>
                  <a:pt x="19636" y="20400"/>
                  <a:pt x="19636" y="20400"/>
                </a:cubicBezTo>
                <a:close/>
                <a:moveTo>
                  <a:pt x="8836" y="1200"/>
                </a:moveTo>
                <a:lnTo>
                  <a:pt x="12764" y="1200"/>
                </a:lnTo>
                <a:cubicBezTo>
                  <a:pt x="13305" y="1200"/>
                  <a:pt x="13745" y="1738"/>
                  <a:pt x="13745" y="2400"/>
                </a:cubicBezTo>
                <a:lnTo>
                  <a:pt x="7855" y="2400"/>
                </a:lnTo>
                <a:cubicBezTo>
                  <a:pt x="7855" y="1738"/>
                  <a:pt x="8295" y="1200"/>
                  <a:pt x="8836" y="1200"/>
                </a:cubicBezTo>
                <a:moveTo>
                  <a:pt x="20618" y="2400"/>
                </a:moveTo>
                <a:lnTo>
                  <a:pt x="14727" y="2400"/>
                </a:lnTo>
                <a:cubicBezTo>
                  <a:pt x="14727" y="1075"/>
                  <a:pt x="13848" y="0"/>
                  <a:pt x="12764" y="0"/>
                </a:cubicBezTo>
                <a:lnTo>
                  <a:pt x="8836" y="0"/>
                </a:lnTo>
                <a:cubicBezTo>
                  <a:pt x="7752" y="0"/>
                  <a:pt x="6873" y="1075"/>
                  <a:pt x="6873" y="2400"/>
                </a:cubicBezTo>
                <a:lnTo>
                  <a:pt x="982" y="2400"/>
                </a:lnTo>
                <a:cubicBezTo>
                  <a:pt x="440" y="2400"/>
                  <a:pt x="0" y="2938"/>
                  <a:pt x="0" y="3601"/>
                </a:cubicBezTo>
                <a:lnTo>
                  <a:pt x="0" y="9600"/>
                </a:lnTo>
                <a:cubicBezTo>
                  <a:pt x="0" y="10262"/>
                  <a:pt x="440" y="10800"/>
                  <a:pt x="982" y="10800"/>
                </a:cubicBezTo>
                <a:lnTo>
                  <a:pt x="982" y="20400"/>
                </a:lnTo>
                <a:cubicBezTo>
                  <a:pt x="982" y="21062"/>
                  <a:pt x="1422" y="21600"/>
                  <a:pt x="1964" y="21600"/>
                </a:cubicBezTo>
                <a:lnTo>
                  <a:pt x="19636" y="21600"/>
                </a:lnTo>
                <a:cubicBezTo>
                  <a:pt x="20178" y="21600"/>
                  <a:pt x="20618" y="21062"/>
                  <a:pt x="20618" y="20400"/>
                </a:cubicBezTo>
                <a:lnTo>
                  <a:pt x="20618" y="10800"/>
                </a:lnTo>
                <a:cubicBezTo>
                  <a:pt x="21160" y="10800"/>
                  <a:pt x="21600" y="10262"/>
                  <a:pt x="21600" y="9600"/>
                </a:cubicBezTo>
                <a:lnTo>
                  <a:pt x="21600" y="3601"/>
                </a:lnTo>
                <a:cubicBezTo>
                  <a:pt x="21600" y="2938"/>
                  <a:pt x="21160" y="2400"/>
                  <a:pt x="20618" y="2400"/>
                </a:cubicBezTo>
              </a:path>
            </a:pathLst>
          </a:custGeom>
          <a:solidFill>
            <a:schemeClr val="tx1"/>
          </a:solidFill>
          <a:ln w="12700">
            <a:miter lim="400000"/>
          </a:ln>
        </p:spPr>
        <p:txBody>
          <a:bodyPr lIns="14284" tIns="14284" rIns="14284" bIns="14284" anchor="ctr"/>
          <a:lstStyle/>
          <a:p>
            <a:pPr defTabSz="171399" eaLnBrk="1" hangingPunct="1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1125">
              <a:effectLst>
                <a:outerShdw blurRad="38100" dist="12700" dir="5400000" rotWithShape="0">
                  <a:srgbClr val="000000">
                    <a:alpha val="50000"/>
                  </a:srgbClr>
                </a:outerShdw>
              </a:effectLst>
              <a:latin typeface="Gill Sans"/>
              <a:ea typeface="Calibri" charset="0"/>
              <a:cs typeface="Calibri" charset="0"/>
              <a:sym typeface="Gill Sans"/>
            </a:endParaRPr>
          </a:p>
        </p:txBody>
      </p:sp>
      <p:sp>
        <p:nvSpPr>
          <p:cNvPr id="25" name="Shape 2609"/>
          <p:cNvSpPr/>
          <p:nvPr userDrawn="1"/>
        </p:nvSpPr>
        <p:spPr>
          <a:xfrm>
            <a:off x="2467956" y="1334087"/>
            <a:ext cx="209550" cy="171450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21109" y="13200"/>
                </a:moveTo>
                <a:lnTo>
                  <a:pt x="5400" y="13200"/>
                </a:lnTo>
                <a:cubicBezTo>
                  <a:pt x="5129" y="13200"/>
                  <a:pt x="4909" y="13469"/>
                  <a:pt x="4909" y="13800"/>
                </a:cubicBezTo>
                <a:cubicBezTo>
                  <a:pt x="4909" y="14132"/>
                  <a:pt x="5129" y="14400"/>
                  <a:pt x="5400" y="14400"/>
                </a:cubicBezTo>
                <a:lnTo>
                  <a:pt x="21109" y="14400"/>
                </a:lnTo>
                <a:cubicBezTo>
                  <a:pt x="21380" y="14400"/>
                  <a:pt x="21600" y="14132"/>
                  <a:pt x="21600" y="13800"/>
                </a:cubicBezTo>
                <a:cubicBezTo>
                  <a:pt x="21600" y="13469"/>
                  <a:pt x="21380" y="13200"/>
                  <a:pt x="21109" y="13200"/>
                </a:cubicBezTo>
                <a:moveTo>
                  <a:pt x="21109" y="7200"/>
                </a:moveTo>
                <a:lnTo>
                  <a:pt x="5400" y="7200"/>
                </a:lnTo>
                <a:cubicBezTo>
                  <a:pt x="5129" y="7200"/>
                  <a:pt x="4909" y="7469"/>
                  <a:pt x="4909" y="7800"/>
                </a:cubicBezTo>
                <a:cubicBezTo>
                  <a:pt x="4909" y="8132"/>
                  <a:pt x="5129" y="8401"/>
                  <a:pt x="5400" y="8401"/>
                </a:cubicBezTo>
                <a:lnTo>
                  <a:pt x="21109" y="8401"/>
                </a:lnTo>
                <a:cubicBezTo>
                  <a:pt x="21380" y="8401"/>
                  <a:pt x="21600" y="8132"/>
                  <a:pt x="21600" y="7800"/>
                </a:cubicBezTo>
                <a:cubicBezTo>
                  <a:pt x="21600" y="7469"/>
                  <a:pt x="21380" y="7200"/>
                  <a:pt x="21109" y="7200"/>
                </a:cubicBezTo>
                <a:moveTo>
                  <a:pt x="1473" y="0"/>
                </a:moveTo>
                <a:cubicBezTo>
                  <a:pt x="659" y="0"/>
                  <a:pt x="0" y="807"/>
                  <a:pt x="0" y="1800"/>
                </a:cubicBezTo>
                <a:cubicBezTo>
                  <a:pt x="0" y="2794"/>
                  <a:pt x="659" y="3600"/>
                  <a:pt x="1473" y="3600"/>
                </a:cubicBezTo>
                <a:cubicBezTo>
                  <a:pt x="2286" y="3600"/>
                  <a:pt x="2945" y="2794"/>
                  <a:pt x="2945" y="1800"/>
                </a:cubicBezTo>
                <a:cubicBezTo>
                  <a:pt x="2945" y="807"/>
                  <a:pt x="2286" y="0"/>
                  <a:pt x="1473" y="0"/>
                </a:cubicBezTo>
                <a:moveTo>
                  <a:pt x="21109" y="19200"/>
                </a:moveTo>
                <a:lnTo>
                  <a:pt x="5400" y="19200"/>
                </a:lnTo>
                <a:cubicBezTo>
                  <a:pt x="5129" y="19200"/>
                  <a:pt x="4909" y="19469"/>
                  <a:pt x="4909" y="19800"/>
                </a:cubicBezTo>
                <a:cubicBezTo>
                  <a:pt x="4909" y="20132"/>
                  <a:pt x="5129" y="20400"/>
                  <a:pt x="5400" y="20400"/>
                </a:cubicBezTo>
                <a:lnTo>
                  <a:pt x="21109" y="20400"/>
                </a:lnTo>
                <a:cubicBezTo>
                  <a:pt x="21380" y="20400"/>
                  <a:pt x="21600" y="20132"/>
                  <a:pt x="21600" y="19800"/>
                </a:cubicBezTo>
                <a:cubicBezTo>
                  <a:pt x="21600" y="19469"/>
                  <a:pt x="21380" y="19200"/>
                  <a:pt x="21109" y="19200"/>
                </a:cubicBezTo>
                <a:moveTo>
                  <a:pt x="5400" y="2400"/>
                </a:moveTo>
                <a:lnTo>
                  <a:pt x="21109" y="2400"/>
                </a:lnTo>
                <a:cubicBezTo>
                  <a:pt x="21380" y="2400"/>
                  <a:pt x="21600" y="2132"/>
                  <a:pt x="21600" y="1800"/>
                </a:cubicBezTo>
                <a:cubicBezTo>
                  <a:pt x="21600" y="1469"/>
                  <a:pt x="21380" y="1200"/>
                  <a:pt x="21109" y="1200"/>
                </a:cubicBezTo>
                <a:lnTo>
                  <a:pt x="5400" y="1200"/>
                </a:lnTo>
                <a:cubicBezTo>
                  <a:pt x="5129" y="1200"/>
                  <a:pt x="4909" y="1469"/>
                  <a:pt x="4909" y="1800"/>
                </a:cubicBezTo>
                <a:cubicBezTo>
                  <a:pt x="4909" y="2132"/>
                  <a:pt x="5129" y="2400"/>
                  <a:pt x="5400" y="2400"/>
                </a:cubicBezTo>
                <a:moveTo>
                  <a:pt x="1473" y="18000"/>
                </a:moveTo>
                <a:cubicBezTo>
                  <a:pt x="659" y="18000"/>
                  <a:pt x="0" y="18806"/>
                  <a:pt x="0" y="19800"/>
                </a:cubicBezTo>
                <a:cubicBezTo>
                  <a:pt x="0" y="20794"/>
                  <a:pt x="659" y="21600"/>
                  <a:pt x="1473" y="21600"/>
                </a:cubicBezTo>
                <a:cubicBezTo>
                  <a:pt x="2286" y="21600"/>
                  <a:pt x="2945" y="20794"/>
                  <a:pt x="2945" y="19800"/>
                </a:cubicBezTo>
                <a:cubicBezTo>
                  <a:pt x="2945" y="18806"/>
                  <a:pt x="2286" y="18000"/>
                  <a:pt x="1473" y="18000"/>
                </a:cubicBezTo>
                <a:moveTo>
                  <a:pt x="1473" y="6000"/>
                </a:moveTo>
                <a:cubicBezTo>
                  <a:pt x="659" y="6000"/>
                  <a:pt x="0" y="6807"/>
                  <a:pt x="0" y="7800"/>
                </a:cubicBezTo>
                <a:cubicBezTo>
                  <a:pt x="0" y="8794"/>
                  <a:pt x="659" y="9600"/>
                  <a:pt x="1473" y="9600"/>
                </a:cubicBezTo>
                <a:cubicBezTo>
                  <a:pt x="2286" y="9600"/>
                  <a:pt x="2945" y="8794"/>
                  <a:pt x="2945" y="7800"/>
                </a:cubicBezTo>
                <a:cubicBezTo>
                  <a:pt x="2945" y="6807"/>
                  <a:pt x="2286" y="6000"/>
                  <a:pt x="1473" y="6000"/>
                </a:cubicBezTo>
                <a:moveTo>
                  <a:pt x="1473" y="12000"/>
                </a:moveTo>
                <a:cubicBezTo>
                  <a:pt x="659" y="12000"/>
                  <a:pt x="0" y="12807"/>
                  <a:pt x="0" y="13800"/>
                </a:cubicBezTo>
                <a:cubicBezTo>
                  <a:pt x="0" y="14794"/>
                  <a:pt x="659" y="15600"/>
                  <a:pt x="1473" y="15600"/>
                </a:cubicBezTo>
                <a:cubicBezTo>
                  <a:pt x="2286" y="15600"/>
                  <a:pt x="2945" y="14794"/>
                  <a:pt x="2945" y="13800"/>
                </a:cubicBezTo>
                <a:cubicBezTo>
                  <a:pt x="2945" y="12807"/>
                  <a:pt x="2286" y="12000"/>
                  <a:pt x="1473" y="12000"/>
                </a:cubicBezTo>
              </a:path>
            </a:pathLst>
          </a:custGeom>
          <a:solidFill>
            <a:schemeClr val="tx1"/>
          </a:solidFill>
          <a:ln w="12700">
            <a:miter lim="400000"/>
          </a:ln>
        </p:spPr>
        <p:txBody>
          <a:bodyPr lIns="14284" tIns="14284" rIns="14284" bIns="14284" anchor="ctr"/>
          <a:lstStyle/>
          <a:p>
            <a:pPr defTabSz="171399" eaLnBrk="1" hangingPunct="1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1125">
              <a:effectLst>
                <a:outerShdw blurRad="38100" dist="12700" dir="5400000" rotWithShape="0">
                  <a:srgbClr val="000000">
                    <a:alpha val="50000"/>
                  </a:srgbClr>
                </a:outerShdw>
              </a:effectLst>
              <a:latin typeface="Gill Sans"/>
              <a:ea typeface="Calibri" charset="0"/>
              <a:cs typeface="Calibri" charset="0"/>
              <a:sym typeface="Gill Sans"/>
            </a:endParaRPr>
          </a:p>
        </p:txBody>
      </p:sp>
      <p:sp>
        <p:nvSpPr>
          <p:cNvPr id="26" name="Shape 2614"/>
          <p:cNvSpPr/>
          <p:nvPr userDrawn="1"/>
        </p:nvSpPr>
        <p:spPr>
          <a:xfrm>
            <a:off x="1301778" y="2719630"/>
            <a:ext cx="209550" cy="209550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7958" y="17505"/>
                </a:moveTo>
                <a:cubicBezTo>
                  <a:pt x="17372" y="16944"/>
                  <a:pt x="16242" y="15945"/>
                  <a:pt x="15117" y="15413"/>
                </a:cubicBezTo>
                <a:cubicBezTo>
                  <a:pt x="14189" y="14975"/>
                  <a:pt x="13657" y="14531"/>
                  <a:pt x="13491" y="14057"/>
                </a:cubicBezTo>
                <a:cubicBezTo>
                  <a:pt x="13377" y="13728"/>
                  <a:pt x="13428" y="13351"/>
                  <a:pt x="13649" y="12904"/>
                </a:cubicBezTo>
                <a:cubicBezTo>
                  <a:pt x="13815" y="12567"/>
                  <a:pt x="13972" y="12286"/>
                  <a:pt x="14117" y="12028"/>
                </a:cubicBezTo>
                <a:cubicBezTo>
                  <a:pt x="14730" y="10934"/>
                  <a:pt x="15203" y="10145"/>
                  <a:pt x="15203" y="7348"/>
                </a:cubicBezTo>
                <a:cubicBezTo>
                  <a:pt x="15203" y="3162"/>
                  <a:pt x="12787" y="2951"/>
                  <a:pt x="12309" y="2951"/>
                </a:cubicBezTo>
                <a:cubicBezTo>
                  <a:pt x="11917" y="2951"/>
                  <a:pt x="11672" y="3037"/>
                  <a:pt x="11435" y="3121"/>
                </a:cubicBezTo>
                <a:cubicBezTo>
                  <a:pt x="11175" y="3213"/>
                  <a:pt x="10907" y="3309"/>
                  <a:pt x="10296" y="3319"/>
                </a:cubicBezTo>
                <a:cubicBezTo>
                  <a:pt x="9190" y="3337"/>
                  <a:pt x="6873" y="3375"/>
                  <a:pt x="6873" y="7226"/>
                </a:cubicBezTo>
                <a:cubicBezTo>
                  <a:pt x="6873" y="9919"/>
                  <a:pt x="7574" y="11156"/>
                  <a:pt x="8125" y="12150"/>
                </a:cubicBezTo>
                <a:cubicBezTo>
                  <a:pt x="8266" y="12404"/>
                  <a:pt x="8399" y="12645"/>
                  <a:pt x="8505" y="12885"/>
                </a:cubicBezTo>
                <a:cubicBezTo>
                  <a:pt x="8973" y="13949"/>
                  <a:pt x="8631" y="14693"/>
                  <a:pt x="7426" y="15224"/>
                </a:cubicBezTo>
                <a:cubicBezTo>
                  <a:pt x="5905" y="15897"/>
                  <a:pt x="5188" y="16247"/>
                  <a:pt x="3693" y="17562"/>
                </a:cubicBezTo>
                <a:cubicBezTo>
                  <a:pt x="2017" y="15800"/>
                  <a:pt x="982" y="13423"/>
                  <a:pt x="982" y="10800"/>
                </a:cubicBezTo>
                <a:cubicBezTo>
                  <a:pt x="982" y="5377"/>
                  <a:pt x="5377" y="982"/>
                  <a:pt x="10800" y="982"/>
                </a:cubicBezTo>
                <a:cubicBezTo>
                  <a:pt x="16223" y="982"/>
                  <a:pt x="20618" y="5377"/>
                  <a:pt x="20618" y="10800"/>
                </a:cubicBezTo>
                <a:cubicBezTo>
                  <a:pt x="20618" y="13395"/>
                  <a:pt x="19603" y="15749"/>
                  <a:pt x="17958" y="17505"/>
                </a:cubicBezTo>
                <a:moveTo>
                  <a:pt x="10800" y="20618"/>
                </a:moveTo>
                <a:cubicBezTo>
                  <a:pt x="8356" y="20618"/>
                  <a:pt x="6125" y="19720"/>
                  <a:pt x="4407" y="18242"/>
                </a:cubicBezTo>
                <a:cubicBezTo>
                  <a:pt x="5730" y="17084"/>
                  <a:pt x="6362" y="16767"/>
                  <a:pt x="7823" y="16122"/>
                </a:cubicBezTo>
                <a:cubicBezTo>
                  <a:pt x="9515" y="15375"/>
                  <a:pt x="10091" y="14051"/>
                  <a:pt x="9403" y="12489"/>
                </a:cubicBezTo>
                <a:cubicBezTo>
                  <a:pt x="9279" y="12208"/>
                  <a:pt x="9136" y="11949"/>
                  <a:pt x="8984" y="11674"/>
                </a:cubicBezTo>
                <a:cubicBezTo>
                  <a:pt x="8461" y="10732"/>
                  <a:pt x="7855" y="9665"/>
                  <a:pt x="7855" y="7226"/>
                </a:cubicBezTo>
                <a:cubicBezTo>
                  <a:pt x="7855" y="4341"/>
                  <a:pt x="9224" y="4318"/>
                  <a:pt x="10312" y="4300"/>
                </a:cubicBezTo>
                <a:cubicBezTo>
                  <a:pt x="11084" y="4287"/>
                  <a:pt x="11461" y="4154"/>
                  <a:pt x="11763" y="4047"/>
                </a:cubicBezTo>
                <a:cubicBezTo>
                  <a:pt x="11964" y="3975"/>
                  <a:pt x="12086" y="3933"/>
                  <a:pt x="12309" y="3933"/>
                </a:cubicBezTo>
                <a:cubicBezTo>
                  <a:pt x="13218" y="3933"/>
                  <a:pt x="14221" y="4830"/>
                  <a:pt x="14221" y="7348"/>
                </a:cubicBezTo>
                <a:cubicBezTo>
                  <a:pt x="14221" y="9888"/>
                  <a:pt x="13840" y="10513"/>
                  <a:pt x="13261" y="11548"/>
                </a:cubicBezTo>
                <a:cubicBezTo>
                  <a:pt x="13108" y="11820"/>
                  <a:pt x="12943" y="12115"/>
                  <a:pt x="12768" y="12470"/>
                </a:cubicBezTo>
                <a:cubicBezTo>
                  <a:pt x="12430" y="13155"/>
                  <a:pt x="12362" y="13798"/>
                  <a:pt x="12565" y="14380"/>
                </a:cubicBezTo>
                <a:cubicBezTo>
                  <a:pt x="12825" y="15126"/>
                  <a:pt x="13502" y="15737"/>
                  <a:pt x="14696" y="16302"/>
                </a:cubicBezTo>
                <a:cubicBezTo>
                  <a:pt x="15675" y="16764"/>
                  <a:pt x="16700" y="17667"/>
                  <a:pt x="17251" y="18189"/>
                </a:cubicBezTo>
                <a:cubicBezTo>
                  <a:pt x="15525" y="19697"/>
                  <a:pt x="13272" y="20618"/>
                  <a:pt x="10800" y="20618"/>
                </a:cubicBezTo>
                <a:moveTo>
                  <a:pt x="10800" y="0"/>
                </a:moveTo>
                <a:cubicBezTo>
                  <a:pt x="4835" y="0"/>
                  <a:pt x="0" y="4835"/>
                  <a:pt x="0" y="10800"/>
                </a:cubicBezTo>
                <a:cubicBezTo>
                  <a:pt x="0" y="16764"/>
                  <a:pt x="4835" y="21600"/>
                  <a:pt x="10800" y="21600"/>
                </a:cubicBezTo>
                <a:cubicBezTo>
                  <a:pt x="16765" y="21600"/>
                  <a:pt x="21600" y="16764"/>
                  <a:pt x="21600" y="10800"/>
                </a:cubicBezTo>
                <a:cubicBezTo>
                  <a:pt x="21600" y="4835"/>
                  <a:pt x="16765" y="0"/>
                  <a:pt x="10800" y="0"/>
                </a:cubicBezTo>
              </a:path>
            </a:pathLst>
          </a:custGeom>
          <a:solidFill>
            <a:schemeClr val="tx1"/>
          </a:solidFill>
          <a:ln w="12700">
            <a:miter lim="400000"/>
          </a:ln>
        </p:spPr>
        <p:txBody>
          <a:bodyPr lIns="14284" tIns="14284" rIns="14284" bIns="14284" anchor="ctr"/>
          <a:lstStyle/>
          <a:p>
            <a:pPr defTabSz="171399" eaLnBrk="1" hangingPunct="1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1125">
              <a:effectLst>
                <a:outerShdw blurRad="38100" dist="12700" dir="5400000" rotWithShape="0">
                  <a:srgbClr val="000000">
                    <a:alpha val="50000"/>
                  </a:srgbClr>
                </a:outerShdw>
              </a:effectLst>
              <a:latin typeface="Gill Sans"/>
              <a:ea typeface="Calibri" charset="0"/>
              <a:cs typeface="Calibri" charset="0"/>
              <a:sym typeface="Gill Sans"/>
            </a:endParaRPr>
          </a:p>
        </p:txBody>
      </p:sp>
      <p:sp>
        <p:nvSpPr>
          <p:cNvPr id="27" name="Shape 2615"/>
          <p:cNvSpPr/>
          <p:nvPr userDrawn="1"/>
        </p:nvSpPr>
        <p:spPr>
          <a:xfrm>
            <a:off x="909677" y="2719630"/>
            <a:ext cx="209550" cy="209550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7593" y="17878"/>
                </a:moveTo>
                <a:cubicBezTo>
                  <a:pt x="16514" y="16546"/>
                  <a:pt x="15177" y="15812"/>
                  <a:pt x="14084" y="15323"/>
                </a:cubicBezTo>
                <a:cubicBezTo>
                  <a:pt x="13842" y="15214"/>
                  <a:pt x="13687" y="15099"/>
                  <a:pt x="13598" y="14990"/>
                </a:cubicBezTo>
                <a:cubicBezTo>
                  <a:pt x="15238" y="14959"/>
                  <a:pt x="16521" y="14237"/>
                  <a:pt x="16581" y="14203"/>
                </a:cubicBezTo>
                <a:cubicBezTo>
                  <a:pt x="16751" y="14106"/>
                  <a:pt x="16846" y="13918"/>
                  <a:pt x="16826" y="13724"/>
                </a:cubicBezTo>
                <a:cubicBezTo>
                  <a:pt x="16807" y="13546"/>
                  <a:pt x="16693" y="13394"/>
                  <a:pt x="16530" y="13325"/>
                </a:cubicBezTo>
                <a:cubicBezTo>
                  <a:pt x="16461" y="13275"/>
                  <a:pt x="15663" y="12629"/>
                  <a:pt x="15663" y="9051"/>
                </a:cubicBezTo>
                <a:cubicBezTo>
                  <a:pt x="15663" y="5000"/>
                  <a:pt x="14115" y="2945"/>
                  <a:pt x="11061" y="2945"/>
                </a:cubicBezTo>
                <a:cubicBezTo>
                  <a:pt x="8481" y="2945"/>
                  <a:pt x="5845" y="3642"/>
                  <a:pt x="5845" y="8806"/>
                </a:cubicBezTo>
                <a:cubicBezTo>
                  <a:pt x="5845" y="12555"/>
                  <a:pt x="5219" y="13278"/>
                  <a:pt x="5122" y="13367"/>
                </a:cubicBezTo>
                <a:cubicBezTo>
                  <a:pt x="4957" y="13416"/>
                  <a:pt x="4826" y="13551"/>
                  <a:pt x="4784" y="13723"/>
                </a:cubicBezTo>
                <a:cubicBezTo>
                  <a:pt x="4734" y="13935"/>
                  <a:pt x="4828" y="14153"/>
                  <a:pt x="5015" y="14262"/>
                </a:cubicBezTo>
                <a:cubicBezTo>
                  <a:pt x="6396" y="15064"/>
                  <a:pt x="7482" y="15136"/>
                  <a:pt x="8065" y="15091"/>
                </a:cubicBezTo>
                <a:cubicBezTo>
                  <a:pt x="7994" y="15151"/>
                  <a:pt x="7850" y="15241"/>
                  <a:pt x="7564" y="15335"/>
                </a:cubicBezTo>
                <a:cubicBezTo>
                  <a:pt x="6211" y="15776"/>
                  <a:pt x="4766" y="16807"/>
                  <a:pt x="3958" y="17834"/>
                </a:cubicBezTo>
                <a:cubicBezTo>
                  <a:pt x="2125" y="16050"/>
                  <a:pt x="982" y="13560"/>
                  <a:pt x="982" y="10800"/>
                </a:cubicBezTo>
                <a:cubicBezTo>
                  <a:pt x="982" y="5377"/>
                  <a:pt x="5377" y="982"/>
                  <a:pt x="10800" y="982"/>
                </a:cubicBezTo>
                <a:cubicBezTo>
                  <a:pt x="16222" y="982"/>
                  <a:pt x="20618" y="5377"/>
                  <a:pt x="20618" y="10800"/>
                </a:cubicBezTo>
                <a:cubicBezTo>
                  <a:pt x="20618" y="13584"/>
                  <a:pt x="19454" y="16092"/>
                  <a:pt x="17593" y="17878"/>
                </a:cubicBezTo>
                <a:moveTo>
                  <a:pt x="10800" y="20618"/>
                </a:moveTo>
                <a:cubicBezTo>
                  <a:pt x="8489" y="20618"/>
                  <a:pt x="6370" y="19815"/>
                  <a:pt x="4693" y="18480"/>
                </a:cubicBezTo>
                <a:cubicBezTo>
                  <a:pt x="5360" y="17604"/>
                  <a:pt x="6693" y="16652"/>
                  <a:pt x="7869" y="16268"/>
                </a:cubicBezTo>
                <a:cubicBezTo>
                  <a:pt x="8578" y="16037"/>
                  <a:pt x="8988" y="15688"/>
                  <a:pt x="9087" y="15232"/>
                </a:cubicBezTo>
                <a:cubicBezTo>
                  <a:pt x="9214" y="14656"/>
                  <a:pt x="8775" y="14230"/>
                  <a:pt x="8725" y="14183"/>
                </a:cubicBezTo>
                <a:cubicBezTo>
                  <a:pt x="8597" y="14065"/>
                  <a:pt x="8412" y="14025"/>
                  <a:pt x="8246" y="14075"/>
                </a:cubicBezTo>
                <a:cubicBezTo>
                  <a:pt x="8208" y="14086"/>
                  <a:pt x="7406" y="14309"/>
                  <a:pt x="6089" y="13714"/>
                </a:cubicBezTo>
                <a:cubicBezTo>
                  <a:pt x="6486" y="13026"/>
                  <a:pt x="6826" y="11618"/>
                  <a:pt x="6826" y="8806"/>
                </a:cubicBezTo>
                <a:cubicBezTo>
                  <a:pt x="6826" y="4301"/>
                  <a:pt x="8829" y="3928"/>
                  <a:pt x="11061" y="3928"/>
                </a:cubicBezTo>
                <a:cubicBezTo>
                  <a:pt x="12615" y="3928"/>
                  <a:pt x="14681" y="4458"/>
                  <a:pt x="14681" y="9051"/>
                </a:cubicBezTo>
                <a:cubicBezTo>
                  <a:pt x="14681" y="11662"/>
                  <a:pt x="15092" y="12966"/>
                  <a:pt x="15499" y="13617"/>
                </a:cubicBezTo>
                <a:cubicBezTo>
                  <a:pt x="14943" y="13829"/>
                  <a:pt x="14058" y="14076"/>
                  <a:pt x="13097" y="13993"/>
                </a:cubicBezTo>
                <a:cubicBezTo>
                  <a:pt x="12883" y="13971"/>
                  <a:pt x="12690" y="14092"/>
                  <a:pt x="12605" y="14285"/>
                </a:cubicBezTo>
                <a:cubicBezTo>
                  <a:pt x="12420" y="14704"/>
                  <a:pt x="12408" y="15649"/>
                  <a:pt x="13683" y="16219"/>
                </a:cubicBezTo>
                <a:cubicBezTo>
                  <a:pt x="14677" y="16664"/>
                  <a:pt x="15893" y="17331"/>
                  <a:pt x="16850" y="18522"/>
                </a:cubicBezTo>
                <a:cubicBezTo>
                  <a:pt x="15182" y="19831"/>
                  <a:pt x="13085" y="20618"/>
                  <a:pt x="10800" y="20618"/>
                </a:cubicBezTo>
                <a:moveTo>
                  <a:pt x="10800" y="0"/>
                </a:moveTo>
                <a:cubicBezTo>
                  <a:pt x="4835" y="0"/>
                  <a:pt x="0" y="4836"/>
                  <a:pt x="0" y="10800"/>
                </a:cubicBezTo>
                <a:cubicBezTo>
                  <a:pt x="0" y="16765"/>
                  <a:pt x="4835" y="21600"/>
                  <a:pt x="10800" y="21600"/>
                </a:cubicBezTo>
                <a:cubicBezTo>
                  <a:pt x="16764" y="21600"/>
                  <a:pt x="21600" y="16765"/>
                  <a:pt x="21600" y="10800"/>
                </a:cubicBezTo>
                <a:cubicBezTo>
                  <a:pt x="21600" y="4836"/>
                  <a:pt x="16764" y="0"/>
                  <a:pt x="10800" y="0"/>
                </a:cubicBezTo>
              </a:path>
            </a:pathLst>
          </a:custGeom>
          <a:solidFill>
            <a:schemeClr val="tx1"/>
          </a:solidFill>
          <a:ln w="12700">
            <a:miter lim="400000"/>
          </a:ln>
        </p:spPr>
        <p:txBody>
          <a:bodyPr lIns="14284" tIns="14284" rIns="14284" bIns="14284" anchor="ctr"/>
          <a:lstStyle/>
          <a:p>
            <a:pPr defTabSz="171399" eaLnBrk="1" hangingPunct="1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1125">
              <a:effectLst>
                <a:outerShdw blurRad="38100" dist="12700" dir="5400000" rotWithShape="0">
                  <a:srgbClr val="000000">
                    <a:alpha val="50000"/>
                  </a:srgbClr>
                </a:outerShdw>
              </a:effectLst>
              <a:latin typeface="Gill Sans"/>
              <a:ea typeface="Calibri" charset="0"/>
              <a:cs typeface="Calibri" charset="0"/>
              <a:sym typeface="Gill Sans"/>
            </a:endParaRPr>
          </a:p>
        </p:txBody>
      </p:sp>
      <p:sp>
        <p:nvSpPr>
          <p:cNvPr id="28" name="Shape 2616"/>
          <p:cNvSpPr/>
          <p:nvPr userDrawn="1"/>
        </p:nvSpPr>
        <p:spPr>
          <a:xfrm>
            <a:off x="2132343" y="2729155"/>
            <a:ext cx="209550" cy="190500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016" y="20520"/>
                </a:moveTo>
                <a:cubicBezTo>
                  <a:pt x="1258" y="18675"/>
                  <a:pt x="2752" y="17923"/>
                  <a:pt x="4191" y="17361"/>
                </a:cubicBezTo>
                <a:cubicBezTo>
                  <a:pt x="5156" y="17087"/>
                  <a:pt x="6884" y="15971"/>
                  <a:pt x="6884" y="13567"/>
                </a:cubicBezTo>
                <a:cubicBezTo>
                  <a:pt x="6884" y="11510"/>
                  <a:pt x="6113" y="10507"/>
                  <a:pt x="5698" y="9969"/>
                </a:cubicBezTo>
                <a:cubicBezTo>
                  <a:pt x="5646" y="9902"/>
                  <a:pt x="5599" y="9842"/>
                  <a:pt x="5562" y="9786"/>
                </a:cubicBezTo>
                <a:cubicBezTo>
                  <a:pt x="5550" y="9769"/>
                  <a:pt x="5538" y="9752"/>
                  <a:pt x="5526" y="9735"/>
                </a:cubicBezTo>
                <a:cubicBezTo>
                  <a:pt x="5491" y="9662"/>
                  <a:pt x="5297" y="9177"/>
                  <a:pt x="5553" y="8011"/>
                </a:cubicBezTo>
                <a:cubicBezTo>
                  <a:pt x="5604" y="7777"/>
                  <a:pt x="5583" y="7531"/>
                  <a:pt x="5493" y="7312"/>
                </a:cubicBezTo>
                <a:cubicBezTo>
                  <a:pt x="5249" y="6721"/>
                  <a:pt x="4603" y="5151"/>
                  <a:pt x="5035" y="3988"/>
                </a:cubicBezTo>
                <a:cubicBezTo>
                  <a:pt x="5619" y="2411"/>
                  <a:pt x="6140" y="2099"/>
                  <a:pt x="7085" y="1642"/>
                </a:cubicBezTo>
                <a:cubicBezTo>
                  <a:pt x="7132" y="1619"/>
                  <a:pt x="7177" y="1592"/>
                  <a:pt x="7220" y="1562"/>
                </a:cubicBezTo>
                <a:cubicBezTo>
                  <a:pt x="7458" y="1393"/>
                  <a:pt x="8233" y="1080"/>
                  <a:pt x="9029" y="1080"/>
                </a:cubicBezTo>
                <a:cubicBezTo>
                  <a:pt x="9467" y="1080"/>
                  <a:pt x="9840" y="1172"/>
                  <a:pt x="10137" y="1353"/>
                </a:cubicBezTo>
                <a:cubicBezTo>
                  <a:pt x="10491" y="1569"/>
                  <a:pt x="10825" y="1968"/>
                  <a:pt x="11308" y="3213"/>
                </a:cubicBezTo>
                <a:cubicBezTo>
                  <a:pt x="11991" y="4974"/>
                  <a:pt x="11820" y="6477"/>
                  <a:pt x="11347" y="7186"/>
                </a:cubicBezTo>
                <a:cubicBezTo>
                  <a:pt x="11175" y="7442"/>
                  <a:pt x="11116" y="7769"/>
                  <a:pt x="11184" y="8078"/>
                </a:cubicBezTo>
                <a:cubicBezTo>
                  <a:pt x="11422" y="9164"/>
                  <a:pt x="11247" y="9602"/>
                  <a:pt x="11210" y="9679"/>
                </a:cubicBezTo>
                <a:cubicBezTo>
                  <a:pt x="11181" y="9712"/>
                  <a:pt x="11153" y="9748"/>
                  <a:pt x="11129" y="9786"/>
                </a:cubicBezTo>
                <a:cubicBezTo>
                  <a:pt x="11091" y="9842"/>
                  <a:pt x="11044" y="9902"/>
                  <a:pt x="10992" y="9969"/>
                </a:cubicBezTo>
                <a:cubicBezTo>
                  <a:pt x="10578" y="10507"/>
                  <a:pt x="9806" y="11510"/>
                  <a:pt x="9806" y="13567"/>
                </a:cubicBezTo>
                <a:cubicBezTo>
                  <a:pt x="9806" y="15972"/>
                  <a:pt x="11535" y="17087"/>
                  <a:pt x="12500" y="17361"/>
                </a:cubicBezTo>
                <a:cubicBezTo>
                  <a:pt x="13925" y="17916"/>
                  <a:pt x="15432" y="18665"/>
                  <a:pt x="15675" y="20520"/>
                </a:cubicBezTo>
                <a:cubicBezTo>
                  <a:pt x="15675" y="20520"/>
                  <a:pt x="1016" y="20520"/>
                  <a:pt x="1016" y="20520"/>
                </a:cubicBezTo>
                <a:close/>
                <a:moveTo>
                  <a:pt x="12782" y="16326"/>
                </a:moveTo>
                <a:cubicBezTo>
                  <a:pt x="12782" y="16326"/>
                  <a:pt x="10788" y="15813"/>
                  <a:pt x="10788" y="13567"/>
                </a:cubicBezTo>
                <a:cubicBezTo>
                  <a:pt x="10788" y="11595"/>
                  <a:pt x="11607" y="10900"/>
                  <a:pt x="11923" y="10420"/>
                </a:cubicBezTo>
                <a:cubicBezTo>
                  <a:pt x="11923" y="10420"/>
                  <a:pt x="12573" y="9806"/>
                  <a:pt x="12138" y="7825"/>
                </a:cubicBezTo>
                <a:cubicBezTo>
                  <a:pt x="12863" y="6740"/>
                  <a:pt x="12999" y="4821"/>
                  <a:pt x="12211" y="2789"/>
                </a:cubicBezTo>
                <a:cubicBezTo>
                  <a:pt x="11716" y="1514"/>
                  <a:pt x="11279" y="815"/>
                  <a:pt x="10613" y="409"/>
                </a:cubicBezTo>
                <a:cubicBezTo>
                  <a:pt x="10124" y="111"/>
                  <a:pt x="9569" y="0"/>
                  <a:pt x="9029" y="0"/>
                </a:cubicBezTo>
                <a:cubicBezTo>
                  <a:pt x="8023" y="0"/>
                  <a:pt x="7070" y="384"/>
                  <a:pt x="6690" y="653"/>
                </a:cubicBezTo>
                <a:cubicBezTo>
                  <a:pt x="5576" y="1192"/>
                  <a:pt x="4828" y="1688"/>
                  <a:pt x="4126" y="3579"/>
                </a:cubicBezTo>
                <a:cubicBezTo>
                  <a:pt x="3556" y="5114"/>
                  <a:pt x="4241" y="6891"/>
                  <a:pt x="4598" y="7757"/>
                </a:cubicBezTo>
                <a:cubicBezTo>
                  <a:pt x="4163" y="9739"/>
                  <a:pt x="4767" y="10420"/>
                  <a:pt x="4767" y="10420"/>
                </a:cubicBezTo>
                <a:cubicBezTo>
                  <a:pt x="5083" y="10900"/>
                  <a:pt x="5903" y="11595"/>
                  <a:pt x="5903" y="13567"/>
                </a:cubicBezTo>
                <a:cubicBezTo>
                  <a:pt x="5903" y="15813"/>
                  <a:pt x="3909" y="16326"/>
                  <a:pt x="3909" y="16326"/>
                </a:cubicBezTo>
                <a:cubicBezTo>
                  <a:pt x="2642" y="16817"/>
                  <a:pt x="0" y="17821"/>
                  <a:pt x="0" y="21060"/>
                </a:cubicBezTo>
                <a:cubicBezTo>
                  <a:pt x="0" y="21060"/>
                  <a:pt x="0" y="21600"/>
                  <a:pt x="491" y="21600"/>
                </a:cubicBezTo>
                <a:lnTo>
                  <a:pt x="16200" y="21600"/>
                </a:lnTo>
                <a:cubicBezTo>
                  <a:pt x="16691" y="21600"/>
                  <a:pt x="16691" y="21060"/>
                  <a:pt x="16691" y="21060"/>
                </a:cubicBezTo>
                <a:cubicBezTo>
                  <a:pt x="16691" y="17821"/>
                  <a:pt x="14048" y="16817"/>
                  <a:pt x="12782" y="16326"/>
                </a:cubicBezTo>
                <a:moveTo>
                  <a:pt x="18035" y="15774"/>
                </a:moveTo>
                <a:cubicBezTo>
                  <a:pt x="18035" y="15774"/>
                  <a:pt x="16217" y="15312"/>
                  <a:pt x="16217" y="13291"/>
                </a:cubicBezTo>
                <a:cubicBezTo>
                  <a:pt x="16217" y="11515"/>
                  <a:pt x="17087" y="10890"/>
                  <a:pt x="17376" y="10458"/>
                </a:cubicBezTo>
                <a:cubicBezTo>
                  <a:pt x="17376" y="10458"/>
                  <a:pt x="17968" y="9906"/>
                  <a:pt x="17572" y="8122"/>
                </a:cubicBezTo>
                <a:cubicBezTo>
                  <a:pt x="18232" y="7146"/>
                  <a:pt x="18387" y="5419"/>
                  <a:pt x="17669" y="3590"/>
                </a:cubicBezTo>
                <a:cubicBezTo>
                  <a:pt x="17218" y="2442"/>
                  <a:pt x="16666" y="1814"/>
                  <a:pt x="16059" y="1449"/>
                </a:cubicBezTo>
                <a:cubicBezTo>
                  <a:pt x="15612" y="1180"/>
                  <a:pt x="15107" y="1081"/>
                  <a:pt x="14614" y="1081"/>
                </a:cubicBezTo>
                <a:cubicBezTo>
                  <a:pt x="13880" y="1081"/>
                  <a:pt x="13182" y="1301"/>
                  <a:pt x="12753" y="1514"/>
                </a:cubicBezTo>
                <a:cubicBezTo>
                  <a:pt x="12878" y="1781"/>
                  <a:pt x="12997" y="2064"/>
                  <a:pt x="13115" y="2366"/>
                </a:cubicBezTo>
                <a:cubicBezTo>
                  <a:pt x="13131" y="2409"/>
                  <a:pt x="13143" y="2453"/>
                  <a:pt x="13159" y="2496"/>
                </a:cubicBezTo>
                <a:cubicBezTo>
                  <a:pt x="13436" y="2360"/>
                  <a:pt x="13994" y="2160"/>
                  <a:pt x="14614" y="2160"/>
                </a:cubicBezTo>
                <a:cubicBezTo>
                  <a:pt x="15001" y="2160"/>
                  <a:pt x="15328" y="2239"/>
                  <a:pt x="15588" y="2396"/>
                </a:cubicBezTo>
                <a:cubicBezTo>
                  <a:pt x="15893" y="2579"/>
                  <a:pt x="16347" y="2947"/>
                  <a:pt x="16767" y="4019"/>
                </a:cubicBezTo>
                <a:cubicBezTo>
                  <a:pt x="17366" y="5541"/>
                  <a:pt x="17207" y="6853"/>
                  <a:pt x="16784" y="7478"/>
                </a:cubicBezTo>
                <a:cubicBezTo>
                  <a:pt x="16610" y="7736"/>
                  <a:pt x="16549" y="8067"/>
                  <a:pt x="16618" y="8379"/>
                </a:cubicBezTo>
                <a:cubicBezTo>
                  <a:pt x="16817" y="9273"/>
                  <a:pt x="16689" y="9648"/>
                  <a:pt x="16656" y="9723"/>
                </a:cubicBezTo>
                <a:cubicBezTo>
                  <a:pt x="16631" y="9754"/>
                  <a:pt x="16607" y="9786"/>
                  <a:pt x="16584" y="9820"/>
                </a:cubicBezTo>
                <a:cubicBezTo>
                  <a:pt x="16565" y="9848"/>
                  <a:pt x="16497" y="9929"/>
                  <a:pt x="16447" y="9988"/>
                </a:cubicBezTo>
                <a:cubicBezTo>
                  <a:pt x="16023" y="10488"/>
                  <a:pt x="15236" y="11419"/>
                  <a:pt x="15236" y="13291"/>
                </a:cubicBezTo>
                <a:cubicBezTo>
                  <a:pt x="15236" y="15520"/>
                  <a:pt x="16851" y="16555"/>
                  <a:pt x="17757" y="16810"/>
                </a:cubicBezTo>
                <a:cubicBezTo>
                  <a:pt x="19050" y="17307"/>
                  <a:pt x="20311" y="17926"/>
                  <a:pt x="20570" y="19440"/>
                </a:cubicBezTo>
                <a:lnTo>
                  <a:pt x="17464" y="19440"/>
                </a:lnTo>
                <a:cubicBezTo>
                  <a:pt x="17553" y="19773"/>
                  <a:pt x="17615" y="20132"/>
                  <a:pt x="17645" y="20520"/>
                </a:cubicBezTo>
                <a:lnTo>
                  <a:pt x="21152" y="20520"/>
                </a:lnTo>
                <a:cubicBezTo>
                  <a:pt x="21600" y="20520"/>
                  <a:pt x="21600" y="20034"/>
                  <a:pt x="21600" y="20034"/>
                </a:cubicBezTo>
                <a:cubicBezTo>
                  <a:pt x="21600" y="17119"/>
                  <a:pt x="19191" y="16215"/>
                  <a:pt x="18035" y="15774"/>
                </a:cubicBezTo>
              </a:path>
            </a:pathLst>
          </a:custGeom>
          <a:solidFill>
            <a:schemeClr val="tx1"/>
          </a:solidFill>
          <a:ln w="12700">
            <a:miter lim="400000"/>
          </a:ln>
        </p:spPr>
        <p:txBody>
          <a:bodyPr lIns="14284" tIns="14284" rIns="14284" bIns="14284" anchor="ctr"/>
          <a:lstStyle/>
          <a:p>
            <a:pPr defTabSz="171399" eaLnBrk="1" hangingPunct="1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1125">
              <a:effectLst>
                <a:outerShdw blurRad="38100" dist="12700" dir="5400000" rotWithShape="0">
                  <a:srgbClr val="000000">
                    <a:alpha val="50000"/>
                  </a:srgbClr>
                </a:outerShdw>
              </a:effectLst>
              <a:latin typeface="Gill Sans"/>
              <a:ea typeface="Calibri" charset="0"/>
              <a:cs typeface="Calibri" charset="0"/>
              <a:sym typeface="Gill Sans"/>
            </a:endParaRPr>
          </a:p>
        </p:txBody>
      </p:sp>
      <p:sp>
        <p:nvSpPr>
          <p:cNvPr id="29" name="Shape 2617"/>
          <p:cNvSpPr/>
          <p:nvPr userDrawn="1"/>
        </p:nvSpPr>
        <p:spPr>
          <a:xfrm>
            <a:off x="1720575" y="2738680"/>
            <a:ext cx="209550" cy="171450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4457" y="20400"/>
                </a:moveTo>
                <a:cubicBezTo>
                  <a:pt x="4686" y="18711"/>
                  <a:pt x="5897" y="18036"/>
                  <a:pt x="7134" y="17493"/>
                </a:cubicBezTo>
                <a:lnTo>
                  <a:pt x="7173" y="17477"/>
                </a:lnTo>
                <a:cubicBezTo>
                  <a:pt x="8055" y="17190"/>
                  <a:pt x="9626" y="16039"/>
                  <a:pt x="9626" y="13569"/>
                </a:cubicBezTo>
                <a:cubicBezTo>
                  <a:pt x="9626" y="11474"/>
                  <a:pt x="8932" y="10452"/>
                  <a:pt x="8558" y="9902"/>
                </a:cubicBezTo>
                <a:cubicBezTo>
                  <a:pt x="8484" y="9791"/>
                  <a:pt x="8394" y="9649"/>
                  <a:pt x="8414" y="9680"/>
                </a:cubicBezTo>
                <a:cubicBezTo>
                  <a:pt x="8384" y="9599"/>
                  <a:pt x="8237" y="9129"/>
                  <a:pt x="8449" y="8035"/>
                </a:cubicBezTo>
                <a:cubicBezTo>
                  <a:pt x="8549" y="7522"/>
                  <a:pt x="8380" y="7241"/>
                  <a:pt x="8380" y="7241"/>
                </a:cubicBezTo>
                <a:cubicBezTo>
                  <a:pt x="8112" y="6505"/>
                  <a:pt x="7614" y="5133"/>
                  <a:pt x="7988" y="4025"/>
                </a:cubicBezTo>
                <a:cubicBezTo>
                  <a:pt x="8490" y="2492"/>
                  <a:pt x="8935" y="2190"/>
                  <a:pt x="9741" y="1747"/>
                </a:cubicBezTo>
                <a:cubicBezTo>
                  <a:pt x="9788" y="1721"/>
                  <a:pt x="9834" y="1691"/>
                  <a:pt x="9877" y="1657"/>
                </a:cubicBezTo>
                <a:cubicBezTo>
                  <a:pt x="10029" y="1535"/>
                  <a:pt x="10674" y="1200"/>
                  <a:pt x="11403" y="1200"/>
                </a:cubicBezTo>
                <a:cubicBezTo>
                  <a:pt x="11768" y="1200"/>
                  <a:pt x="12075" y="1285"/>
                  <a:pt x="12318" y="1454"/>
                </a:cubicBezTo>
                <a:cubicBezTo>
                  <a:pt x="12610" y="1655"/>
                  <a:pt x="12890" y="2039"/>
                  <a:pt x="13313" y="3271"/>
                </a:cubicBezTo>
                <a:cubicBezTo>
                  <a:pt x="14101" y="5469"/>
                  <a:pt x="13602" y="6698"/>
                  <a:pt x="13350" y="7124"/>
                </a:cubicBezTo>
                <a:cubicBezTo>
                  <a:pt x="13183" y="7407"/>
                  <a:pt x="13126" y="7764"/>
                  <a:pt x="13191" y="8102"/>
                </a:cubicBezTo>
                <a:cubicBezTo>
                  <a:pt x="13386" y="9109"/>
                  <a:pt x="13260" y="9534"/>
                  <a:pt x="13227" y="9619"/>
                </a:cubicBezTo>
                <a:cubicBezTo>
                  <a:pt x="13219" y="9631"/>
                  <a:pt x="13101" y="9814"/>
                  <a:pt x="13041" y="9902"/>
                </a:cubicBezTo>
                <a:cubicBezTo>
                  <a:pt x="12668" y="10452"/>
                  <a:pt x="11973" y="11474"/>
                  <a:pt x="11973" y="13569"/>
                </a:cubicBezTo>
                <a:cubicBezTo>
                  <a:pt x="11973" y="16039"/>
                  <a:pt x="13545" y="17190"/>
                  <a:pt x="14427" y="17477"/>
                </a:cubicBezTo>
                <a:lnTo>
                  <a:pt x="14466" y="17493"/>
                </a:lnTo>
                <a:cubicBezTo>
                  <a:pt x="15703" y="18036"/>
                  <a:pt x="16914" y="18711"/>
                  <a:pt x="17143" y="20400"/>
                </a:cubicBezTo>
                <a:cubicBezTo>
                  <a:pt x="17143" y="20400"/>
                  <a:pt x="4457" y="20400"/>
                  <a:pt x="4457" y="20400"/>
                </a:cubicBezTo>
                <a:close/>
                <a:moveTo>
                  <a:pt x="14715" y="16328"/>
                </a:moveTo>
                <a:cubicBezTo>
                  <a:pt x="14715" y="16328"/>
                  <a:pt x="12955" y="15815"/>
                  <a:pt x="12955" y="13569"/>
                </a:cubicBezTo>
                <a:cubicBezTo>
                  <a:pt x="12955" y="11596"/>
                  <a:pt x="13678" y="10901"/>
                  <a:pt x="13957" y="10421"/>
                </a:cubicBezTo>
                <a:cubicBezTo>
                  <a:pt x="13957" y="10421"/>
                  <a:pt x="14531" y="9807"/>
                  <a:pt x="14146" y="7826"/>
                </a:cubicBezTo>
                <a:cubicBezTo>
                  <a:pt x="14787" y="6740"/>
                  <a:pt x="14995" y="4972"/>
                  <a:pt x="14211" y="2789"/>
                </a:cubicBezTo>
                <a:cubicBezTo>
                  <a:pt x="13774" y="1514"/>
                  <a:pt x="13389" y="815"/>
                  <a:pt x="12801" y="409"/>
                </a:cubicBezTo>
                <a:cubicBezTo>
                  <a:pt x="12370" y="110"/>
                  <a:pt x="11880" y="0"/>
                  <a:pt x="11403" y="0"/>
                </a:cubicBezTo>
                <a:cubicBezTo>
                  <a:pt x="10516" y="0"/>
                  <a:pt x="9675" y="384"/>
                  <a:pt x="9339" y="653"/>
                </a:cubicBezTo>
                <a:cubicBezTo>
                  <a:pt x="8357" y="1192"/>
                  <a:pt x="7697" y="1688"/>
                  <a:pt x="7077" y="3579"/>
                </a:cubicBezTo>
                <a:cubicBezTo>
                  <a:pt x="6540" y="5168"/>
                  <a:pt x="7179" y="6892"/>
                  <a:pt x="7494" y="7758"/>
                </a:cubicBezTo>
                <a:cubicBezTo>
                  <a:pt x="7110" y="9740"/>
                  <a:pt x="7642" y="10421"/>
                  <a:pt x="7642" y="10421"/>
                </a:cubicBezTo>
                <a:cubicBezTo>
                  <a:pt x="7922" y="10901"/>
                  <a:pt x="8644" y="11596"/>
                  <a:pt x="8644" y="13569"/>
                </a:cubicBezTo>
                <a:cubicBezTo>
                  <a:pt x="8644" y="15815"/>
                  <a:pt x="6885" y="16328"/>
                  <a:pt x="6885" y="16328"/>
                </a:cubicBezTo>
                <a:cubicBezTo>
                  <a:pt x="5768" y="16819"/>
                  <a:pt x="3436" y="17760"/>
                  <a:pt x="3436" y="21000"/>
                </a:cubicBezTo>
                <a:cubicBezTo>
                  <a:pt x="3436" y="21000"/>
                  <a:pt x="3436" y="21600"/>
                  <a:pt x="3927" y="21600"/>
                </a:cubicBezTo>
                <a:lnTo>
                  <a:pt x="17673" y="21600"/>
                </a:lnTo>
                <a:cubicBezTo>
                  <a:pt x="18164" y="21600"/>
                  <a:pt x="18164" y="21000"/>
                  <a:pt x="18164" y="21000"/>
                </a:cubicBezTo>
                <a:cubicBezTo>
                  <a:pt x="18164" y="17760"/>
                  <a:pt x="15832" y="16819"/>
                  <a:pt x="14715" y="16328"/>
                </a:cubicBezTo>
                <a:moveTo>
                  <a:pt x="19516" y="15006"/>
                </a:moveTo>
                <a:cubicBezTo>
                  <a:pt x="19516" y="15006"/>
                  <a:pt x="18416" y="14701"/>
                  <a:pt x="18416" y="12954"/>
                </a:cubicBezTo>
                <a:cubicBezTo>
                  <a:pt x="18416" y="11419"/>
                  <a:pt x="18794" y="10879"/>
                  <a:pt x="19017" y="10506"/>
                </a:cubicBezTo>
                <a:cubicBezTo>
                  <a:pt x="19017" y="10506"/>
                  <a:pt x="19443" y="9975"/>
                  <a:pt x="19136" y="8435"/>
                </a:cubicBezTo>
                <a:cubicBezTo>
                  <a:pt x="19388" y="7760"/>
                  <a:pt x="19900" y="6419"/>
                  <a:pt x="19470" y="5184"/>
                </a:cubicBezTo>
                <a:cubicBezTo>
                  <a:pt x="18974" y="3714"/>
                  <a:pt x="18645" y="3327"/>
                  <a:pt x="17860" y="2908"/>
                </a:cubicBezTo>
                <a:cubicBezTo>
                  <a:pt x="17591" y="2699"/>
                  <a:pt x="16918" y="2400"/>
                  <a:pt x="16208" y="2400"/>
                </a:cubicBezTo>
                <a:cubicBezTo>
                  <a:pt x="15873" y="2400"/>
                  <a:pt x="15531" y="2473"/>
                  <a:pt x="15218" y="2647"/>
                </a:cubicBezTo>
                <a:cubicBezTo>
                  <a:pt x="15343" y="3035"/>
                  <a:pt x="15449" y="3420"/>
                  <a:pt x="15525" y="3799"/>
                </a:cubicBezTo>
                <a:cubicBezTo>
                  <a:pt x="15537" y="3790"/>
                  <a:pt x="15550" y="3779"/>
                  <a:pt x="15563" y="3770"/>
                </a:cubicBezTo>
                <a:cubicBezTo>
                  <a:pt x="15730" y="3657"/>
                  <a:pt x="15948" y="3600"/>
                  <a:pt x="16208" y="3600"/>
                </a:cubicBezTo>
                <a:cubicBezTo>
                  <a:pt x="16716" y="3600"/>
                  <a:pt x="17211" y="3825"/>
                  <a:pt x="17332" y="3919"/>
                </a:cubicBezTo>
                <a:cubicBezTo>
                  <a:pt x="17375" y="3953"/>
                  <a:pt x="17421" y="3983"/>
                  <a:pt x="17467" y="4008"/>
                </a:cubicBezTo>
                <a:cubicBezTo>
                  <a:pt x="17950" y="4265"/>
                  <a:pt x="18131" y="4362"/>
                  <a:pt x="18562" y="5641"/>
                </a:cubicBezTo>
                <a:cubicBezTo>
                  <a:pt x="18822" y="6387"/>
                  <a:pt x="18452" y="7378"/>
                  <a:pt x="18253" y="7911"/>
                </a:cubicBezTo>
                <a:cubicBezTo>
                  <a:pt x="18161" y="8156"/>
                  <a:pt x="18130" y="8457"/>
                  <a:pt x="18182" y="8718"/>
                </a:cubicBezTo>
                <a:cubicBezTo>
                  <a:pt x="18316" y="9392"/>
                  <a:pt x="18254" y="9706"/>
                  <a:pt x="18232" y="9784"/>
                </a:cubicBezTo>
                <a:cubicBezTo>
                  <a:pt x="18230" y="9788"/>
                  <a:pt x="18227" y="9793"/>
                  <a:pt x="18224" y="9798"/>
                </a:cubicBezTo>
                <a:lnTo>
                  <a:pt x="18191" y="9853"/>
                </a:lnTo>
                <a:cubicBezTo>
                  <a:pt x="17926" y="10290"/>
                  <a:pt x="17434" y="11106"/>
                  <a:pt x="17434" y="12954"/>
                </a:cubicBezTo>
                <a:cubicBezTo>
                  <a:pt x="17434" y="15019"/>
                  <a:pt x="18570" y="15933"/>
                  <a:pt x="19229" y="16155"/>
                </a:cubicBezTo>
                <a:cubicBezTo>
                  <a:pt x="19856" y="16429"/>
                  <a:pt x="20435" y="16859"/>
                  <a:pt x="20582" y="17999"/>
                </a:cubicBezTo>
                <a:lnTo>
                  <a:pt x="18459" y="18000"/>
                </a:lnTo>
                <a:cubicBezTo>
                  <a:pt x="18647" y="18353"/>
                  <a:pt x="18802" y="18755"/>
                  <a:pt x="18920" y="19200"/>
                </a:cubicBezTo>
                <a:lnTo>
                  <a:pt x="21109" y="19199"/>
                </a:lnTo>
                <a:cubicBezTo>
                  <a:pt x="21600" y="19199"/>
                  <a:pt x="21600" y="18599"/>
                  <a:pt x="21600" y="18599"/>
                </a:cubicBezTo>
                <a:cubicBezTo>
                  <a:pt x="21600" y="16199"/>
                  <a:pt x="20410" y="15388"/>
                  <a:pt x="19516" y="15006"/>
                </a:cubicBezTo>
                <a:moveTo>
                  <a:pt x="2371" y="16155"/>
                </a:moveTo>
                <a:cubicBezTo>
                  <a:pt x="3030" y="15933"/>
                  <a:pt x="4166" y="15019"/>
                  <a:pt x="4166" y="12954"/>
                </a:cubicBezTo>
                <a:cubicBezTo>
                  <a:pt x="4166" y="11106"/>
                  <a:pt x="3673" y="10290"/>
                  <a:pt x="3409" y="9853"/>
                </a:cubicBezTo>
                <a:lnTo>
                  <a:pt x="3376" y="9798"/>
                </a:lnTo>
                <a:cubicBezTo>
                  <a:pt x="3373" y="9793"/>
                  <a:pt x="3370" y="9788"/>
                  <a:pt x="3367" y="9784"/>
                </a:cubicBezTo>
                <a:cubicBezTo>
                  <a:pt x="3346" y="9706"/>
                  <a:pt x="3283" y="9392"/>
                  <a:pt x="3418" y="8718"/>
                </a:cubicBezTo>
                <a:cubicBezTo>
                  <a:pt x="3470" y="8457"/>
                  <a:pt x="3439" y="8156"/>
                  <a:pt x="3347" y="7911"/>
                </a:cubicBezTo>
                <a:cubicBezTo>
                  <a:pt x="3148" y="7378"/>
                  <a:pt x="2778" y="6387"/>
                  <a:pt x="3038" y="5641"/>
                </a:cubicBezTo>
                <a:cubicBezTo>
                  <a:pt x="3469" y="4362"/>
                  <a:pt x="3649" y="4265"/>
                  <a:pt x="4133" y="4008"/>
                </a:cubicBezTo>
                <a:cubicBezTo>
                  <a:pt x="4180" y="3983"/>
                  <a:pt x="4225" y="3953"/>
                  <a:pt x="4268" y="3919"/>
                </a:cubicBezTo>
                <a:cubicBezTo>
                  <a:pt x="4389" y="3825"/>
                  <a:pt x="4884" y="3600"/>
                  <a:pt x="5392" y="3600"/>
                </a:cubicBezTo>
                <a:cubicBezTo>
                  <a:pt x="5636" y="3600"/>
                  <a:pt x="5839" y="3655"/>
                  <a:pt x="6002" y="3755"/>
                </a:cubicBezTo>
                <a:cubicBezTo>
                  <a:pt x="6045" y="3548"/>
                  <a:pt x="6096" y="3341"/>
                  <a:pt x="6165" y="3134"/>
                </a:cubicBezTo>
                <a:cubicBezTo>
                  <a:pt x="6225" y="2950"/>
                  <a:pt x="6289" y="2793"/>
                  <a:pt x="6351" y="2630"/>
                </a:cubicBezTo>
                <a:cubicBezTo>
                  <a:pt x="6046" y="2468"/>
                  <a:pt x="5716" y="2400"/>
                  <a:pt x="5392" y="2400"/>
                </a:cubicBezTo>
                <a:cubicBezTo>
                  <a:pt x="4682" y="2400"/>
                  <a:pt x="4009" y="2699"/>
                  <a:pt x="3740" y="2908"/>
                </a:cubicBezTo>
                <a:cubicBezTo>
                  <a:pt x="2955" y="3327"/>
                  <a:pt x="2625" y="3714"/>
                  <a:pt x="2130" y="5184"/>
                </a:cubicBezTo>
                <a:cubicBezTo>
                  <a:pt x="1700" y="6419"/>
                  <a:pt x="2212" y="7760"/>
                  <a:pt x="2464" y="8435"/>
                </a:cubicBezTo>
                <a:cubicBezTo>
                  <a:pt x="2156" y="9975"/>
                  <a:pt x="2583" y="10506"/>
                  <a:pt x="2583" y="10506"/>
                </a:cubicBezTo>
                <a:cubicBezTo>
                  <a:pt x="2806" y="10879"/>
                  <a:pt x="3185" y="11419"/>
                  <a:pt x="3185" y="12954"/>
                </a:cubicBezTo>
                <a:cubicBezTo>
                  <a:pt x="3185" y="14701"/>
                  <a:pt x="2084" y="15006"/>
                  <a:pt x="2084" y="15006"/>
                </a:cubicBezTo>
                <a:cubicBezTo>
                  <a:pt x="1191" y="15388"/>
                  <a:pt x="0" y="16199"/>
                  <a:pt x="0" y="18599"/>
                </a:cubicBezTo>
                <a:cubicBezTo>
                  <a:pt x="0" y="18599"/>
                  <a:pt x="0" y="19199"/>
                  <a:pt x="491" y="19199"/>
                </a:cubicBezTo>
                <a:lnTo>
                  <a:pt x="2680" y="19200"/>
                </a:lnTo>
                <a:cubicBezTo>
                  <a:pt x="2798" y="18755"/>
                  <a:pt x="2952" y="18353"/>
                  <a:pt x="3141" y="18000"/>
                </a:cubicBezTo>
                <a:lnTo>
                  <a:pt x="1018" y="17999"/>
                </a:lnTo>
                <a:cubicBezTo>
                  <a:pt x="1165" y="16859"/>
                  <a:pt x="1744" y="16429"/>
                  <a:pt x="2371" y="16155"/>
                </a:cubicBezTo>
              </a:path>
            </a:pathLst>
          </a:custGeom>
          <a:solidFill>
            <a:schemeClr val="tx1"/>
          </a:solidFill>
          <a:ln w="12700">
            <a:miter lim="400000"/>
          </a:ln>
        </p:spPr>
        <p:txBody>
          <a:bodyPr lIns="14284" tIns="14284" rIns="14284" bIns="14284" anchor="ctr"/>
          <a:lstStyle/>
          <a:p>
            <a:pPr defTabSz="171399" eaLnBrk="1" hangingPunct="1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1125">
              <a:effectLst>
                <a:outerShdw blurRad="38100" dist="12700" dir="5400000" rotWithShape="0">
                  <a:srgbClr val="000000">
                    <a:alpha val="50000"/>
                  </a:srgbClr>
                </a:outerShdw>
              </a:effectLst>
              <a:latin typeface="Gill Sans"/>
              <a:ea typeface="Calibri" charset="0"/>
              <a:cs typeface="Calibri" charset="0"/>
              <a:sym typeface="Gill Sans"/>
            </a:endParaRPr>
          </a:p>
        </p:txBody>
      </p:sp>
      <p:sp>
        <p:nvSpPr>
          <p:cNvPr id="30" name="Shape 2618"/>
          <p:cNvSpPr/>
          <p:nvPr userDrawn="1"/>
        </p:nvSpPr>
        <p:spPr>
          <a:xfrm>
            <a:off x="1323836" y="2237973"/>
            <a:ext cx="209550" cy="209550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278" h="21600" extrusionOk="0">
                <a:moveTo>
                  <a:pt x="2560" y="18308"/>
                </a:moveTo>
                <a:cubicBezTo>
                  <a:pt x="2472" y="18397"/>
                  <a:pt x="2418" y="18520"/>
                  <a:pt x="2418" y="18655"/>
                </a:cubicBezTo>
                <a:cubicBezTo>
                  <a:pt x="2418" y="18926"/>
                  <a:pt x="2635" y="19146"/>
                  <a:pt x="2902" y="19146"/>
                </a:cubicBezTo>
                <a:cubicBezTo>
                  <a:pt x="3169" y="19146"/>
                  <a:pt x="3385" y="18926"/>
                  <a:pt x="3385" y="18655"/>
                </a:cubicBezTo>
                <a:cubicBezTo>
                  <a:pt x="3385" y="18384"/>
                  <a:pt x="3169" y="18164"/>
                  <a:pt x="2902" y="18164"/>
                </a:cubicBezTo>
                <a:cubicBezTo>
                  <a:pt x="2768" y="18164"/>
                  <a:pt x="2647" y="18219"/>
                  <a:pt x="2560" y="18308"/>
                </a:cubicBezTo>
                <a:moveTo>
                  <a:pt x="20499" y="4279"/>
                </a:moveTo>
                <a:lnTo>
                  <a:pt x="20091" y="4692"/>
                </a:lnTo>
                <a:lnTo>
                  <a:pt x="20088" y="4688"/>
                </a:lnTo>
                <a:lnTo>
                  <a:pt x="17670" y="7143"/>
                </a:lnTo>
                <a:lnTo>
                  <a:pt x="17664" y="7137"/>
                </a:lnTo>
                <a:cubicBezTo>
                  <a:pt x="17227" y="7580"/>
                  <a:pt x="16624" y="7853"/>
                  <a:pt x="15958" y="7853"/>
                </a:cubicBezTo>
                <a:cubicBezTo>
                  <a:pt x="14624" y="7853"/>
                  <a:pt x="13543" y="6755"/>
                  <a:pt x="13543" y="5401"/>
                </a:cubicBezTo>
                <a:cubicBezTo>
                  <a:pt x="13543" y="4725"/>
                  <a:pt x="13813" y="4113"/>
                  <a:pt x="14248" y="3670"/>
                </a:cubicBezTo>
                <a:lnTo>
                  <a:pt x="13563" y="2975"/>
                </a:lnTo>
                <a:cubicBezTo>
                  <a:pt x="12951" y="3596"/>
                  <a:pt x="12571" y="4452"/>
                  <a:pt x="12571" y="5401"/>
                </a:cubicBezTo>
                <a:cubicBezTo>
                  <a:pt x="12571" y="7300"/>
                  <a:pt x="14087" y="8840"/>
                  <a:pt x="15958" y="8840"/>
                </a:cubicBezTo>
                <a:cubicBezTo>
                  <a:pt x="16893" y="8840"/>
                  <a:pt x="17737" y="8454"/>
                  <a:pt x="18348" y="7832"/>
                </a:cubicBezTo>
                <a:lnTo>
                  <a:pt x="18353" y="7837"/>
                </a:lnTo>
                <a:lnTo>
                  <a:pt x="20152" y="6011"/>
                </a:lnTo>
                <a:cubicBezTo>
                  <a:pt x="20516" y="7368"/>
                  <a:pt x="20343" y="8670"/>
                  <a:pt x="19540" y="9505"/>
                </a:cubicBezTo>
                <a:lnTo>
                  <a:pt x="16947" y="12198"/>
                </a:lnTo>
                <a:cubicBezTo>
                  <a:pt x="16605" y="12553"/>
                  <a:pt x="16104" y="12766"/>
                  <a:pt x="15610" y="12766"/>
                </a:cubicBezTo>
                <a:cubicBezTo>
                  <a:pt x="15590" y="12765"/>
                  <a:pt x="13953" y="12652"/>
                  <a:pt x="12318" y="11611"/>
                </a:cubicBezTo>
                <a:lnTo>
                  <a:pt x="12314" y="11620"/>
                </a:lnTo>
                <a:cubicBezTo>
                  <a:pt x="12239" y="11572"/>
                  <a:pt x="12155" y="11537"/>
                  <a:pt x="12060" y="11537"/>
                </a:cubicBezTo>
                <a:cubicBezTo>
                  <a:pt x="11897" y="11537"/>
                  <a:pt x="11759" y="11625"/>
                  <a:pt x="11671" y="11753"/>
                </a:cubicBezTo>
                <a:lnTo>
                  <a:pt x="11654" y="11742"/>
                </a:lnTo>
                <a:lnTo>
                  <a:pt x="4270" y="20043"/>
                </a:lnTo>
                <a:cubicBezTo>
                  <a:pt x="3919" y="20399"/>
                  <a:pt x="3436" y="20618"/>
                  <a:pt x="2902" y="20618"/>
                </a:cubicBezTo>
                <a:cubicBezTo>
                  <a:pt x="1833" y="20618"/>
                  <a:pt x="967" y="19740"/>
                  <a:pt x="967" y="18655"/>
                </a:cubicBezTo>
                <a:cubicBezTo>
                  <a:pt x="967" y="18113"/>
                  <a:pt x="1184" y="17622"/>
                  <a:pt x="1534" y="17267"/>
                </a:cubicBezTo>
                <a:lnTo>
                  <a:pt x="9684" y="9801"/>
                </a:lnTo>
                <a:lnTo>
                  <a:pt x="9671" y="9786"/>
                </a:lnTo>
                <a:cubicBezTo>
                  <a:pt x="9796" y="9698"/>
                  <a:pt x="9884" y="9557"/>
                  <a:pt x="9884" y="9389"/>
                </a:cubicBezTo>
                <a:cubicBezTo>
                  <a:pt x="9884" y="9283"/>
                  <a:pt x="9844" y="9190"/>
                  <a:pt x="9787" y="9110"/>
                </a:cubicBezTo>
                <a:lnTo>
                  <a:pt x="9790" y="9107"/>
                </a:lnTo>
                <a:cubicBezTo>
                  <a:pt x="8390" y="7219"/>
                  <a:pt x="8340" y="5816"/>
                  <a:pt x="9546" y="4488"/>
                </a:cubicBezTo>
                <a:lnTo>
                  <a:pt x="12130" y="1805"/>
                </a:lnTo>
                <a:cubicBezTo>
                  <a:pt x="12785" y="1125"/>
                  <a:pt x="13641" y="982"/>
                  <a:pt x="14244" y="982"/>
                </a:cubicBezTo>
                <a:lnTo>
                  <a:pt x="14246" y="982"/>
                </a:lnTo>
                <a:cubicBezTo>
                  <a:pt x="14611" y="982"/>
                  <a:pt x="14988" y="1037"/>
                  <a:pt x="15366" y="1136"/>
                </a:cubicBezTo>
                <a:lnTo>
                  <a:pt x="13559" y="2970"/>
                </a:lnTo>
                <a:lnTo>
                  <a:pt x="14243" y="3664"/>
                </a:lnTo>
                <a:lnTo>
                  <a:pt x="16661" y="1210"/>
                </a:lnTo>
                <a:lnTo>
                  <a:pt x="16657" y="1206"/>
                </a:lnTo>
                <a:lnTo>
                  <a:pt x="17082" y="775"/>
                </a:lnTo>
                <a:cubicBezTo>
                  <a:pt x="16139" y="269"/>
                  <a:pt x="15160" y="0"/>
                  <a:pt x="14246" y="0"/>
                </a:cubicBezTo>
                <a:lnTo>
                  <a:pt x="14244" y="0"/>
                </a:lnTo>
                <a:cubicBezTo>
                  <a:pt x="13167" y="0"/>
                  <a:pt x="12182" y="361"/>
                  <a:pt x="11460" y="1111"/>
                </a:cubicBezTo>
                <a:lnTo>
                  <a:pt x="8867" y="3804"/>
                </a:lnTo>
                <a:cubicBezTo>
                  <a:pt x="7163" y="5672"/>
                  <a:pt x="7613" y="7584"/>
                  <a:pt x="8769" y="9315"/>
                </a:cubicBezTo>
                <a:lnTo>
                  <a:pt x="850" y="16572"/>
                </a:lnTo>
                <a:cubicBezTo>
                  <a:pt x="325" y="17106"/>
                  <a:pt x="0" y="17842"/>
                  <a:pt x="0" y="18655"/>
                </a:cubicBezTo>
                <a:cubicBezTo>
                  <a:pt x="0" y="20282"/>
                  <a:pt x="1299" y="21600"/>
                  <a:pt x="2902" y="21600"/>
                </a:cubicBezTo>
                <a:cubicBezTo>
                  <a:pt x="3703" y="21600"/>
                  <a:pt x="4429" y="21271"/>
                  <a:pt x="4954" y="20738"/>
                </a:cubicBezTo>
                <a:lnTo>
                  <a:pt x="12160" y="12652"/>
                </a:lnTo>
                <a:cubicBezTo>
                  <a:pt x="13800" y="13590"/>
                  <a:pt x="15363" y="13747"/>
                  <a:pt x="15606" y="13747"/>
                </a:cubicBezTo>
                <a:cubicBezTo>
                  <a:pt x="16313" y="13747"/>
                  <a:pt x="17067" y="13463"/>
                  <a:pt x="17617" y="12892"/>
                </a:cubicBezTo>
                <a:lnTo>
                  <a:pt x="20209" y="10198"/>
                </a:lnTo>
                <a:cubicBezTo>
                  <a:pt x="21560" y="8795"/>
                  <a:pt x="21600" y="6433"/>
                  <a:pt x="20499" y="4279"/>
                </a:cubicBezTo>
              </a:path>
            </a:pathLst>
          </a:custGeom>
          <a:solidFill>
            <a:schemeClr val="tx1"/>
          </a:solidFill>
          <a:ln w="12700">
            <a:miter lim="400000"/>
          </a:ln>
        </p:spPr>
        <p:txBody>
          <a:bodyPr lIns="14284" tIns="14284" rIns="14284" bIns="14284" anchor="ctr"/>
          <a:lstStyle/>
          <a:p>
            <a:pPr defTabSz="171399" eaLnBrk="1" hangingPunct="1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1125">
              <a:effectLst>
                <a:outerShdw blurRad="38100" dist="12700" dir="5400000" rotWithShape="0">
                  <a:srgbClr val="000000">
                    <a:alpha val="50000"/>
                  </a:srgbClr>
                </a:outerShdw>
              </a:effectLst>
              <a:latin typeface="Gill Sans"/>
              <a:ea typeface="Calibri" charset="0"/>
              <a:cs typeface="Calibri" charset="0"/>
              <a:sym typeface="Gill Sans"/>
            </a:endParaRPr>
          </a:p>
        </p:txBody>
      </p:sp>
      <p:sp>
        <p:nvSpPr>
          <p:cNvPr id="31" name="Shape 2621"/>
          <p:cNvSpPr/>
          <p:nvPr userDrawn="1"/>
        </p:nvSpPr>
        <p:spPr>
          <a:xfrm>
            <a:off x="5701696" y="5358037"/>
            <a:ext cx="209550" cy="133350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0800" y="20057"/>
                </a:moveTo>
                <a:cubicBezTo>
                  <a:pt x="5378" y="20057"/>
                  <a:pt x="982" y="13445"/>
                  <a:pt x="982" y="10800"/>
                </a:cubicBezTo>
                <a:cubicBezTo>
                  <a:pt x="982" y="8155"/>
                  <a:pt x="5378" y="1543"/>
                  <a:pt x="10800" y="1543"/>
                </a:cubicBezTo>
                <a:cubicBezTo>
                  <a:pt x="16223" y="1543"/>
                  <a:pt x="20618" y="8155"/>
                  <a:pt x="20618" y="10800"/>
                </a:cubicBezTo>
                <a:cubicBezTo>
                  <a:pt x="20618" y="13445"/>
                  <a:pt x="16223" y="20057"/>
                  <a:pt x="10800" y="20057"/>
                </a:cubicBezTo>
                <a:moveTo>
                  <a:pt x="10800" y="0"/>
                </a:moveTo>
                <a:cubicBezTo>
                  <a:pt x="4835" y="0"/>
                  <a:pt x="0" y="7714"/>
                  <a:pt x="0" y="10800"/>
                </a:cubicBezTo>
                <a:cubicBezTo>
                  <a:pt x="0" y="13886"/>
                  <a:pt x="4835" y="21600"/>
                  <a:pt x="10800" y="21600"/>
                </a:cubicBezTo>
                <a:cubicBezTo>
                  <a:pt x="16765" y="21600"/>
                  <a:pt x="21600" y="13886"/>
                  <a:pt x="21600" y="10800"/>
                </a:cubicBezTo>
                <a:cubicBezTo>
                  <a:pt x="21600" y="7714"/>
                  <a:pt x="16765" y="0"/>
                  <a:pt x="10800" y="0"/>
                </a:cubicBezTo>
                <a:moveTo>
                  <a:pt x="10800" y="16971"/>
                </a:moveTo>
                <a:cubicBezTo>
                  <a:pt x="8631" y="16971"/>
                  <a:pt x="6873" y="14209"/>
                  <a:pt x="6873" y="10800"/>
                </a:cubicBezTo>
                <a:cubicBezTo>
                  <a:pt x="6873" y="7392"/>
                  <a:pt x="8631" y="4629"/>
                  <a:pt x="10800" y="4629"/>
                </a:cubicBezTo>
                <a:cubicBezTo>
                  <a:pt x="12969" y="4629"/>
                  <a:pt x="14727" y="7392"/>
                  <a:pt x="14727" y="10800"/>
                </a:cubicBezTo>
                <a:cubicBezTo>
                  <a:pt x="14727" y="14209"/>
                  <a:pt x="12969" y="16971"/>
                  <a:pt x="10800" y="16971"/>
                </a:cubicBezTo>
                <a:moveTo>
                  <a:pt x="10800" y="3087"/>
                </a:moveTo>
                <a:cubicBezTo>
                  <a:pt x="8088" y="3087"/>
                  <a:pt x="5891" y="6540"/>
                  <a:pt x="5891" y="10800"/>
                </a:cubicBezTo>
                <a:cubicBezTo>
                  <a:pt x="5891" y="15061"/>
                  <a:pt x="8088" y="18514"/>
                  <a:pt x="10800" y="18514"/>
                </a:cubicBezTo>
                <a:cubicBezTo>
                  <a:pt x="13512" y="18514"/>
                  <a:pt x="15709" y="15061"/>
                  <a:pt x="15709" y="10800"/>
                </a:cubicBezTo>
                <a:cubicBezTo>
                  <a:pt x="15709" y="6540"/>
                  <a:pt x="13512" y="3087"/>
                  <a:pt x="10800" y="3087"/>
                </a:cubicBezTo>
                <a:moveTo>
                  <a:pt x="10800" y="8486"/>
                </a:moveTo>
                <a:cubicBezTo>
                  <a:pt x="9987" y="8486"/>
                  <a:pt x="9327" y="9523"/>
                  <a:pt x="9327" y="10800"/>
                </a:cubicBezTo>
                <a:cubicBezTo>
                  <a:pt x="9327" y="12078"/>
                  <a:pt x="9987" y="13114"/>
                  <a:pt x="10800" y="13114"/>
                </a:cubicBezTo>
                <a:cubicBezTo>
                  <a:pt x="11613" y="13114"/>
                  <a:pt x="12273" y="12078"/>
                  <a:pt x="12273" y="10800"/>
                </a:cubicBezTo>
                <a:cubicBezTo>
                  <a:pt x="12273" y="9523"/>
                  <a:pt x="11613" y="8486"/>
                  <a:pt x="10800" y="8486"/>
                </a:cubicBezTo>
              </a:path>
            </a:pathLst>
          </a:custGeom>
          <a:solidFill>
            <a:schemeClr val="tx1"/>
          </a:solidFill>
          <a:ln w="12700">
            <a:miter lim="400000"/>
          </a:ln>
        </p:spPr>
        <p:txBody>
          <a:bodyPr lIns="14284" tIns="14284" rIns="14284" bIns="14284" anchor="ctr"/>
          <a:lstStyle/>
          <a:p>
            <a:pPr defTabSz="171399" eaLnBrk="1" hangingPunct="1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1125">
              <a:effectLst>
                <a:outerShdw blurRad="38100" dist="12700" dir="5400000" rotWithShape="0">
                  <a:srgbClr val="000000">
                    <a:alpha val="50000"/>
                  </a:srgbClr>
                </a:outerShdw>
              </a:effectLst>
              <a:latin typeface="Gill Sans"/>
              <a:ea typeface="Calibri" charset="0"/>
              <a:cs typeface="Calibri" charset="0"/>
              <a:sym typeface="Gill Sans"/>
            </a:endParaRPr>
          </a:p>
        </p:txBody>
      </p:sp>
      <p:sp>
        <p:nvSpPr>
          <p:cNvPr id="32" name="Shape 2626"/>
          <p:cNvSpPr/>
          <p:nvPr userDrawn="1"/>
        </p:nvSpPr>
        <p:spPr>
          <a:xfrm>
            <a:off x="3394631" y="2237973"/>
            <a:ext cx="171450" cy="209550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7222" y="18655"/>
                </a:moveTo>
                <a:cubicBezTo>
                  <a:pt x="7553" y="18644"/>
                  <a:pt x="7811" y="18417"/>
                  <a:pt x="7799" y="18146"/>
                </a:cubicBezTo>
                <a:lnTo>
                  <a:pt x="6916" y="6377"/>
                </a:lnTo>
                <a:cubicBezTo>
                  <a:pt x="6904" y="6106"/>
                  <a:pt x="6626" y="5895"/>
                  <a:pt x="6295" y="5904"/>
                </a:cubicBezTo>
                <a:cubicBezTo>
                  <a:pt x="5963" y="5915"/>
                  <a:pt x="5705" y="6142"/>
                  <a:pt x="5717" y="6413"/>
                </a:cubicBezTo>
                <a:lnTo>
                  <a:pt x="6601" y="18182"/>
                </a:lnTo>
                <a:cubicBezTo>
                  <a:pt x="6613" y="18453"/>
                  <a:pt x="6891" y="18664"/>
                  <a:pt x="7222" y="18655"/>
                </a:cubicBezTo>
                <a:moveTo>
                  <a:pt x="17400" y="19636"/>
                </a:moveTo>
                <a:cubicBezTo>
                  <a:pt x="17319" y="20154"/>
                  <a:pt x="16862" y="20618"/>
                  <a:pt x="16200" y="20618"/>
                </a:cubicBezTo>
                <a:lnTo>
                  <a:pt x="5400" y="20618"/>
                </a:lnTo>
                <a:cubicBezTo>
                  <a:pt x="4737" y="20618"/>
                  <a:pt x="4291" y="20160"/>
                  <a:pt x="4200" y="19636"/>
                </a:cubicBezTo>
                <a:lnTo>
                  <a:pt x="3000" y="3927"/>
                </a:lnTo>
                <a:lnTo>
                  <a:pt x="18600" y="3927"/>
                </a:lnTo>
                <a:cubicBezTo>
                  <a:pt x="18600" y="3927"/>
                  <a:pt x="17400" y="19636"/>
                  <a:pt x="17400" y="19636"/>
                </a:cubicBezTo>
                <a:close/>
                <a:moveTo>
                  <a:pt x="7800" y="983"/>
                </a:moveTo>
                <a:lnTo>
                  <a:pt x="13800" y="983"/>
                </a:lnTo>
                <a:lnTo>
                  <a:pt x="13800" y="2945"/>
                </a:lnTo>
                <a:lnTo>
                  <a:pt x="7800" y="2945"/>
                </a:lnTo>
                <a:cubicBezTo>
                  <a:pt x="7800" y="2945"/>
                  <a:pt x="7800" y="983"/>
                  <a:pt x="7800" y="983"/>
                </a:cubicBezTo>
                <a:close/>
                <a:moveTo>
                  <a:pt x="21000" y="2945"/>
                </a:moveTo>
                <a:lnTo>
                  <a:pt x="15000" y="2945"/>
                </a:lnTo>
                <a:lnTo>
                  <a:pt x="15000" y="983"/>
                </a:lnTo>
                <a:cubicBezTo>
                  <a:pt x="15000" y="440"/>
                  <a:pt x="14462" y="0"/>
                  <a:pt x="13800" y="0"/>
                </a:cubicBezTo>
                <a:lnTo>
                  <a:pt x="7800" y="0"/>
                </a:lnTo>
                <a:cubicBezTo>
                  <a:pt x="7137" y="0"/>
                  <a:pt x="6600" y="440"/>
                  <a:pt x="6600" y="983"/>
                </a:cubicBezTo>
                <a:lnTo>
                  <a:pt x="6600" y="2945"/>
                </a:lnTo>
                <a:lnTo>
                  <a:pt x="600" y="2945"/>
                </a:lnTo>
                <a:cubicBezTo>
                  <a:pt x="269" y="2945"/>
                  <a:pt x="0" y="3166"/>
                  <a:pt x="0" y="3437"/>
                </a:cubicBezTo>
                <a:cubicBezTo>
                  <a:pt x="0" y="3708"/>
                  <a:pt x="269" y="3927"/>
                  <a:pt x="600" y="3927"/>
                </a:cubicBezTo>
                <a:lnTo>
                  <a:pt x="1800" y="3927"/>
                </a:lnTo>
                <a:lnTo>
                  <a:pt x="3000" y="19636"/>
                </a:lnTo>
                <a:cubicBezTo>
                  <a:pt x="3193" y="20711"/>
                  <a:pt x="4075" y="21600"/>
                  <a:pt x="5400" y="21600"/>
                </a:cubicBezTo>
                <a:lnTo>
                  <a:pt x="16200" y="21600"/>
                </a:lnTo>
                <a:cubicBezTo>
                  <a:pt x="17525" y="21600"/>
                  <a:pt x="18374" y="20700"/>
                  <a:pt x="18600" y="19636"/>
                </a:cubicBezTo>
                <a:lnTo>
                  <a:pt x="19800" y="3927"/>
                </a:lnTo>
                <a:lnTo>
                  <a:pt x="21000" y="3927"/>
                </a:lnTo>
                <a:cubicBezTo>
                  <a:pt x="21331" y="3927"/>
                  <a:pt x="21600" y="3708"/>
                  <a:pt x="21600" y="3437"/>
                </a:cubicBezTo>
                <a:cubicBezTo>
                  <a:pt x="21600" y="3166"/>
                  <a:pt x="21331" y="2945"/>
                  <a:pt x="21000" y="2945"/>
                </a:cubicBezTo>
                <a:moveTo>
                  <a:pt x="14380" y="18654"/>
                </a:moveTo>
                <a:cubicBezTo>
                  <a:pt x="14711" y="18664"/>
                  <a:pt x="14989" y="18452"/>
                  <a:pt x="15001" y="18181"/>
                </a:cubicBezTo>
                <a:lnTo>
                  <a:pt x="15871" y="6413"/>
                </a:lnTo>
                <a:cubicBezTo>
                  <a:pt x="15883" y="6142"/>
                  <a:pt x="15625" y="5914"/>
                  <a:pt x="15294" y="5904"/>
                </a:cubicBezTo>
                <a:cubicBezTo>
                  <a:pt x="14962" y="5895"/>
                  <a:pt x="14684" y="6106"/>
                  <a:pt x="14672" y="6377"/>
                </a:cubicBezTo>
                <a:lnTo>
                  <a:pt x="13802" y="18146"/>
                </a:lnTo>
                <a:cubicBezTo>
                  <a:pt x="13790" y="18417"/>
                  <a:pt x="14049" y="18644"/>
                  <a:pt x="14380" y="18654"/>
                </a:cubicBezTo>
                <a:moveTo>
                  <a:pt x="10800" y="18655"/>
                </a:moveTo>
                <a:cubicBezTo>
                  <a:pt x="11131" y="18655"/>
                  <a:pt x="11400" y="18435"/>
                  <a:pt x="11400" y="18164"/>
                </a:cubicBezTo>
                <a:lnTo>
                  <a:pt x="11400" y="6382"/>
                </a:lnTo>
                <a:cubicBezTo>
                  <a:pt x="11400" y="6110"/>
                  <a:pt x="11131" y="5891"/>
                  <a:pt x="10800" y="5891"/>
                </a:cubicBezTo>
                <a:cubicBezTo>
                  <a:pt x="10469" y="5891"/>
                  <a:pt x="10200" y="6110"/>
                  <a:pt x="10200" y="6382"/>
                </a:cubicBezTo>
                <a:lnTo>
                  <a:pt x="10200" y="18164"/>
                </a:lnTo>
                <a:cubicBezTo>
                  <a:pt x="10200" y="18435"/>
                  <a:pt x="10469" y="18655"/>
                  <a:pt x="10800" y="18655"/>
                </a:cubicBezTo>
              </a:path>
            </a:pathLst>
          </a:custGeom>
          <a:solidFill>
            <a:schemeClr val="tx1"/>
          </a:solidFill>
          <a:ln w="12700">
            <a:miter lim="400000"/>
          </a:ln>
        </p:spPr>
        <p:txBody>
          <a:bodyPr lIns="14284" tIns="14284" rIns="14284" bIns="14284" anchor="ctr"/>
          <a:lstStyle/>
          <a:p>
            <a:pPr defTabSz="171399" eaLnBrk="1" hangingPunct="1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1125">
              <a:effectLst>
                <a:outerShdw blurRad="38100" dist="12700" dir="5400000" rotWithShape="0">
                  <a:srgbClr val="000000">
                    <a:alpha val="50000"/>
                  </a:srgbClr>
                </a:outerShdw>
              </a:effectLst>
              <a:latin typeface="Gill Sans"/>
              <a:ea typeface="Calibri" charset="0"/>
              <a:cs typeface="Calibri" charset="0"/>
              <a:sym typeface="Gill Sans"/>
            </a:endParaRPr>
          </a:p>
        </p:txBody>
      </p:sp>
      <p:sp>
        <p:nvSpPr>
          <p:cNvPr id="33" name="Shape 2628"/>
          <p:cNvSpPr/>
          <p:nvPr userDrawn="1"/>
        </p:nvSpPr>
        <p:spPr>
          <a:xfrm>
            <a:off x="2946381" y="3157208"/>
            <a:ext cx="209550" cy="209550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6445" y="20618"/>
                </a:moveTo>
                <a:cubicBezTo>
                  <a:pt x="15830" y="20618"/>
                  <a:pt x="15230" y="20482"/>
                  <a:pt x="14664" y="20214"/>
                </a:cubicBezTo>
                <a:cubicBezTo>
                  <a:pt x="14611" y="20189"/>
                  <a:pt x="14556" y="20170"/>
                  <a:pt x="14501" y="20155"/>
                </a:cubicBezTo>
                <a:cubicBezTo>
                  <a:pt x="8920" y="17308"/>
                  <a:pt x="4296" y="12685"/>
                  <a:pt x="1448" y="7105"/>
                </a:cubicBezTo>
                <a:cubicBezTo>
                  <a:pt x="1432" y="7048"/>
                  <a:pt x="1412" y="6991"/>
                  <a:pt x="1386" y="6936"/>
                </a:cubicBezTo>
                <a:cubicBezTo>
                  <a:pt x="1118" y="6369"/>
                  <a:pt x="982" y="5770"/>
                  <a:pt x="982" y="5155"/>
                </a:cubicBezTo>
                <a:cubicBezTo>
                  <a:pt x="982" y="2774"/>
                  <a:pt x="3067" y="982"/>
                  <a:pt x="4418" y="982"/>
                </a:cubicBezTo>
                <a:cubicBezTo>
                  <a:pt x="4595" y="982"/>
                  <a:pt x="4712" y="1072"/>
                  <a:pt x="4765" y="1126"/>
                </a:cubicBezTo>
                <a:cubicBezTo>
                  <a:pt x="4777" y="1139"/>
                  <a:pt x="4800" y="1164"/>
                  <a:pt x="4832" y="1216"/>
                </a:cubicBezTo>
                <a:cubicBezTo>
                  <a:pt x="4849" y="1244"/>
                  <a:pt x="4868" y="1271"/>
                  <a:pt x="4888" y="1297"/>
                </a:cubicBezTo>
                <a:lnTo>
                  <a:pt x="8121" y="5453"/>
                </a:lnTo>
                <a:cubicBezTo>
                  <a:pt x="8146" y="5485"/>
                  <a:pt x="8173" y="5515"/>
                  <a:pt x="8202" y="5544"/>
                </a:cubicBezTo>
                <a:cubicBezTo>
                  <a:pt x="8255" y="5598"/>
                  <a:pt x="8345" y="5715"/>
                  <a:pt x="8345" y="5891"/>
                </a:cubicBezTo>
                <a:cubicBezTo>
                  <a:pt x="8345" y="5978"/>
                  <a:pt x="8321" y="6060"/>
                  <a:pt x="8274" y="6135"/>
                </a:cubicBezTo>
                <a:lnTo>
                  <a:pt x="7180" y="7221"/>
                </a:lnTo>
                <a:cubicBezTo>
                  <a:pt x="7175" y="7226"/>
                  <a:pt x="7170" y="7231"/>
                  <a:pt x="7165" y="7236"/>
                </a:cubicBezTo>
                <a:cubicBezTo>
                  <a:pt x="6769" y="7609"/>
                  <a:pt x="6543" y="8126"/>
                  <a:pt x="6543" y="8668"/>
                </a:cubicBezTo>
                <a:cubicBezTo>
                  <a:pt x="6543" y="9175"/>
                  <a:pt x="6740" y="9658"/>
                  <a:pt x="7082" y="10020"/>
                </a:cubicBezTo>
                <a:cubicBezTo>
                  <a:pt x="7094" y="10040"/>
                  <a:pt x="7107" y="10059"/>
                  <a:pt x="7121" y="10078"/>
                </a:cubicBezTo>
                <a:cubicBezTo>
                  <a:pt x="8327" y="11745"/>
                  <a:pt x="9810" y="13222"/>
                  <a:pt x="11528" y="14469"/>
                </a:cubicBezTo>
                <a:cubicBezTo>
                  <a:pt x="11541" y="14478"/>
                  <a:pt x="11555" y="14487"/>
                  <a:pt x="11568" y="14496"/>
                </a:cubicBezTo>
                <a:cubicBezTo>
                  <a:pt x="11931" y="14844"/>
                  <a:pt x="12418" y="15045"/>
                  <a:pt x="12928" y="15045"/>
                </a:cubicBezTo>
                <a:cubicBezTo>
                  <a:pt x="13440" y="15045"/>
                  <a:pt x="13934" y="14840"/>
                  <a:pt x="14301" y="14479"/>
                </a:cubicBezTo>
                <a:cubicBezTo>
                  <a:pt x="14320" y="14463"/>
                  <a:pt x="14338" y="14446"/>
                  <a:pt x="14356" y="14427"/>
                </a:cubicBezTo>
                <a:lnTo>
                  <a:pt x="15456" y="13320"/>
                </a:lnTo>
                <a:cubicBezTo>
                  <a:pt x="15533" y="13271"/>
                  <a:pt x="15615" y="13247"/>
                  <a:pt x="15701" y="13247"/>
                </a:cubicBezTo>
                <a:cubicBezTo>
                  <a:pt x="15878" y="13247"/>
                  <a:pt x="15995" y="13337"/>
                  <a:pt x="16048" y="13391"/>
                </a:cubicBezTo>
                <a:cubicBezTo>
                  <a:pt x="16077" y="13420"/>
                  <a:pt x="16108" y="13447"/>
                  <a:pt x="16140" y="13472"/>
                </a:cubicBezTo>
                <a:lnTo>
                  <a:pt x="20296" y="16704"/>
                </a:lnTo>
                <a:cubicBezTo>
                  <a:pt x="20323" y="16725"/>
                  <a:pt x="20351" y="16744"/>
                  <a:pt x="20379" y="16762"/>
                </a:cubicBezTo>
                <a:cubicBezTo>
                  <a:pt x="20431" y="16795"/>
                  <a:pt x="20455" y="16816"/>
                  <a:pt x="20466" y="16827"/>
                </a:cubicBezTo>
                <a:cubicBezTo>
                  <a:pt x="20520" y="16881"/>
                  <a:pt x="20610" y="16997"/>
                  <a:pt x="20610" y="17174"/>
                </a:cubicBezTo>
                <a:cubicBezTo>
                  <a:pt x="20610" y="17207"/>
                  <a:pt x="20612" y="17240"/>
                  <a:pt x="20616" y="17273"/>
                </a:cubicBezTo>
                <a:cubicBezTo>
                  <a:pt x="20539" y="18625"/>
                  <a:pt x="18774" y="20618"/>
                  <a:pt x="16445" y="20618"/>
                </a:cubicBezTo>
                <a:moveTo>
                  <a:pt x="21600" y="17174"/>
                </a:moveTo>
                <a:lnTo>
                  <a:pt x="21592" y="17174"/>
                </a:lnTo>
                <a:cubicBezTo>
                  <a:pt x="21592" y="16768"/>
                  <a:pt x="21427" y="16399"/>
                  <a:pt x="21161" y="16133"/>
                </a:cubicBezTo>
                <a:cubicBezTo>
                  <a:pt x="21082" y="16054"/>
                  <a:pt x="20994" y="15988"/>
                  <a:pt x="20899" y="15929"/>
                </a:cubicBezTo>
                <a:lnTo>
                  <a:pt x="16743" y="12697"/>
                </a:lnTo>
                <a:cubicBezTo>
                  <a:pt x="16476" y="12430"/>
                  <a:pt x="16108" y="12265"/>
                  <a:pt x="15701" y="12265"/>
                </a:cubicBezTo>
                <a:cubicBezTo>
                  <a:pt x="15368" y="12265"/>
                  <a:pt x="15065" y="12380"/>
                  <a:pt x="14819" y="12567"/>
                </a:cubicBezTo>
                <a:lnTo>
                  <a:pt x="13659" y="13736"/>
                </a:lnTo>
                <a:lnTo>
                  <a:pt x="13656" y="13733"/>
                </a:lnTo>
                <a:cubicBezTo>
                  <a:pt x="13477" y="13934"/>
                  <a:pt x="13218" y="14063"/>
                  <a:pt x="12928" y="14063"/>
                </a:cubicBezTo>
                <a:cubicBezTo>
                  <a:pt x="12595" y="14063"/>
                  <a:pt x="12303" y="13897"/>
                  <a:pt x="12125" y="13645"/>
                </a:cubicBezTo>
                <a:cubicBezTo>
                  <a:pt x="12119" y="13654"/>
                  <a:pt x="12111" y="13663"/>
                  <a:pt x="12104" y="13674"/>
                </a:cubicBezTo>
                <a:cubicBezTo>
                  <a:pt x="10500" y="12510"/>
                  <a:pt x="9078" y="11108"/>
                  <a:pt x="7916" y="9502"/>
                </a:cubicBezTo>
                <a:cubicBezTo>
                  <a:pt x="7927" y="9495"/>
                  <a:pt x="7937" y="9486"/>
                  <a:pt x="7949" y="9479"/>
                </a:cubicBezTo>
                <a:cubicBezTo>
                  <a:pt x="7693" y="9299"/>
                  <a:pt x="7525" y="9004"/>
                  <a:pt x="7525" y="8668"/>
                </a:cubicBezTo>
                <a:cubicBezTo>
                  <a:pt x="7525" y="8367"/>
                  <a:pt x="7662" y="8101"/>
                  <a:pt x="7873" y="7920"/>
                </a:cubicBezTo>
                <a:lnTo>
                  <a:pt x="7872" y="7918"/>
                </a:lnTo>
                <a:lnTo>
                  <a:pt x="9026" y="6773"/>
                </a:lnTo>
                <a:cubicBezTo>
                  <a:pt x="9213" y="6528"/>
                  <a:pt x="9327" y="6224"/>
                  <a:pt x="9327" y="5891"/>
                </a:cubicBezTo>
                <a:cubicBezTo>
                  <a:pt x="9327" y="5485"/>
                  <a:pt x="9162" y="5116"/>
                  <a:pt x="8896" y="4850"/>
                </a:cubicBezTo>
                <a:lnTo>
                  <a:pt x="5663" y="693"/>
                </a:lnTo>
                <a:cubicBezTo>
                  <a:pt x="5604" y="599"/>
                  <a:pt x="5538" y="510"/>
                  <a:pt x="5459" y="432"/>
                </a:cubicBezTo>
                <a:cubicBezTo>
                  <a:pt x="5193" y="165"/>
                  <a:pt x="4825" y="0"/>
                  <a:pt x="4418" y="0"/>
                </a:cubicBezTo>
                <a:cubicBezTo>
                  <a:pt x="2455" y="0"/>
                  <a:pt x="0" y="2308"/>
                  <a:pt x="0" y="5155"/>
                </a:cubicBezTo>
                <a:cubicBezTo>
                  <a:pt x="0" y="5943"/>
                  <a:pt x="183" y="6688"/>
                  <a:pt x="499" y="7356"/>
                </a:cubicBezTo>
                <a:lnTo>
                  <a:pt x="483" y="7373"/>
                </a:lnTo>
                <a:cubicBezTo>
                  <a:pt x="3436" y="13255"/>
                  <a:pt x="8345" y="18164"/>
                  <a:pt x="14228" y="21117"/>
                </a:cubicBezTo>
                <a:lnTo>
                  <a:pt x="14244" y="21101"/>
                </a:lnTo>
                <a:cubicBezTo>
                  <a:pt x="14912" y="21418"/>
                  <a:pt x="15657" y="21600"/>
                  <a:pt x="16445" y="21600"/>
                </a:cubicBezTo>
                <a:cubicBezTo>
                  <a:pt x="19292" y="21600"/>
                  <a:pt x="21600" y="19145"/>
                  <a:pt x="21600" y="17182"/>
                </a:cubicBezTo>
                <a:cubicBezTo>
                  <a:pt x="21600" y="17179"/>
                  <a:pt x="21600" y="17177"/>
                  <a:pt x="21600" y="17174"/>
                </a:cubicBezTo>
              </a:path>
            </a:pathLst>
          </a:custGeom>
          <a:solidFill>
            <a:schemeClr val="tx1"/>
          </a:solidFill>
          <a:ln w="12700">
            <a:miter lim="400000"/>
          </a:ln>
        </p:spPr>
        <p:txBody>
          <a:bodyPr lIns="14284" tIns="14284" rIns="14284" bIns="14284" anchor="ctr"/>
          <a:lstStyle/>
          <a:p>
            <a:pPr defTabSz="171399" eaLnBrk="1" hangingPunct="1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1125">
              <a:effectLst>
                <a:outerShdw blurRad="38100" dist="12700" dir="5400000" rotWithShape="0">
                  <a:srgbClr val="000000">
                    <a:alpha val="50000"/>
                  </a:srgbClr>
                </a:outerShdw>
              </a:effectLst>
              <a:latin typeface="Gill Sans"/>
              <a:ea typeface="Calibri" charset="0"/>
              <a:cs typeface="Calibri" charset="0"/>
              <a:sym typeface="Gill Sans"/>
            </a:endParaRPr>
          </a:p>
        </p:txBody>
      </p:sp>
      <p:sp>
        <p:nvSpPr>
          <p:cNvPr id="34" name="Shape 2629"/>
          <p:cNvSpPr/>
          <p:nvPr userDrawn="1"/>
        </p:nvSpPr>
        <p:spPr>
          <a:xfrm>
            <a:off x="3357011" y="3157208"/>
            <a:ext cx="209550" cy="209550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6441" y="20618"/>
                </a:moveTo>
                <a:cubicBezTo>
                  <a:pt x="15826" y="20618"/>
                  <a:pt x="15226" y="20482"/>
                  <a:pt x="14660" y="20214"/>
                </a:cubicBezTo>
                <a:cubicBezTo>
                  <a:pt x="14607" y="20189"/>
                  <a:pt x="14552" y="20170"/>
                  <a:pt x="14497" y="20155"/>
                </a:cubicBezTo>
                <a:cubicBezTo>
                  <a:pt x="8918" y="17308"/>
                  <a:pt x="4295" y="12685"/>
                  <a:pt x="1448" y="7105"/>
                </a:cubicBezTo>
                <a:cubicBezTo>
                  <a:pt x="1432" y="7048"/>
                  <a:pt x="1412" y="6991"/>
                  <a:pt x="1386" y="6936"/>
                </a:cubicBezTo>
                <a:cubicBezTo>
                  <a:pt x="1117" y="6369"/>
                  <a:pt x="982" y="5770"/>
                  <a:pt x="982" y="5155"/>
                </a:cubicBezTo>
                <a:cubicBezTo>
                  <a:pt x="982" y="2774"/>
                  <a:pt x="3066" y="982"/>
                  <a:pt x="4417" y="982"/>
                </a:cubicBezTo>
                <a:cubicBezTo>
                  <a:pt x="4594" y="982"/>
                  <a:pt x="4711" y="1072"/>
                  <a:pt x="4764" y="1126"/>
                </a:cubicBezTo>
                <a:cubicBezTo>
                  <a:pt x="4776" y="1139"/>
                  <a:pt x="4798" y="1164"/>
                  <a:pt x="4831" y="1216"/>
                </a:cubicBezTo>
                <a:cubicBezTo>
                  <a:pt x="4848" y="1244"/>
                  <a:pt x="4867" y="1271"/>
                  <a:pt x="4887" y="1297"/>
                </a:cubicBezTo>
                <a:lnTo>
                  <a:pt x="8118" y="5453"/>
                </a:lnTo>
                <a:cubicBezTo>
                  <a:pt x="8143" y="5485"/>
                  <a:pt x="8170" y="5515"/>
                  <a:pt x="8199" y="5544"/>
                </a:cubicBezTo>
                <a:cubicBezTo>
                  <a:pt x="8253" y="5598"/>
                  <a:pt x="8343" y="5715"/>
                  <a:pt x="8343" y="5891"/>
                </a:cubicBezTo>
                <a:cubicBezTo>
                  <a:pt x="8343" y="5978"/>
                  <a:pt x="8319" y="6060"/>
                  <a:pt x="8272" y="6135"/>
                </a:cubicBezTo>
                <a:lnTo>
                  <a:pt x="7178" y="7221"/>
                </a:lnTo>
                <a:cubicBezTo>
                  <a:pt x="7173" y="7226"/>
                  <a:pt x="7168" y="7231"/>
                  <a:pt x="7163" y="7236"/>
                </a:cubicBezTo>
                <a:cubicBezTo>
                  <a:pt x="6767" y="7609"/>
                  <a:pt x="6541" y="8126"/>
                  <a:pt x="6541" y="8668"/>
                </a:cubicBezTo>
                <a:cubicBezTo>
                  <a:pt x="6541" y="9175"/>
                  <a:pt x="6738" y="9658"/>
                  <a:pt x="7080" y="10020"/>
                </a:cubicBezTo>
                <a:cubicBezTo>
                  <a:pt x="7092" y="10040"/>
                  <a:pt x="7105" y="10059"/>
                  <a:pt x="7119" y="10078"/>
                </a:cubicBezTo>
                <a:cubicBezTo>
                  <a:pt x="8325" y="11745"/>
                  <a:pt x="9807" y="13222"/>
                  <a:pt x="11525" y="14469"/>
                </a:cubicBezTo>
                <a:cubicBezTo>
                  <a:pt x="11538" y="14478"/>
                  <a:pt x="11551" y="14487"/>
                  <a:pt x="11565" y="14496"/>
                </a:cubicBezTo>
                <a:cubicBezTo>
                  <a:pt x="11928" y="14844"/>
                  <a:pt x="12414" y="15045"/>
                  <a:pt x="12924" y="15045"/>
                </a:cubicBezTo>
                <a:cubicBezTo>
                  <a:pt x="13436" y="15045"/>
                  <a:pt x="13930" y="14840"/>
                  <a:pt x="14297" y="14479"/>
                </a:cubicBezTo>
                <a:cubicBezTo>
                  <a:pt x="14316" y="14463"/>
                  <a:pt x="14335" y="14446"/>
                  <a:pt x="14352" y="14427"/>
                </a:cubicBezTo>
                <a:lnTo>
                  <a:pt x="15451" y="13320"/>
                </a:lnTo>
                <a:cubicBezTo>
                  <a:pt x="15529" y="13271"/>
                  <a:pt x="15611" y="13247"/>
                  <a:pt x="15697" y="13247"/>
                </a:cubicBezTo>
                <a:cubicBezTo>
                  <a:pt x="15874" y="13247"/>
                  <a:pt x="15990" y="13337"/>
                  <a:pt x="16044" y="13391"/>
                </a:cubicBezTo>
                <a:cubicBezTo>
                  <a:pt x="16073" y="13420"/>
                  <a:pt x="16103" y="13447"/>
                  <a:pt x="16135" y="13472"/>
                </a:cubicBezTo>
                <a:lnTo>
                  <a:pt x="20291" y="16704"/>
                </a:lnTo>
                <a:cubicBezTo>
                  <a:pt x="20317" y="16725"/>
                  <a:pt x="20345" y="16744"/>
                  <a:pt x="20374" y="16762"/>
                </a:cubicBezTo>
                <a:cubicBezTo>
                  <a:pt x="20426" y="16795"/>
                  <a:pt x="20449" y="16816"/>
                  <a:pt x="20461" y="16827"/>
                </a:cubicBezTo>
                <a:cubicBezTo>
                  <a:pt x="20515" y="16881"/>
                  <a:pt x="20605" y="16997"/>
                  <a:pt x="20605" y="17174"/>
                </a:cubicBezTo>
                <a:cubicBezTo>
                  <a:pt x="20605" y="17207"/>
                  <a:pt x="20606" y="17240"/>
                  <a:pt x="20610" y="17273"/>
                </a:cubicBezTo>
                <a:cubicBezTo>
                  <a:pt x="20533" y="18625"/>
                  <a:pt x="18769" y="20618"/>
                  <a:pt x="16441" y="20618"/>
                </a:cubicBezTo>
                <a:moveTo>
                  <a:pt x="21586" y="17174"/>
                </a:moveTo>
                <a:cubicBezTo>
                  <a:pt x="21586" y="16768"/>
                  <a:pt x="21421" y="16399"/>
                  <a:pt x="21155" y="16133"/>
                </a:cubicBezTo>
                <a:cubicBezTo>
                  <a:pt x="21077" y="16054"/>
                  <a:pt x="20988" y="15988"/>
                  <a:pt x="20893" y="15929"/>
                </a:cubicBezTo>
                <a:lnTo>
                  <a:pt x="16738" y="12697"/>
                </a:lnTo>
                <a:cubicBezTo>
                  <a:pt x="16471" y="12430"/>
                  <a:pt x="16104" y="12265"/>
                  <a:pt x="15697" y="12265"/>
                </a:cubicBezTo>
                <a:cubicBezTo>
                  <a:pt x="15364" y="12265"/>
                  <a:pt x="15060" y="12380"/>
                  <a:pt x="14815" y="12567"/>
                </a:cubicBezTo>
                <a:lnTo>
                  <a:pt x="13655" y="13736"/>
                </a:lnTo>
                <a:lnTo>
                  <a:pt x="13652" y="13733"/>
                </a:lnTo>
                <a:cubicBezTo>
                  <a:pt x="13473" y="13934"/>
                  <a:pt x="13214" y="14063"/>
                  <a:pt x="12924" y="14063"/>
                </a:cubicBezTo>
                <a:cubicBezTo>
                  <a:pt x="12592" y="14063"/>
                  <a:pt x="12300" y="13897"/>
                  <a:pt x="12122" y="13645"/>
                </a:cubicBezTo>
                <a:cubicBezTo>
                  <a:pt x="12116" y="13654"/>
                  <a:pt x="12107" y="13663"/>
                  <a:pt x="12101" y="13674"/>
                </a:cubicBezTo>
                <a:cubicBezTo>
                  <a:pt x="10497" y="12510"/>
                  <a:pt x="9076" y="11108"/>
                  <a:pt x="7914" y="9502"/>
                </a:cubicBezTo>
                <a:cubicBezTo>
                  <a:pt x="7925" y="9495"/>
                  <a:pt x="7935" y="9486"/>
                  <a:pt x="7947" y="9479"/>
                </a:cubicBezTo>
                <a:cubicBezTo>
                  <a:pt x="7691" y="9299"/>
                  <a:pt x="7523" y="9004"/>
                  <a:pt x="7523" y="8668"/>
                </a:cubicBezTo>
                <a:cubicBezTo>
                  <a:pt x="7523" y="8367"/>
                  <a:pt x="7659" y="8101"/>
                  <a:pt x="7871" y="7920"/>
                </a:cubicBezTo>
                <a:lnTo>
                  <a:pt x="7870" y="7918"/>
                </a:lnTo>
                <a:lnTo>
                  <a:pt x="9023" y="6773"/>
                </a:lnTo>
                <a:cubicBezTo>
                  <a:pt x="9211" y="6528"/>
                  <a:pt x="9325" y="6224"/>
                  <a:pt x="9325" y="5891"/>
                </a:cubicBezTo>
                <a:cubicBezTo>
                  <a:pt x="9325" y="5485"/>
                  <a:pt x="9160" y="5116"/>
                  <a:pt x="8893" y="4850"/>
                </a:cubicBezTo>
                <a:lnTo>
                  <a:pt x="5662" y="693"/>
                </a:lnTo>
                <a:cubicBezTo>
                  <a:pt x="5603" y="599"/>
                  <a:pt x="5537" y="510"/>
                  <a:pt x="5458" y="432"/>
                </a:cubicBezTo>
                <a:cubicBezTo>
                  <a:pt x="5191" y="165"/>
                  <a:pt x="4823" y="0"/>
                  <a:pt x="4417" y="0"/>
                </a:cubicBezTo>
                <a:cubicBezTo>
                  <a:pt x="2454" y="0"/>
                  <a:pt x="0" y="2308"/>
                  <a:pt x="0" y="5155"/>
                </a:cubicBezTo>
                <a:cubicBezTo>
                  <a:pt x="0" y="5943"/>
                  <a:pt x="183" y="6688"/>
                  <a:pt x="499" y="7356"/>
                </a:cubicBezTo>
                <a:lnTo>
                  <a:pt x="482" y="7373"/>
                </a:lnTo>
                <a:cubicBezTo>
                  <a:pt x="3435" y="13255"/>
                  <a:pt x="8343" y="18164"/>
                  <a:pt x="14224" y="21117"/>
                </a:cubicBezTo>
                <a:lnTo>
                  <a:pt x="14240" y="21101"/>
                </a:lnTo>
                <a:cubicBezTo>
                  <a:pt x="14908" y="21418"/>
                  <a:pt x="15652" y="21600"/>
                  <a:pt x="16441" y="21600"/>
                </a:cubicBezTo>
                <a:cubicBezTo>
                  <a:pt x="19287" y="21600"/>
                  <a:pt x="21594" y="19145"/>
                  <a:pt x="21594" y="17182"/>
                </a:cubicBezTo>
                <a:cubicBezTo>
                  <a:pt x="21594" y="17179"/>
                  <a:pt x="21594" y="17177"/>
                  <a:pt x="21594" y="17174"/>
                </a:cubicBezTo>
                <a:cubicBezTo>
                  <a:pt x="21594" y="17174"/>
                  <a:pt x="21586" y="17174"/>
                  <a:pt x="21586" y="17174"/>
                </a:cubicBezTo>
                <a:close/>
                <a:moveTo>
                  <a:pt x="11785" y="10800"/>
                </a:moveTo>
                <a:cubicBezTo>
                  <a:pt x="12326" y="10800"/>
                  <a:pt x="12766" y="10360"/>
                  <a:pt x="12766" y="9819"/>
                </a:cubicBezTo>
                <a:cubicBezTo>
                  <a:pt x="12766" y="9276"/>
                  <a:pt x="12326" y="8836"/>
                  <a:pt x="11785" y="8836"/>
                </a:cubicBezTo>
                <a:cubicBezTo>
                  <a:pt x="11242" y="8836"/>
                  <a:pt x="10803" y="9276"/>
                  <a:pt x="10803" y="9819"/>
                </a:cubicBezTo>
                <a:cubicBezTo>
                  <a:pt x="10803" y="10360"/>
                  <a:pt x="11242" y="10800"/>
                  <a:pt x="11785" y="10800"/>
                </a:cubicBezTo>
                <a:moveTo>
                  <a:pt x="11785" y="5891"/>
                </a:moveTo>
                <a:cubicBezTo>
                  <a:pt x="13953" y="5891"/>
                  <a:pt x="15711" y="7649"/>
                  <a:pt x="15711" y="9819"/>
                </a:cubicBezTo>
                <a:cubicBezTo>
                  <a:pt x="15711" y="10090"/>
                  <a:pt x="15930" y="10309"/>
                  <a:pt x="16201" y="10309"/>
                </a:cubicBezTo>
                <a:cubicBezTo>
                  <a:pt x="16472" y="10309"/>
                  <a:pt x="16692" y="10090"/>
                  <a:pt x="16692" y="9819"/>
                </a:cubicBezTo>
                <a:cubicBezTo>
                  <a:pt x="16692" y="7107"/>
                  <a:pt x="14495" y="4909"/>
                  <a:pt x="11785" y="4909"/>
                </a:cubicBezTo>
                <a:cubicBezTo>
                  <a:pt x="11513" y="4909"/>
                  <a:pt x="11294" y="5129"/>
                  <a:pt x="11294" y="5400"/>
                </a:cubicBezTo>
                <a:cubicBezTo>
                  <a:pt x="11294" y="5672"/>
                  <a:pt x="11513" y="5891"/>
                  <a:pt x="11785" y="5891"/>
                </a:cubicBezTo>
                <a:moveTo>
                  <a:pt x="11785" y="982"/>
                </a:moveTo>
                <a:cubicBezTo>
                  <a:pt x="16663" y="982"/>
                  <a:pt x="20618" y="4939"/>
                  <a:pt x="20618" y="9819"/>
                </a:cubicBezTo>
                <a:cubicBezTo>
                  <a:pt x="20618" y="10090"/>
                  <a:pt x="20838" y="10309"/>
                  <a:pt x="21109" y="10309"/>
                </a:cubicBezTo>
                <a:cubicBezTo>
                  <a:pt x="21380" y="10309"/>
                  <a:pt x="21600" y="10090"/>
                  <a:pt x="21600" y="9819"/>
                </a:cubicBezTo>
                <a:cubicBezTo>
                  <a:pt x="21600" y="4396"/>
                  <a:pt x="17206" y="0"/>
                  <a:pt x="11785" y="0"/>
                </a:cubicBezTo>
                <a:cubicBezTo>
                  <a:pt x="11513" y="0"/>
                  <a:pt x="11294" y="220"/>
                  <a:pt x="11294" y="491"/>
                </a:cubicBezTo>
                <a:cubicBezTo>
                  <a:pt x="11294" y="762"/>
                  <a:pt x="11513" y="982"/>
                  <a:pt x="11785" y="982"/>
                </a:cubicBezTo>
              </a:path>
            </a:pathLst>
          </a:custGeom>
          <a:solidFill>
            <a:schemeClr val="tx1"/>
          </a:solidFill>
          <a:ln w="12700">
            <a:miter lim="400000"/>
          </a:ln>
        </p:spPr>
        <p:txBody>
          <a:bodyPr lIns="14284" tIns="14284" rIns="14284" bIns="14284" anchor="ctr"/>
          <a:lstStyle/>
          <a:p>
            <a:pPr defTabSz="171399" eaLnBrk="1" hangingPunct="1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1125">
              <a:effectLst>
                <a:outerShdw blurRad="38100" dist="12700" dir="5400000" rotWithShape="0">
                  <a:srgbClr val="000000">
                    <a:alpha val="50000"/>
                  </a:srgbClr>
                </a:outerShdw>
              </a:effectLst>
              <a:latin typeface="Gill Sans"/>
              <a:ea typeface="Calibri" charset="0"/>
              <a:cs typeface="Calibri" charset="0"/>
              <a:sym typeface="Gill Sans"/>
            </a:endParaRPr>
          </a:p>
        </p:txBody>
      </p:sp>
      <p:sp>
        <p:nvSpPr>
          <p:cNvPr id="35" name="Shape 2707"/>
          <p:cNvSpPr>
            <a:spLocks noChangeArrowheads="1"/>
          </p:cNvSpPr>
          <p:nvPr userDrawn="1"/>
        </p:nvSpPr>
        <p:spPr bwMode="auto">
          <a:xfrm>
            <a:off x="4777281" y="406550"/>
            <a:ext cx="523854" cy="20197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400000"/>
                <a:headEnd/>
                <a:tailEnd/>
              </a14:hiddenLine>
            </a:ext>
          </a:extLst>
        </p:spPr>
        <p:txBody>
          <a:bodyPr wrap="none" lIns="14284" tIns="14284" rIns="14284" bIns="14284" anchor="ctr">
            <a:spAutoFit/>
          </a:bodyPr>
          <a:lstStyle>
            <a:lvl1pPr algn="l">
              <a:defRPr sz="3000" b="1" cap="none" spc="-90">
                <a:solidFill>
                  <a:srgbClr val="1C1D21"/>
                </a:solidFill>
                <a:latin typeface="+mj-lt"/>
                <a:ea typeface="+mj-ea"/>
                <a:cs typeface="+mj-cs"/>
                <a:sym typeface="Karla"/>
              </a:defRPr>
            </a:lvl1pPr>
          </a:lstStyle>
          <a:p>
            <a:pPr eaLnBrk="1" hangingPunct="1">
              <a:defRPr/>
            </a:pPr>
            <a:r>
              <a:rPr sz="1125" dirty="0">
                <a:solidFill>
                  <a:schemeClr val="tx1"/>
                </a:solidFill>
                <a:ea typeface="Calibri" charset="0"/>
                <a:cs typeface="Calibri" charset="0"/>
              </a:rPr>
              <a:t>Electronics</a:t>
            </a:r>
          </a:p>
        </p:txBody>
      </p:sp>
      <p:sp>
        <p:nvSpPr>
          <p:cNvPr id="36" name="Shape 2643"/>
          <p:cNvSpPr/>
          <p:nvPr userDrawn="1"/>
        </p:nvSpPr>
        <p:spPr>
          <a:xfrm>
            <a:off x="5724897" y="861348"/>
            <a:ext cx="114300" cy="209550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1700" y="1473"/>
                </a:moveTo>
                <a:lnTo>
                  <a:pt x="9900" y="1473"/>
                </a:lnTo>
                <a:cubicBezTo>
                  <a:pt x="9403" y="1473"/>
                  <a:pt x="9000" y="1692"/>
                  <a:pt x="9000" y="1964"/>
                </a:cubicBezTo>
                <a:cubicBezTo>
                  <a:pt x="9000" y="2235"/>
                  <a:pt x="9403" y="2455"/>
                  <a:pt x="9900" y="2455"/>
                </a:cubicBezTo>
                <a:lnTo>
                  <a:pt x="11700" y="2455"/>
                </a:lnTo>
                <a:cubicBezTo>
                  <a:pt x="12197" y="2455"/>
                  <a:pt x="12600" y="2235"/>
                  <a:pt x="12600" y="1964"/>
                </a:cubicBezTo>
                <a:cubicBezTo>
                  <a:pt x="12600" y="1692"/>
                  <a:pt x="12197" y="1473"/>
                  <a:pt x="11700" y="1473"/>
                </a:cubicBezTo>
                <a:moveTo>
                  <a:pt x="19800" y="2945"/>
                </a:moveTo>
                <a:lnTo>
                  <a:pt x="1800" y="2945"/>
                </a:lnTo>
                <a:lnTo>
                  <a:pt x="1800" y="1964"/>
                </a:lnTo>
                <a:cubicBezTo>
                  <a:pt x="1800" y="1422"/>
                  <a:pt x="2605" y="982"/>
                  <a:pt x="3600" y="982"/>
                </a:cubicBezTo>
                <a:lnTo>
                  <a:pt x="18000" y="982"/>
                </a:lnTo>
                <a:cubicBezTo>
                  <a:pt x="18993" y="982"/>
                  <a:pt x="19800" y="1422"/>
                  <a:pt x="19800" y="1964"/>
                </a:cubicBezTo>
                <a:cubicBezTo>
                  <a:pt x="19800" y="1964"/>
                  <a:pt x="19800" y="2945"/>
                  <a:pt x="19800" y="2945"/>
                </a:cubicBezTo>
                <a:close/>
                <a:moveTo>
                  <a:pt x="19800" y="17673"/>
                </a:moveTo>
                <a:lnTo>
                  <a:pt x="1800" y="17673"/>
                </a:lnTo>
                <a:lnTo>
                  <a:pt x="1800" y="3927"/>
                </a:lnTo>
                <a:lnTo>
                  <a:pt x="19800" y="3927"/>
                </a:lnTo>
                <a:cubicBezTo>
                  <a:pt x="19800" y="3927"/>
                  <a:pt x="19800" y="17673"/>
                  <a:pt x="19800" y="17673"/>
                </a:cubicBezTo>
                <a:close/>
                <a:moveTo>
                  <a:pt x="19800" y="19636"/>
                </a:moveTo>
                <a:cubicBezTo>
                  <a:pt x="19800" y="20179"/>
                  <a:pt x="18993" y="20618"/>
                  <a:pt x="18000" y="20618"/>
                </a:cubicBezTo>
                <a:lnTo>
                  <a:pt x="3600" y="20618"/>
                </a:lnTo>
                <a:cubicBezTo>
                  <a:pt x="2605" y="20618"/>
                  <a:pt x="1800" y="20179"/>
                  <a:pt x="1800" y="19636"/>
                </a:cubicBezTo>
                <a:lnTo>
                  <a:pt x="1800" y="18655"/>
                </a:lnTo>
                <a:lnTo>
                  <a:pt x="19800" y="18655"/>
                </a:lnTo>
                <a:cubicBezTo>
                  <a:pt x="19800" y="18655"/>
                  <a:pt x="19800" y="19636"/>
                  <a:pt x="19800" y="19636"/>
                </a:cubicBezTo>
                <a:close/>
                <a:moveTo>
                  <a:pt x="18000" y="0"/>
                </a:moveTo>
                <a:lnTo>
                  <a:pt x="3600" y="0"/>
                </a:lnTo>
                <a:cubicBezTo>
                  <a:pt x="1612" y="0"/>
                  <a:pt x="0" y="879"/>
                  <a:pt x="0" y="1964"/>
                </a:cubicBezTo>
                <a:lnTo>
                  <a:pt x="0" y="19636"/>
                </a:lnTo>
                <a:cubicBezTo>
                  <a:pt x="0" y="20721"/>
                  <a:pt x="1612" y="21600"/>
                  <a:pt x="3600" y="21600"/>
                </a:cubicBezTo>
                <a:lnTo>
                  <a:pt x="18000" y="21600"/>
                </a:lnTo>
                <a:cubicBezTo>
                  <a:pt x="19988" y="21600"/>
                  <a:pt x="21600" y="20721"/>
                  <a:pt x="21600" y="19636"/>
                </a:cubicBezTo>
                <a:lnTo>
                  <a:pt x="21600" y="1964"/>
                </a:lnTo>
                <a:cubicBezTo>
                  <a:pt x="21600" y="879"/>
                  <a:pt x="19988" y="0"/>
                  <a:pt x="18000" y="0"/>
                </a:cubicBezTo>
                <a:moveTo>
                  <a:pt x="10800" y="20127"/>
                </a:moveTo>
                <a:cubicBezTo>
                  <a:pt x="11297" y="20127"/>
                  <a:pt x="11700" y="19908"/>
                  <a:pt x="11700" y="19636"/>
                </a:cubicBezTo>
                <a:cubicBezTo>
                  <a:pt x="11700" y="19366"/>
                  <a:pt x="11297" y="19145"/>
                  <a:pt x="10800" y="19145"/>
                </a:cubicBezTo>
                <a:cubicBezTo>
                  <a:pt x="10303" y="19145"/>
                  <a:pt x="9900" y="19366"/>
                  <a:pt x="9900" y="19636"/>
                </a:cubicBezTo>
                <a:cubicBezTo>
                  <a:pt x="9900" y="19908"/>
                  <a:pt x="10303" y="20127"/>
                  <a:pt x="10800" y="20127"/>
                </a:cubicBezTo>
              </a:path>
            </a:pathLst>
          </a:custGeom>
          <a:solidFill>
            <a:schemeClr val="tx1"/>
          </a:solidFill>
          <a:ln w="12700">
            <a:miter lim="400000"/>
          </a:ln>
        </p:spPr>
        <p:txBody>
          <a:bodyPr lIns="14284" tIns="14284" rIns="14284" bIns="14284" anchor="ctr"/>
          <a:lstStyle/>
          <a:p>
            <a:pPr defTabSz="171399" eaLnBrk="1" hangingPunct="1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1125">
              <a:solidFill>
                <a:srgbClr val="FFFFFF"/>
              </a:solidFill>
              <a:effectLst>
                <a:outerShdw blurRad="38100" dist="12700" dir="5400000" rotWithShape="0">
                  <a:srgbClr val="000000">
                    <a:alpha val="50000"/>
                  </a:srgbClr>
                </a:outerShdw>
              </a:effectLst>
              <a:latin typeface="Gill Sans"/>
              <a:ea typeface="Calibri" charset="0"/>
              <a:cs typeface="Calibri" charset="0"/>
              <a:sym typeface="Gill Sans"/>
            </a:endParaRPr>
          </a:p>
        </p:txBody>
      </p:sp>
      <p:sp>
        <p:nvSpPr>
          <p:cNvPr id="37" name="Shape 2644"/>
          <p:cNvSpPr/>
          <p:nvPr userDrawn="1"/>
        </p:nvSpPr>
        <p:spPr>
          <a:xfrm>
            <a:off x="6105897" y="861348"/>
            <a:ext cx="152400" cy="209550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20250" y="19636"/>
                </a:moveTo>
                <a:cubicBezTo>
                  <a:pt x="20250" y="20179"/>
                  <a:pt x="19645" y="20618"/>
                  <a:pt x="18900" y="20618"/>
                </a:cubicBezTo>
                <a:lnTo>
                  <a:pt x="2700" y="20618"/>
                </a:lnTo>
                <a:cubicBezTo>
                  <a:pt x="1954" y="20618"/>
                  <a:pt x="1350" y="20179"/>
                  <a:pt x="1350" y="19636"/>
                </a:cubicBezTo>
                <a:lnTo>
                  <a:pt x="1350" y="1964"/>
                </a:lnTo>
                <a:cubicBezTo>
                  <a:pt x="1350" y="1422"/>
                  <a:pt x="1954" y="982"/>
                  <a:pt x="2700" y="982"/>
                </a:cubicBezTo>
                <a:lnTo>
                  <a:pt x="18900" y="982"/>
                </a:lnTo>
                <a:cubicBezTo>
                  <a:pt x="19645" y="982"/>
                  <a:pt x="20250" y="1422"/>
                  <a:pt x="20250" y="1964"/>
                </a:cubicBezTo>
                <a:cubicBezTo>
                  <a:pt x="20250" y="1964"/>
                  <a:pt x="20250" y="19636"/>
                  <a:pt x="20250" y="19636"/>
                </a:cubicBezTo>
                <a:close/>
                <a:moveTo>
                  <a:pt x="18900" y="0"/>
                </a:moveTo>
                <a:lnTo>
                  <a:pt x="2700" y="0"/>
                </a:lnTo>
                <a:cubicBezTo>
                  <a:pt x="1209" y="0"/>
                  <a:pt x="0" y="879"/>
                  <a:pt x="0" y="1964"/>
                </a:cubicBezTo>
                <a:lnTo>
                  <a:pt x="0" y="19636"/>
                </a:lnTo>
                <a:cubicBezTo>
                  <a:pt x="0" y="20721"/>
                  <a:pt x="1209" y="21600"/>
                  <a:pt x="2700" y="21600"/>
                </a:cubicBezTo>
                <a:lnTo>
                  <a:pt x="18900" y="21600"/>
                </a:lnTo>
                <a:cubicBezTo>
                  <a:pt x="20391" y="21600"/>
                  <a:pt x="21600" y="20721"/>
                  <a:pt x="21600" y="19636"/>
                </a:cubicBezTo>
                <a:lnTo>
                  <a:pt x="21600" y="1964"/>
                </a:lnTo>
                <a:cubicBezTo>
                  <a:pt x="21600" y="879"/>
                  <a:pt x="20391" y="0"/>
                  <a:pt x="18900" y="0"/>
                </a:cubicBezTo>
                <a:moveTo>
                  <a:pt x="4050" y="3927"/>
                </a:moveTo>
                <a:lnTo>
                  <a:pt x="17550" y="3927"/>
                </a:lnTo>
                <a:lnTo>
                  <a:pt x="17550" y="17673"/>
                </a:lnTo>
                <a:lnTo>
                  <a:pt x="4050" y="17673"/>
                </a:lnTo>
                <a:cubicBezTo>
                  <a:pt x="4050" y="17673"/>
                  <a:pt x="4050" y="3927"/>
                  <a:pt x="4050" y="3927"/>
                </a:cubicBezTo>
                <a:close/>
                <a:moveTo>
                  <a:pt x="2700" y="18655"/>
                </a:moveTo>
                <a:lnTo>
                  <a:pt x="18900" y="18655"/>
                </a:lnTo>
                <a:lnTo>
                  <a:pt x="18900" y="2945"/>
                </a:lnTo>
                <a:lnTo>
                  <a:pt x="2700" y="2945"/>
                </a:lnTo>
                <a:cubicBezTo>
                  <a:pt x="2700" y="2945"/>
                  <a:pt x="2700" y="18655"/>
                  <a:pt x="2700" y="18655"/>
                </a:cubicBezTo>
                <a:close/>
                <a:moveTo>
                  <a:pt x="10125" y="2455"/>
                </a:moveTo>
                <a:lnTo>
                  <a:pt x="11475" y="2455"/>
                </a:lnTo>
                <a:cubicBezTo>
                  <a:pt x="11848" y="2455"/>
                  <a:pt x="12150" y="2235"/>
                  <a:pt x="12150" y="1964"/>
                </a:cubicBezTo>
                <a:cubicBezTo>
                  <a:pt x="12150" y="1692"/>
                  <a:pt x="11848" y="1473"/>
                  <a:pt x="11475" y="1473"/>
                </a:cubicBezTo>
                <a:lnTo>
                  <a:pt x="10125" y="1473"/>
                </a:lnTo>
                <a:cubicBezTo>
                  <a:pt x="9752" y="1473"/>
                  <a:pt x="9450" y="1692"/>
                  <a:pt x="9450" y="1964"/>
                </a:cubicBezTo>
                <a:cubicBezTo>
                  <a:pt x="9450" y="2235"/>
                  <a:pt x="9752" y="2455"/>
                  <a:pt x="10125" y="2455"/>
                </a:cubicBezTo>
                <a:moveTo>
                  <a:pt x="10800" y="19145"/>
                </a:moveTo>
                <a:cubicBezTo>
                  <a:pt x="10427" y="19145"/>
                  <a:pt x="10125" y="19366"/>
                  <a:pt x="10125" y="19636"/>
                </a:cubicBezTo>
                <a:cubicBezTo>
                  <a:pt x="10125" y="19908"/>
                  <a:pt x="10427" y="20127"/>
                  <a:pt x="10800" y="20127"/>
                </a:cubicBezTo>
                <a:cubicBezTo>
                  <a:pt x="11173" y="20127"/>
                  <a:pt x="11475" y="19908"/>
                  <a:pt x="11475" y="19636"/>
                </a:cubicBezTo>
                <a:cubicBezTo>
                  <a:pt x="11475" y="19366"/>
                  <a:pt x="11173" y="19145"/>
                  <a:pt x="10800" y="19145"/>
                </a:cubicBezTo>
              </a:path>
            </a:pathLst>
          </a:custGeom>
          <a:solidFill>
            <a:schemeClr val="tx1"/>
          </a:solidFill>
          <a:ln w="12700">
            <a:miter lim="400000"/>
          </a:ln>
        </p:spPr>
        <p:txBody>
          <a:bodyPr lIns="14284" tIns="14284" rIns="14284" bIns="14284" anchor="ctr"/>
          <a:lstStyle/>
          <a:p>
            <a:pPr defTabSz="171399" eaLnBrk="1" hangingPunct="1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1125">
              <a:solidFill>
                <a:srgbClr val="FFFFFF"/>
              </a:solidFill>
              <a:effectLst>
                <a:outerShdw blurRad="38100" dist="12700" dir="5400000" rotWithShape="0">
                  <a:srgbClr val="000000">
                    <a:alpha val="50000"/>
                  </a:srgbClr>
                </a:outerShdw>
              </a:effectLst>
              <a:latin typeface="Gill Sans"/>
              <a:ea typeface="Calibri" charset="0"/>
              <a:cs typeface="Calibri" charset="0"/>
              <a:sym typeface="Gill Sans"/>
            </a:endParaRPr>
          </a:p>
        </p:txBody>
      </p:sp>
      <p:sp>
        <p:nvSpPr>
          <p:cNvPr id="38" name="Shape 2645"/>
          <p:cNvSpPr/>
          <p:nvPr userDrawn="1"/>
        </p:nvSpPr>
        <p:spPr>
          <a:xfrm>
            <a:off x="6522146" y="889923"/>
            <a:ext cx="209550" cy="152400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408" y="20250"/>
                </a:moveTo>
                <a:lnTo>
                  <a:pt x="2740" y="17504"/>
                </a:lnTo>
                <a:cubicBezTo>
                  <a:pt x="2807" y="17526"/>
                  <a:pt x="2874" y="17550"/>
                  <a:pt x="2945" y="17550"/>
                </a:cubicBezTo>
                <a:lnTo>
                  <a:pt x="18655" y="17550"/>
                </a:lnTo>
                <a:cubicBezTo>
                  <a:pt x="18726" y="17550"/>
                  <a:pt x="18793" y="17526"/>
                  <a:pt x="18860" y="17504"/>
                </a:cubicBezTo>
                <a:lnTo>
                  <a:pt x="20192" y="20250"/>
                </a:lnTo>
                <a:cubicBezTo>
                  <a:pt x="20192" y="20250"/>
                  <a:pt x="1408" y="20250"/>
                  <a:pt x="1408" y="20250"/>
                </a:cubicBezTo>
                <a:close/>
                <a:moveTo>
                  <a:pt x="2945" y="1350"/>
                </a:moveTo>
                <a:lnTo>
                  <a:pt x="18655" y="1350"/>
                </a:lnTo>
                <a:lnTo>
                  <a:pt x="18655" y="16200"/>
                </a:lnTo>
                <a:lnTo>
                  <a:pt x="2945" y="16200"/>
                </a:lnTo>
                <a:cubicBezTo>
                  <a:pt x="2945" y="16200"/>
                  <a:pt x="2945" y="1350"/>
                  <a:pt x="2945" y="1350"/>
                </a:cubicBezTo>
                <a:close/>
                <a:moveTo>
                  <a:pt x="21510" y="20558"/>
                </a:moveTo>
                <a:lnTo>
                  <a:pt x="21518" y="20551"/>
                </a:lnTo>
                <a:lnTo>
                  <a:pt x="19591" y="16577"/>
                </a:lnTo>
                <a:cubicBezTo>
                  <a:pt x="19617" y="16457"/>
                  <a:pt x="19636" y="16332"/>
                  <a:pt x="19636" y="16200"/>
                </a:cubicBezTo>
                <a:lnTo>
                  <a:pt x="19636" y="1350"/>
                </a:lnTo>
                <a:cubicBezTo>
                  <a:pt x="19636" y="605"/>
                  <a:pt x="19197" y="0"/>
                  <a:pt x="18655" y="0"/>
                </a:cubicBezTo>
                <a:lnTo>
                  <a:pt x="2945" y="0"/>
                </a:lnTo>
                <a:cubicBezTo>
                  <a:pt x="2403" y="0"/>
                  <a:pt x="1964" y="605"/>
                  <a:pt x="1964" y="1350"/>
                </a:cubicBezTo>
                <a:lnTo>
                  <a:pt x="1964" y="16200"/>
                </a:lnTo>
                <a:cubicBezTo>
                  <a:pt x="1964" y="16332"/>
                  <a:pt x="1983" y="16457"/>
                  <a:pt x="2009" y="16577"/>
                </a:cubicBezTo>
                <a:lnTo>
                  <a:pt x="82" y="20551"/>
                </a:lnTo>
                <a:lnTo>
                  <a:pt x="90" y="20558"/>
                </a:lnTo>
                <a:cubicBezTo>
                  <a:pt x="38" y="20665"/>
                  <a:pt x="0" y="20787"/>
                  <a:pt x="0" y="20925"/>
                </a:cubicBezTo>
                <a:cubicBezTo>
                  <a:pt x="0" y="21298"/>
                  <a:pt x="220" y="21600"/>
                  <a:pt x="491" y="21600"/>
                </a:cubicBezTo>
                <a:lnTo>
                  <a:pt x="21109" y="21600"/>
                </a:lnTo>
                <a:cubicBezTo>
                  <a:pt x="21380" y="21600"/>
                  <a:pt x="21600" y="21298"/>
                  <a:pt x="21600" y="20925"/>
                </a:cubicBezTo>
                <a:cubicBezTo>
                  <a:pt x="21600" y="20787"/>
                  <a:pt x="21562" y="20665"/>
                  <a:pt x="21510" y="20558"/>
                </a:cubicBezTo>
              </a:path>
            </a:pathLst>
          </a:custGeom>
          <a:solidFill>
            <a:schemeClr val="tx1"/>
          </a:solidFill>
          <a:ln w="12700">
            <a:miter lim="400000"/>
          </a:ln>
        </p:spPr>
        <p:txBody>
          <a:bodyPr lIns="14284" tIns="14284" rIns="14284" bIns="14284" anchor="ctr"/>
          <a:lstStyle/>
          <a:p>
            <a:pPr defTabSz="171399" eaLnBrk="1" hangingPunct="1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1125">
              <a:solidFill>
                <a:srgbClr val="FFFFFF"/>
              </a:solidFill>
              <a:effectLst>
                <a:outerShdw blurRad="38100" dist="12700" dir="5400000" rotWithShape="0">
                  <a:srgbClr val="000000">
                    <a:alpha val="50000"/>
                  </a:srgbClr>
                </a:outerShdw>
              </a:effectLst>
              <a:latin typeface="Gill Sans"/>
              <a:ea typeface="Calibri" charset="0"/>
              <a:cs typeface="Calibri" charset="0"/>
              <a:sym typeface="Gill Sans"/>
            </a:endParaRPr>
          </a:p>
        </p:txBody>
      </p:sp>
      <p:sp>
        <p:nvSpPr>
          <p:cNvPr id="39" name="Shape 2646"/>
          <p:cNvSpPr/>
          <p:nvPr userDrawn="1"/>
        </p:nvSpPr>
        <p:spPr>
          <a:xfrm>
            <a:off x="4779726" y="1311382"/>
            <a:ext cx="209550" cy="209550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20618" y="14727"/>
                </a:moveTo>
                <a:lnTo>
                  <a:pt x="982" y="14727"/>
                </a:lnTo>
                <a:lnTo>
                  <a:pt x="982" y="1964"/>
                </a:lnTo>
                <a:cubicBezTo>
                  <a:pt x="982" y="1422"/>
                  <a:pt x="1422" y="982"/>
                  <a:pt x="1964" y="982"/>
                </a:cubicBezTo>
                <a:lnTo>
                  <a:pt x="19636" y="982"/>
                </a:lnTo>
                <a:cubicBezTo>
                  <a:pt x="20178" y="982"/>
                  <a:pt x="20618" y="1422"/>
                  <a:pt x="20618" y="1964"/>
                </a:cubicBezTo>
                <a:cubicBezTo>
                  <a:pt x="20618" y="1964"/>
                  <a:pt x="20618" y="14727"/>
                  <a:pt x="20618" y="14727"/>
                </a:cubicBezTo>
                <a:close/>
                <a:moveTo>
                  <a:pt x="20618" y="16691"/>
                </a:moveTo>
                <a:cubicBezTo>
                  <a:pt x="20618" y="17233"/>
                  <a:pt x="20178" y="17673"/>
                  <a:pt x="19636" y="17673"/>
                </a:cubicBezTo>
                <a:lnTo>
                  <a:pt x="1964" y="17673"/>
                </a:lnTo>
                <a:cubicBezTo>
                  <a:pt x="1422" y="17673"/>
                  <a:pt x="982" y="17233"/>
                  <a:pt x="982" y="16691"/>
                </a:cubicBezTo>
                <a:lnTo>
                  <a:pt x="982" y="15709"/>
                </a:lnTo>
                <a:lnTo>
                  <a:pt x="20618" y="15709"/>
                </a:lnTo>
                <a:cubicBezTo>
                  <a:pt x="20618" y="15709"/>
                  <a:pt x="20618" y="16691"/>
                  <a:pt x="20618" y="16691"/>
                </a:cubicBezTo>
                <a:close/>
                <a:moveTo>
                  <a:pt x="11782" y="20618"/>
                </a:moveTo>
                <a:lnTo>
                  <a:pt x="9818" y="20618"/>
                </a:lnTo>
                <a:lnTo>
                  <a:pt x="9818" y="18655"/>
                </a:lnTo>
                <a:lnTo>
                  <a:pt x="11782" y="18655"/>
                </a:lnTo>
                <a:cubicBezTo>
                  <a:pt x="11782" y="18655"/>
                  <a:pt x="11782" y="20618"/>
                  <a:pt x="11782" y="20618"/>
                </a:cubicBezTo>
                <a:close/>
                <a:moveTo>
                  <a:pt x="19636" y="0"/>
                </a:moveTo>
                <a:lnTo>
                  <a:pt x="1964" y="0"/>
                </a:lnTo>
                <a:cubicBezTo>
                  <a:pt x="879" y="0"/>
                  <a:pt x="0" y="879"/>
                  <a:pt x="0" y="1964"/>
                </a:cubicBezTo>
                <a:lnTo>
                  <a:pt x="0" y="16691"/>
                </a:lnTo>
                <a:cubicBezTo>
                  <a:pt x="0" y="17775"/>
                  <a:pt x="879" y="18655"/>
                  <a:pt x="1964" y="18655"/>
                </a:cubicBezTo>
                <a:lnTo>
                  <a:pt x="8836" y="18655"/>
                </a:lnTo>
                <a:lnTo>
                  <a:pt x="8836" y="20618"/>
                </a:lnTo>
                <a:lnTo>
                  <a:pt x="7364" y="20618"/>
                </a:lnTo>
                <a:cubicBezTo>
                  <a:pt x="7092" y="20618"/>
                  <a:pt x="6873" y="20838"/>
                  <a:pt x="6873" y="21109"/>
                </a:cubicBezTo>
                <a:cubicBezTo>
                  <a:pt x="6873" y="21381"/>
                  <a:pt x="7092" y="21600"/>
                  <a:pt x="7364" y="21600"/>
                </a:cubicBezTo>
                <a:lnTo>
                  <a:pt x="14236" y="21600"/>
                </a:lnTo>
                <a:cubicBezTo>
                  <a:pt x="14508" y="21600"/>
                  <a:pt x="14727" y="21381"/>
                  <a:pt x="14727" y="21109"/>
                </a:cubicBezTo>
                <a:cubicBezTo>
                  <a:pt x="14727" y="20838"/>
                  <a:pt x="14508" y="20618"/>
                  <a:pt x="14236" y="20618"/>
                </a:cubicBezTo>
                <a:lnTo>
                  <a:pt x="12764" y="20618"/>
                </a:lnTo>
                <a:lnTo>
                  <a:pt x="12764" y="18655"/>
                </a:lnTo>
                <a:lnTo>
                  <a:pt x="19636" y="18655"/>
                </a:lnTo>
                <a:cubicBezTo>
                  <a:pt x="20721" y="18655"/>
                  <a:pt x="21600" y="17775"/>
                  <a:pt x="21600" y="16691"/>
                </a:cubicBezTo>
                <a:lnTo>
                  <a:pt x="21600" y="1964"/>
                </a:lnTo>
                <a:cubicBezTo>
                  <a:pt x="21600" y="879"/>
                  <a:pt x="20721" y="0"/>
                  <a:pt x="19636" y="0"/>
                </a:cubicBezTo>
              </a:path>
            </a:pathLst>
          </a:custGeom>
          <a:solidFill>
            <a:schemeClr val="tx1"/>
          </a:solidFill>
          <a:ln w="12700">
            <a:miter lim="400000"/>
          </a:ln>
        </p:spPr>
        <p:txBody>
          <a:bodyPr lIns="14284" tIns="14284" rIns="14284" bIns="14284" anchor="ctr"/>
          <a:lstStyle/>
          <a:p>
            <a:pPr defTabSz="171399" eaLnBrk="1" hangingPunct="1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1125">
              <a:solidFill>
                <a:srgbClr val="FFFFFF"/>
              </a:solidFill>
              <a:effectLst>
                <a:outerShdw blurRad="38100" dist="12700" dir="5400000" rotWithShape="0">
                  <a:srgbClr val="000000">
                    <a:alpha val="50000"/>
                  </a:srgbClr>
                </a:outerShdw>
              </a:effectLst>
              <a:latin typeface="Gill Sans"/>
              <a:ea typeface="Calibri" charset="0"/>
              <a:cs typeface="Calibri" charset="0"/>
              <a:sym typeface="Gill Sans"/>
            </a:endParaRPr>
          </a:p>
        </p:txBody>
      </p:sp>
      <p:sp>
        <p:nvSpPr>
          <p:cNvPr id="40" name="Shape 2654"/>
          <p:cNvSpPr/>
          <p:nvPr userDrawn="1"/>
        </p:nvSpPr>
        <p:spPr>
          <a:xfrm>
            <a:off x="6533362" y="1311382"/>
            <a:ext cx="209550" cy="209550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5709" y="15709"/>
                </a:moveTo>
                <a:lnTo>
                  <a:pt x="5891" y="15709"/>
                </a:lnTo>
                <a:lnTo>
                  <a:pt x="5891" y="16691"/>
                </a:lnTo>
                <a:lnTo>
                  <a:pt x="15709" y="16691"/>
                </a:lnTo>
                <a:cubicBezTo>
                  <a:pt x="15709" y="16691"/>
                  <a:pt x="15709" y="15709"/>
                  <a:pt x="15709" y="15709"/>
                </a:cubicBezTo>
                <a:close/>
                <a:moveTo>
                  <a:pt x="15709" y="17673"/>
                </a:moveTo>
                <a:lnTo>
                  <a:pt x="5891" y="17673"/>
                </a:lnTo>
                <a:lnTo>
                  <a:pt x="5891" y="18655"/>
                </a:lnTo>
                <a:lnTo>
                  <a:pt x="15709" y="18655"/>
                </a:lnTo>
                <a:cubicBezTo>
                  <a:pt x="15709" y="18655"/>
                  <a:pt x="15709" y="17673"/>
                  <a:pt x="15709" y="17673"/>
                </a:cubicBezTo>
                <a:close/>
                <a:moveTo>
                  <a:pt x="11782" y="13745"/>
                </a:moveTo>
                <a:lnTo>
                  <a:pt x="5891" y="13745"/>
                </a:lnTo>
                <a:lnTo>
                  <a:pt x="5891" y="14727"/>
                </a:lnTo>
                <a:lnTo>
                  <a:pt x="11782" y="14727"/>
                </a:lnTo>
                <a:cubicBezTo>
                  <a:pt x="11782" y="14727"/>
                  <a:pt x="11782" y="13745"/>
                  <a:pt x="11782" y="13745"/>
                </a:cubicBezTo>
                <a:close/>
                <a:moveTo>
                  <a:pt x="20618" y="19636"/>
                </a:moveTo>
                <a:cubicBezTo>
                  <a:pt x="20618" y="20178"/>
                  <a:pt x="20178" y="20618"/>
                  <a:pt x="19636" y="20618"/>
                </a:cubicBezTo>
                <a:lnTo>
                  <a:pt x="18655" y="20618"/>
                </a:lnTo>
                <a:lnTo>
                  <a:pt x="18655" y="11782"/>
                </a:lnTo>
                <a:cubicBezTo>
                  <a:pt x="18655" y="11240"/>
                  <a:pt x="18214" y="10800"/>
                  <a:pt x="17673" y="10800"/>
                </a:cubicBezTo>
                <a:lnTo>
                  <a:pt x="3927" y="10800"/>
                </a:lnTo>
                <a:cubicBezTo>
                  <a:pt x="3385" y="10800"/>
                  <a:pt x="2945" y="11240"/>
                  <a:pt x="2945" y="11782"/>
                </a:cubicBezTo>
                <a:lnTo>
                  <a:pt x="2945" y="20618"/>
                </a:lnTo>
                <a:lnTo>
                  <a:pt x="1964" y="20618"/>
                </a:lnTo>
                <a:cubicBezTo>
                  <a:pt x="1421" y="20618"/>
                  <a:pt x="982" y="20178"/>
                  <a:pt x="982" y="19636"/>
                </a:cubicBezTo>
                <a:lnTo>
                  <a:pt x="982" y="1964"/>
                </a:lnTo>
                <a:cubicBezTo>
                  <a:pt x="982" y="1422"/>
                  <a:pt x="1421" y="982"/>
                  <a:pt x="1964" y="982"/>
                </a:cubicBezTo>
                <a:lnTo>
                  <a:pt x="4909" y="982"/>
                </a:lnTo>
                <a:lnTo>
                  <a:pt x="4909" y="6873"/>
                </a:lnTo>
                <a:cubicBezTo>
                  <a:pt x="4909" y="7415"/>
                  <a:pt x="5348" y="7855"/>
                  <a:pt x="5891" y="7855"/>
                </a:cubicBezTo>
                <a:lnTo>
                  <a:pt x="15709" y="7855"/>
                </a:lnTo>
                <a:cubicBezTo>
                  <a:pt x="16251" y="7855"/>
                  <a:pt x="16691" y="7415"/>
                  <a:pt x="16691" y="6873"/>
                </a:cubicBezTo>
                <a:lnTo>
                  <a:pt x="16691" y="982"/>
                </a:lnTo>
                <a:lnTo>
                  <a:pt x="17182" y="982"/>
                </a:lnTo>
                <a:lnTo>
                  <a:pt x="20618" y="4418"/>
                </a:lnTo>
                <a:cubicBezTo>
                  <a:pt x="20618" y="4418"/>
                  <a:pt x="20618" y="19636"/>
                  <a:pt x="20618" y="19636"/>
                </a:cubicBezTo>
                <a:close/>
                <a:moveTo>
                  <a:pt x="17673" y="20618"/>
                </a:moveTo>
                <a:lnTo>
                  <a:pt x="3927" y="20618"/>
                </a:lnTo>
                <a:lnTo>
                  <a:pt x="3927" y="11782"/>
                </a:lnTo>
                <a:lnTo>
                  <a:pt x="17673" y="11782"/>
                </a:lnTo>
                <a:cubicBezTo>
                  <a:pt x="17673" y="11782"/>
                  <a:pt x="17673" y="20618"/>
                  <a:pt x="17673" y="20618"/>
                </a:cubicBezTo>
                <a:close/>
                <a:moveTo>
                  <a:pt x="5891" y="982"/>
                </a:moveTo>
                <a:lnTo>
                  <a:pt x="15709" y="982"/>
                </a:lnTo>
                <a:lnTo>
                  <a:pt x="15709" y="6873"/>
                </a:lnTo>
                <a:lnTo>
                  <a:pt x="5891" y="6873"/>
                </a:lnTo>
                <a:cubicBezTo>
                  <a:pt x="5891" y="6873"/>
                  <a:pt x="5891" y="982"/>
                  <a:pt x="5891" y="982"/>
                </a:cubicBezTo>
                <a:close/>
                <a:moveTo>
                  <a:pt x="17673" y="0"/>
                </a:moveTo>
                <a:lnTo>
                  <a:pt x="1964" y="0"/>
                </a:lnTo>
                <a:cubicBezTo>
                  <a:pt x="879" y="0"/>
                  <a:pt x="0" y="879"/>
                  <a:pt x="0" y="1964"/>
                </a:cubicBezTo>
                <a:lnTo>
                  <a:pt x="0" y="19636"/>
                </a:lnTo>
                <a:cubicBezTo>
                  <a:pt x="0" y="20721"/>
                  <a:pt x="879" y="21600"/>
                  <a:pt x="1964" y="21600"/>
                </a:cubicBezTo>
                <a:lnTo>
                  <a:pt x="19636" y="21600"/>
                </a:lnTo>
                <a:cubicBezTo>
                  <a:pt x="20721" y="21600"/>
                  <a:pt x="21600" y="20721"/>
                  <a:pt x="21600" y="19636"/>
                </a:cubicBezTo>
                <a:lnTo>
                  <a:pt x="21600" y="3927"/>
                </a:lnTo>
                <a:cubicBezTo>
                  <a:pt x="21600" y="3927"/>
                  <a:pt x="17673" y="0"/>
                  <a:pt x="17673" y="0"/>
                </a:cubicBezTo>
                <a:close/>
                <a:moveTo>
                  <a:pt x="12764" y="5891"/>
                </a:moveTo>
                <a:lnTo>
                  <a:pt x="14727" y="5891"/>
                </a:lnTo>
                <a:lnTo>
                  <a:pt x="14727" y="1964"/>
                </a:lnTo>
                <a:lnTo>
                  <a:pt x="12764" y="1964"/>
                </a:lnTo>
                <a:cubicBezTo>
                  <a:pt x="12764" y="1964"/>
                  <a:pt x="12764" y="5891"/>
                  <a:pt x="12764" y="5891"/>
                </a:cubicBezTo>
                <a:close/>
              </a:path>
            </a:pathLst>
          </a:custGeom>
          <a:solidFill>
            <a:schemeClr val="tx1"/>
          </a:solidFill>
          <a:ln w="12700">
            <a:miter lim="400000"/>
          </a:ln>
        </p:spPr>
        <p:txBody>
          <a:bodyPr lIns="14284" tIns="14284" rIns="14284" bIns="14284" anchor="ctr"/>
          <a:lstStyle/>
          <a:p>
            <a:pPr defTabSz="171399" eaLnBrk="1" hangingPunct="1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1125">
              <a:solidFill>
                <a:srgbClr val="FFFFFF"/>
              </a:solidFill>
              <a:effectLst>
                <a:outerShdw blurRad="38100" dist="12700" dir="5400000" rotWithShape="0">
                  <a:srgbClr val="000000">
                    <a:alpha val="50000"/>
                  </a:srgbClr>
                </a:outerShdw>
              </a:effectLst>
              <a:latin typeface="Gill Sans"/>
              <a:ea typeface="Calibri" charset="0"/>
              <a:cs typeface="Calibri" charset="0"/>
              <a:sym typeface="Gill Sans"/>
            </a:endParaRPr>
          </a:p>
        </p:txBody>
      </p:sp>
      <p:sp>
        <p:nvSpPr>
          <p:cNvPr id="41" name="Shape 2655"/>
          <p:cNvSpPr/>
          <p:nvPr userDrawn="1"/>
        </p:nvSpPr>
        <p:spPr>
          <a:xfrm>
            <a:off x="5670548" y="1763924"/>
            <a:ext cx="209550" cy="171450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20618" y="14400"/>
                </a:moveTo>
                <a:lnTo>
                  <a:pt x="16349" y="14400"/>
                </a:lnTo>
                <a:cubicBezTo>
                  <a:pt x="16227" y="14820"/>
                  <a:pt x="16076" y="15221"/>
                  <a:pt x="15897" y="15600"/>
                </a:cubicBezTo>
                <a:lnTo>
                  <a:pt x="20618" y="15600"/>
                </a:lnTo>
                <a:lnTo>
                  <a:pt x="20618" y="19200"/>
                </a:lnTo>
                <a:cubicBezTo>
                  <a:pt x="20618" y="19862"/>
                  <a:pt x="20178" y="20400"/>
                  <a:pt x="19636" y="20400"/>
                </a:cubicBezTo>
                <a:lnTo>
                  <a:pt x="1964" y="20400"/>
                </a:lnTo>
                <a:cubicBezTo>
                  <a:pt x="1422" y="20400"/>
                  <a:pt x="982" y="19862"/>
                  <a:pt x="982" y="19200"/>
                </a:cubicBezTo>
                <a:lnTo>
                  <a:pt x="982" y="15600"/>
                </a:lnTo>
                <a:lnTo>
                  <a:pt x="5704" y="15600"/>
                </a:lnTo>
                <a:cubicBezTo>
                  <a:pt x="5524" y="15221"/>
                  <a:pt x="5373" y="14820"/>
                  <a:pt x="5251" y="14400"/>
                </a:cubicBezTo>
                <a:lnTo>
                  <a:pt x="982" y="14400"/>
                </a:lnTo>
                <a:lnTo>
                  <a:pt x="982" y="4800"/>
                </a:lnTo>
                <a:cubicBezTo>
                  <a:pt x="982" y="4138"/>
                  <a:pt x="1422" y="3600"/>
                  <a:pt x="1964" y="3600"/>
                </a:cubicBezTo>
                <a:lnTo>
                  <a:pt x="3927" y="3600"/>
                </a:lnTo>
                <a:cubicBezTo>
                  <a:pt x="5891" y="3600"/>
                  <a:pt x="5891" y="1200"/>
                  <a:pt x="7364" y="1200"/>
                </a:cubicBezTo>
                <a:lnTo>
                  <a:pt x="10800" y="1200"/>
                </a:lnTo>
                <a:lnTo>
                  <a:pt x="14236" y="1200"/>
                </a:lnTo>
                <a:cubicBezTo>
                  <a:pt x="15709" y="1200"/>
                  <a:pt x="15709" y="3600"/>
                  <a:pt x="17673" y="3600"/>
                </a:cubicBezTo>
                <a:lnTo>
                  <a:pt x="19636" y="3600"/>
                </a:lnTo>
                <a:cubicBezTo>
                  <a:pt x="20178" y="3600"/>
                  <a:pt x="20618" y="4138"/>
                  <a:pt x="20618" y="4800"/>
                </a:cubicBezTo>
                <a:cubicBezTo>
                  <a:pt x="20618" y="4800"/>
                  <a:pt x="20618" y="14400"/>
                  <a:pt x="20618" y="14400"/>
                </a:cubicBezTo>
                <a:close/>
                <a:moveTo>
                  <a:pt x="19636" y="2400"/>
                </a:moveTo>
                <a:lnTo>
                  <a:pt x="17673" y="2400"/>
                </a:lnTo>
                <a:cubicBezTo>
                  <a:pt x="16200" y="2400"/>
                  <a:pt x="16200" y="0"/>
                  <a:pt x="14236" y="0"/>
                </a:cubicBezTo>
                <a:lnTo>
                  <a:pt x="10800" y="0"/>
                </a:lnTo>
                <a:lnTo>
                  <a:pt x="7364" y="0"/>
                </a:lnTo>
                <a:cubicBezTo>
                  <a:pt x="5400" y="0"/>
                  <a:pt x="5400" y="2400"/>
                  <a:pt x="3927" y="2400"/>
                </a:cubicBezTo>
                <a:lnTo>
                  <a:pt x="1964" y="2400"/>
                </a:lnTo>
                <a:cubicBezTo>
                  <a:pt x="879" y="2400"/>
                  <a:pt x="0" y="3475"/>
                  <a:pt x="0" y="4800"/>
                </a:cubicBezTo>
                <a:lnTo>
                  <a:pt x="0" y="19200"/>
                </a:lnTo>
                <a:cubicBezTo>
                  <a:pt x="0" y="20525"/>
                  <a:pt x="879" y="21600"/>
                  <a:pt x="1964" y="21600"/>
                </a:cubicBezTo>
                <a:lnTo>
                  <a:pt x="19636" y="21600"/>
                </a:lnTo>
                <a:cubicBezTo>
                  <a:pt x="20721" y="21600"/>
                  <a:pt x="21600" y="20525"/>
                  <a:pt x="21600" y="19200"/>
                </a:cubicBezTo>
                <a:lnTo>
                  <a:pt x="21600" y="4800"/>
                </a:lnTo>
                <a:cubicBezTo>
                  <a:pt x="21600" y="3475"/>
                  <a:pt x="20721" y="2400"/>
                  <a:pt x="19636" y="2400"/>
                </a:cubicBezTo>
                <a:moveTo>
                  <a:pt x="18164" y="7200"/>
                </a:moveTo>
                <a:cubicBezTo>
                  <a:pt x="17892" y="7200"/>
                  <a:pt x="17673" y="6932"/>
                  <a:pt x="17673" y="6600"/>
                </a:cubicBezTo>
                <a:cubicBezTo>
                  <a:pt x="17673" y="6269"/>
                  <a:pt x="17892" y="6000"/>
                  <a:pt x="18164" y="6000"/>
                </a:cubicBezTo>
                <a:cubicBezTo>
                  <a:pt x="18435" y="6000"/>
                  <a:pt x="18655" y="6269"/>
                  <a:pt x="18655" y="6600"/>
                </a:cubicBezTo>
                <a:cubicBezTo>
                  <a:pt x="18655" y="6932"/>
                  <a:pt x="18435" y="7200"/>
                  <a:pt x="18164" y="7200"/>
                </a:cubicBezTo>
                <a:moveTo>
                  <a:pt x="18164" y="4800"/>
                </a:moveTo>
                <a:cubicBezTo>
                  <a:pt x="17351" y="4800"/>
                  <a:pt x="16691" y="5607"/>
                  <a:pt x="16691" y="6600"/>
                </a:cubicBezTo>
                <a:cubicBezTo>
                  <a:pt x="16691" y="7594"/>
                  <a:pt x="17351" y="8400"/>
                  <a:pt x="18164" y="8400"/>
                </a:cubicBezTo>
                <a:cubicBezTo>
                  <a:pt x="18977" y="8400"/>
                  <a:pt x="19636" y="7594"/>
                  <a:pt x="19636" y="6600"/>
                </a:cubicBezTo>
                <a:cubicBezTo>
                  <a:pt x="19636" y="5607"/>
                  <a:pt x="18977" y="4800"/>
                  <a:pt x="18164" y="4800"/>
                </a:cubicBezTo>
                <a:moveTo>
                  <a:pt x="18164" y="9600"/>
                </a:moveTo>
                <a:cubicBezTo>
                  <a:pt x="17892" y="9600"/>
                  <a:pt x="17673" y="9869"/>
                  <a:pt x="17673" y="10200"/>
                </a:cubicBezTo>
                <a:cubicBezTo>
                  <a:pt x="17673" y="10532"/>
                  <a:pt x="17892" y="10800"/>
                  <a:pt x="18164" y="10800"/>
                </a:cubicBezTo>
                <a:cubicBezTo>
                  <a:pt x="18435" y="10800"/>
                  <a:pt x="18655" y="10532"/>
                  <a:pt x="18655" y="10200"/>
                </a:cubicBezTo>
                <a:cubicBezTo>
                  <a:pt x="18655" y="9869"/>
                  <a:pt x="18435" y="9600"/>
                  <a:pt x="18164" y="9600"/>
                </a:cubicBezTo>
                <a:moveTo>
                  <a:pt x="10800" y="16800"/>
                </a:moveTo>
                <a:cubicBezTo>
                  <a:pt x="8631" y="16800"/>
                  <a:pt x="6873" y="14651"/>
                  <a:pt x="6873" y="12000"/>
                </a:cubicBezTo>
                <a:cubicBezTo>
                  <a:pt x="6873" y="9349"/>
                  <a:pt x="8631" y="7200"/>
                  <a:pt x="10800" y="7200"/>
                </a:cubicBezTo>
                <a:cubicBezTo>
                  <a:pt x="12969" y="7200"/>
                  <a:pt x="14727" y="9349"/>
                  <a:pt x="14727" y="12000"/>
                </a:cubicBezTo>
                <a:cubicBezTo>
                  <a:pt x="14727" y="14651"/>
                  <a:pt x="12969" y="16800"/>
                  <a:pt x="10800" y="16800"/>
                </a:cubicBezTo>
                <a:moveTo>
                  <a:pt x="10800" y="6000"/>
                </a:moveTo>
                <a:cubicBezTo>
                  <a:pt x="8088" y="6000"/>
                  <a:pt x="5891" y="8687"/>
                  <a:pt x="5891" y="12000"/>
                </a:cubicBezTo>
                <a:cubicBezTo>
                  <a:pt x="5891" y="15314"/>
                  <a:pt x="8088" y="18000"/>
                  <a:pt x="10800" y="18000"/>
                </a:cubicBezTo>
                <a:cubicBezTo>
                  <a:pt x="13512" y="18000"/>
                  <a:pt x="15709" y="15314"/>
                  <a:pt x="15709" y="12000"/>
                </a:cubicBezTo>
                <a:cubicBezTo>
                  <a:pt x="15709" y="8687"/>
                  <a:pt x="13512" y="6000"/>
                  <a:pt x="10800" y="6000"/>
                </a:cubicBezTo>
                <a:moveTo>
                  <a:pt x="10800" y="14400"/>
                </a:moveTo>
                <a:cubicBezTo>
                  <a:pt x="9716" y="14400"/>
                  <a:pt x="8836" y="13325"/>
                  <a:pt x="8836" y="12000"/>
                </a:cubicBezTo>
                <a:cubicBezTo>
                  <a:pt x="8836" y="10675"/>
                  <a:pt x="9716" y="9600"/>
                  <a:pt x="10800" y="9600"/>
                </a:cubicBezTo>
                <a:cubicBezTo>
                  <a:pt x="11884" y="9600"/>
                  <a:pt x="12764" y="10675"/>
                  <a:pt x="12764" y="12000"/>
                </a:cubicBezTo>
                <a:cubicBezTo>
                  <a:pt x="12764" y="13325"/>
                  <a:pt x="11884" y="14400"/>
                  <a:pt x="10800" y="14400"/>
                </a:cubicBezTo>
                <a:moveTo>
                  <a:pt x="10800" y="8400"/>
                </a:moveTo>
                <a:cubicBezTo>
                  <a:pt x="9173" y="8400"/>
                  <a:pt x="7855" y="10012"/>
                  <a:pt x="7855" y="12000"/>
                </a:cubicBezTo>
                <a:cubicBezTo>
                  <a:pt x="7855" y="13988"/>
                  <a:pt x="9173" y="15600"/>
                  <a:pt x="10800" y="15600"/>
                </a:cubicBezTo>
                <a:cubicBezTo>
                  <a:pt x="12426" y="15600"/>
                  <a:pt x="13745" y="13988"/>
                  <a:pt x="13745" y="12000"/>
                </a:cubicBezTo>
                <a:cubicBezTo>
                  <a:pt x="13745" y="10012"/>
                  <a:pt x="12426" y="8400"/>
                  <a:pt x="10800" y="8400"/>
                </a:cubicBezTo>
                <a:moveTo>
                  <a:pt x="8345" y="3600"/>
                </a:moveTo>
                <a:lnTo>
                  <a:pt x="13255" y="3600"/>
                </a:lnTo>
                <a:cubicBezTo>
                  <a:pt x="13526" y="3600"/>
                  <a:pt x="13745" y="3332"/>
                  <a:pt x="13745" y="3000"/>
                </a:cubicBezTo>
                <a:cubicBezTo>
                  <a:pt x="13745" y="2669"/>
                  <a:pt x="13526" y="2400"/>
                  <a:pt x="13255" y="2400"/>
                </a:cubicBezTo>
                <a:lnTo>
                  <a:pt x="8345" y="2400"/>
                </a:lnTo>
                <a:cubicBezTo>
                  <a:pt x="8074" y="2400"/>
                  <a:pt x="7855" y="2669"/>
                  <a:pt x="7855" y="3000"/>
                </a:cubicBezTo>
                <a:cubicBezTo>
                  <a:pt x="7855" y="3332"/>
                  <a:pt x="8074" y="3600"/>
                  <a:pt x="8345" y="3600"/>
                </a:cubicBezTo>
              </a:path>
            </a:pathLst>
          </a:custGeom>
          <a:solidFill>
            <a:schemeClr val="tx1"/>
          </a:solidFill>
          <a:ln w="12700">
            <a:miter lim="400000"/>
          </a:ln>
        </p:spPr>
        <p:txBody>
          <a:bodyPr lIns="14284" tIns="14284" rIns="14284" bIns="14284" anchor="ctr"/>
          <a:lstStyle/>
          <a:p>
            <a:pPr defTabSz="171399" eaLnBrk="1" hangingPunct="1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1125">
              <a:solidFill>
                <a:srgbClr val="FFFFFF"/>
              </a:solidFill>
              <a:effectLst>
                <a:outerShdw blurRad="38100" dist="12700" dir="5400000" rotWithShape="0">
                  <a:srgbClr val="000000">
                    <a:alpha val="50000"/>
                  </a:srgbClr>
                </a:outerShdw>
              </a:effectLst>
              <a:latin typeface="Gill Sans"/>
              <a:ea typeface="Calibri" charset="0"/>
              <a:cs typeface="Calibri" charset="0"/>
              <a:sym typeface="Gill Sans"/>
            </a:endParaRPr>
          </a:p>
        </p:txBody>
      </p:sp>
      <p:sp>
        <p:nvSpPr>
          <p:cNvPr id="42" name="Shape 2661"/>
          <p:cNvSpPr/>
          <p:nvPr userDrawn="1"/>
        </p:nvSpPr>
        <p:spPr>
          <a:xfrm>
            <a:off x="5226695" y="861348"/>
            <a:ext cx="209550" cy="209550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9818" y="7855"/>
                </a:moveTo>
                <a:lnTo>
                  <a:pt x="7855" y="7855"/>
                </a:lnTo>
                <a:lnTo>
                  <a:pt x="7855" y="9818"/>
                </a:lnTo>
                <a:lnTo>
                  <a:pt x="9818" y="9818"/>
                </a:lnTo>
                <a:cubicBezTo>
                  <a:pt x="9818" y="9818"/>
                  <a:pt x="9818" y="7855"/>
                  <a:pt x="9818" y="7855"/>
                </a:cubicBezTo>
                <a:close/>
                <a:moveTo>
                  <a:pt x="5891" y="7855"/>
                </a:moveTo>
                <a:lnTo>
                  <a:pt x="3927" y="7855"/>
                </a:lnTo>
                <a:lnTo>
                  <a:pt x="3927" y="9818"/>
                </a:lnTo>
                <a:lnTo>
                  <a:pt x="5891" y="9818"/>
                </a:lnTo>
                <a:cubicBezTo>
                  <a:pt x="5891" y="9818"/>
                  <a:pt x="5891" y="7855"/>
                  <a:pt x="5891" y="7855"/>
                </a:cubicBezTo>
                <a:close/>
                <a:moveTo>
                  <a:pt x="13745" y="7855"/>
                </a:moveTo>
                <a:lnTo>
                  <a:pt x="11782" y="7855"/>
                </a:lnTo>
                <a:lnTo>
                  <a:pt x="11782" y="9818"/>
                </a:lnTo>
                <a:lnTo>
                  <a:pt x="13745" y="9818"/>
                </a:lnTo>
                <a:cubicBezTo>
                  <a:pt x="13745" y="9818"/>
                  <a:pt x="13745" y="7855"/>
                  <a:pt x="13745" y="7855"/>
                </a:cubicBezTo>
                <a:close/>
                <a:moveTo>
                  <a:pt x="7855" y="13745"/>
                </a:moveTo>
                <a:lnTo>
                  <a:pt x="9818" y="13745"/>
                </a:lnTo>
                <a:lnTo>
                  <a:pt x="9818" y="11782"/>
                </a:lnTo>
                <a:lnTo>
                  <a:pt x="7855" y="11782"/>
                </a:lnTo>
                <a:cubicBezTo>
                  <a:pt x="7855" y="11782"/>
                  <a:pt x="7855" y="13745"/>
                  <a:pt x="7855" y="13745"/>
                </a:cubicBezTo>
                <a:close/>
                <a:moveTo>
                  <a:pt x="13745" y="11782"/>
                </a:moveTo>
                <a:lnTo>
                  <a:pt x="15709" y="11782"/>
                </a:lnTo>
                <a:lnTo>
                  <a:pt x="15709" y="9818"/>
                </a:lnTo>
                <a:lnTo>
                  <a:pt x="13745" y="9818"/>
                </a:lnTo>
                <a:cubicBezTo>
                  <a:pt x="13745" y="9818"/>
                  <a:pt x="13745" y="11782"/>
                  <a:pt x="13745" y="11782"/>
                </a:cubicBezTo>
                <a:close/>
                <a:moveTo>
                  <a:pt x="5891" y="11782"/>
                </a:moveTo>
                <a:lnTo>
                  <a:pt x="3927" y="11782"/>
                </a:lnTo>
                <a:lnTo>
                  <a:pt x="3927" y="13745"/>
                </a:lnTo>
                <a:lnTo>
                  <a:pt x="5891" y="13745"/>
                </a:lnTo>
                <a:cubicBezTo>
                  <a:pt x="5891" y="13745"/>
                  <a:pt x="5891" y="11782"/>
                  <a:pt x="5891" y="11782"/>
                </a:cubicBezTo>
                <a:close/>
                <a:moveTo>
                  <a:pt x="11782" y="13745"/>
                </a:moveTo>
                <a:lnTo>
                  <a:pt x="13745" y="13745"/>
                </a:lnTo>
                <a:lnTo>
                  <a:pt x="13745" y="11782"/>
                </a:lnTo>
                <a:lnTo>
                  <a:pt x="11782" y="11782"/>
                </a:lnTo>
                <a:cubicBezTo>
                  <a:pt x="11782" y="11782"/>
                  <a:pt x="11782" y="13745"/>
                  <a:pt x="11782" y="13745"/>
                </a:cubicBezTo>
                <a:close/>
                <a:moveTo>
                  <a:pt x="13745" y="15709"/>
                </a:moveTo>
                <a:lnTo>
                  <a:pt x="15709" y="15709"/>
                </a:lnTo>
                <a:lnTo>
                  <a:pt x="15709" y="13745"/>
                </a:lnTo>
                <a:lnTo>
                  <a:pt x="13745" y="13745"/>
                </a:lnTo>
                <a:cubicBezTo>
                  <a:pt x="13745" y="13745"/>
                  <a:pt x="13745" y="15709"/>
                  <a:pt x="13745" y="15709"/>
                </a:cubicBezTo>
                <a:close/>
                <a:moveTo>
                  <a:pt x="17673" y="7855"/>
                </a:moveTo>
                <a:lnTo>
                  <a:pt x="19636" y="7855"/>
                </a:lnTo>
                <a:lnTo>
                  <a:pt x="19636" y="5891"/>
                </a:lnTo>
                <a:lnTo>
                  <a:pt x="17673" y="5891"/>
                </a:lnTo>
                <a:cubicBezTo>
                  <a:pt x="17673" y="5891"/>
                  <a:pt x="17673" y="7855"/>
                  <a:pt x="17673" y="7855"/>
                </a:cubicBezTo>
                <a:close/>
                <a:moveTo>
                  <a:pt x="15709" y="9818"/>
                </a:moveTo>
                <a:lnTo>
                  <a:pt x="17673" y="9818"/>
                </a:lnTo>
                <a:lnTo>
                  <a:pt x="17673" y="7855"/>
                </a:lnTo>
                <a:lnTo>
                  <a:pt x="15709" y="7855"/>
                </a:lnTo>
                <a:cubicBezTo>
                  <a:pt x="15709" y="7855"/>
                  <a:pt x="15709" y="9818"/>
                  <a:pt x="15709" y="9818"/>
                </a:cubicBezTo>
                <a:close/>
                <a:moveTo>
                  <a:pt x="20618" y="17673"/>
                </a:moveTo>
                <a:cubicBezTo>
                  <a:pt x="20618" y="18215"/>
                  <a:pt x="20178" y="18655"/>
                  <a:pt x="19636" y="18655"/>
                </a:cubicBezTo>
                <a:lnTo>
                  <a:pt x="1964" y="18655"/>
                </a:lnTo>
                <a:cubicBezTo>
                  <a:pt x="1422" y="18655"/>
                  <a:pt x="982" y="18215"/>
                  <a:pt x="982" y="17673"/>
                </a:cubicBezTo>
                <a:lnTo>
                  <a:pt x="982" y="5891"/>
                </a:lnTo>
                <a:cubicBezTo>
                  <a:pt x="982" y="5349"/>
                  <a:pt x="1422" y="4909"/>
                  <a:pt x="1964" y="4909"/>
                </a:cubicBezTo>
                <a:lnTo>
                  <a:pt x="19636" y="4909"/>
                </a:lnTo>
                <a:cubicBezTo>
                  <a:pt x="20178" y="4909"/>
                  <a:pt x="20618" y="5349"/>
                  <a:pt x="20618" y="5891"/>
                </a:cubicBezTo>
                <a:cubicBezTo>
                  <a:pt x="20618" y="5891"/>
                  <a:pt x="20618" y="17673"/>
                  <a:pt x="20618" y="17673"/>
                </a:cubicBezTo>
                <a:close/>
                <a:moveTo>
                  <a:pt x="19636" y="3927"/>
                </a:moveTo>
                <a:lnTo>
                  <a:pt x="12476" y="3927"/>
                </a:lnTo>
                <a:lnTo>
                  <a:pt x="14476" y="1927"/>
                </a:lnTo>
                <a:cubicBezTo>
                  <a:pt x="14557" y="1949"/>
                  <a:pt x="14640" y="1964"/>
                  <a:pt x="14727" y="1964"/>
                </a:cubicBezTo>
                <a:cubicBezTo>
                  <a:pt x="15269" y="1964"/>
                  <a:pt x="15709" y="1524"/>
                  <a:pt x="15709" y="982"/>
                </a:cubicBezTo>
                <a:cubicBezTo>
                  <a:pt x="15709" y="440"/>
                  <a:pt x="15269" y="0"/>
                  <a:pt x="14727" y="0"/>
                </a:cubicBezTo>
                <a:cubicBezTo>
                  <a:pt x="14185" y="0"/>
                  <a:pt x="13745" y="440"/>
                  <a:pt x="13745" y="982"/>
                </a:cubicBezTo>
                <a:cubicBezTo>
                  <a:pt x="13745" y="1069"/>
                  <a:pt x="13761" y="1152"/>
                  <a:pt x="13782" y="1233"/>
                </a:cubicBezTo>
                <a:lnTo>
                  <a:pt x="11088" y="3927"/>
                </a:lnTo>
                <a:lnTo>
                  <a:pt x="10513" y="3927"/>
                </a:lnTo>
                <a:lnTo>
                  <a:pt x="7818" y="1233"/>
                </a:lnTo>
                <a:cubicBezTo>
                  <a:pt x="7839" y="1152"/>
                  <a:pt x="7855" y="1069"/>
                  <a:pt x="7855" y="982"/>
                </a:cubicBezTo>
                <a:cubicBezTo>
                  <a:pt x="7855" y="440"/>
                  <a:pt x="7415" y="0"/>
                  <a:pt x="6873" y="0"/>
                </a:cubicBezTo>
                <a:cubicBezTo>
                  <a:pt x="6331" y="0"/>
                  <a:pt x="5891" y="440"/>
                  <a:pt x="5891" y="982"/>
                </a:cubicBezTo>
                <a:cubicBezTo>
                  <a:pt x="5891" y="1524"/>
                  <a:pt x="6331" y="1964"/>
                  <a:pt x="6873" y="1964"/>
                </a:cubicBezTo>
                <a:cubicBezTo>
                  <a:pt x="6960" y="1964"/>
                  <a:pt x="7043" y="1949"/>
                  <a:pt x="7124" y="1927"/>
                </a:cubicBezTo>
                <a:lnTo>
                  <a:pt x="9124" y="3927"/>
                </a:lnTo>
                <a:lnTo>
                  <a:pt x="1964" y="3927"/>
                </a:lnTo>
                <a:cubicBezTo>
                  <a:pt x="879" y="3927"/>
                  <a:pt x="0" y="4806"/>
                  <a:pt x="0" y="5891"/>
                </a:cubicBezTo>
                <a:lnTo>
                  <a:pt x="0" y="17673"/>
                </a:lnTo>
                <a:cubicBezTo>
                  <a:pt x="0" y="18757"/>
                  <a:pt x="879" y="19637"/>
                  <a:pt x="1964" y="19637"/>
                </a:cubicBezTo>
                <a:lnTo>
                  <a:pt x="3927" y="19637"/>
                </a:lnTo>
                <a:lnTo>
                  <a:pt x="3927" y="21109"/>
                </a:lnTo>
                <a:cubicBezTo>
                  <a:pt x="3927" y="21380"/>
                  <a:pt x="4147" y="21600"/>
                  <a:pt x="4418" y="21600"/>
                </a:cubicBezTo>
                <a:cubicBezTo>
                  <a:pt x="4689" y="21600"/>
                  <a:pt x="4909" y="21380"/>
                  <a:pt x="4909" y="21109"/>
                </a:cubicBezTo>
                <a:lnTo>
                  <a:pt x="4909" y="20618"/>
                </a:lnTo>
                <a:lnTo>
                  <a:pt x="16691" y="20618"/>
                </a:lnTo>
                <a:lnTo>
                  <a:pt x="16691" y="21109"/>
                </a:lnTo>
                <a:cubicBezTo>
                  <a:pt x="16691" y="21380"/>
                  <a:pt x="16911" y="21600"/>
                  <a:pt x="17182" y="21600"/>
                </a:cubicBezTo>
                <a:cubicBezTo>
                  <a:pt x="17453" y="21600"/>
                  <a:pt x="17673" y="21380"/>
                  <a:pt x="17673" y="21109"/>
                </a:cubicBezTo>
                <a:lnTo>
                  <a:pt x="17673" y="19637"/>
                </a:lnTo>
                <a:lnTo>
                  <a:pt x="19636" y="19637"/>
                </a:lnTo>
                <a:cubicBezTo>
                  <a:pt x="20721" y="19637"/>
                  <a:pt x="21600" y="18757"/>
                  <a:pt x="21600" y="17673"/>
                </a:cubicBezTo>
                <a:lnTo>
                  <a:pt x="21600" y="5891"/>
                </a:lnTo>
                <a:cubicBezTo>
                  <a:pt x="21600" y="4806"/>
                  <a:pt x="20721" y="3927"/>
                  <a:pt x="19636" y="3927"/>
                </a:cubicBezTo>
                <a:moveTo>
                  <a:pt x="5891" y="15709"/>
                </a:moveTo>
                <a:lnTo>
                  <a:pt x="7855" y="15709"/>
                </a:lnTo>
                <a:lnTo>
                  <a:pt x="7855" y="13745"/>
                </a:lnTo>
                <a:lnTo>
                  <a:pt x="5891" y="13745"/>
                </a:lnTo>
                <a:cubicBezTo>
                  <a:pt x="5891" y="13745"/>
                  <a:pt x="5891" y="15709"/>
                  <a:pt x="5891" y="15709"/>
                </a:cubicBezTo>
                <a:close/>
                <a:moveTo>
                  <a:pt x="9818" y="15709"/>
                </a:moveTo>
                <a:lnTo>
                  <a:pt x="11782" y="15709"/>
                </a:lnTo>
                <a:lnTo>
                  <a:pt x="11782" y="13745"/>
                </a:lnTo>
                <a:lnTo>
                  <a:pt x="9818" y="13745"/>
                </a:lnTo>
                <a:cubicBezTo>
                  <a:pt x="9818" y="13745"/>
                  <a:pt x="9818" y="15709"/>
                  <a:pt x="9818" y="15709"/>
                </a:cubicBezTo>
                <a:close/>
                <a:moveTo>
                  <a:pt x="7855" y="9818"/>
                </a:moveTo>
                <a:lnTo>
                  <a:pt x="5891" y="9818"/>
                </a:lnTo>
                <a:lnTo>
                  <a:pt x="5891" y="11782"/>
                </a:lnTo>
                <a:lnTo>
                  <a:pt x="7855" y="11782"/>
                </a:lnTo>
                <a:cubicBezTo>
                  <a:pt x="7855" y="11782"/>
                  <a:pt x="7855" y="9818"/>
                  <a:pt x="7855" y="9818"/>
                </a:cubicBezTo>
                <a:close/>
                <a:moveTo>
                  <a:pt x="15709" y="13745"/>
                </a:moveTo>
                <a:lnTo>
                  <a:pt x="17673" y="13745"/>
                </a:lnTo>
                <a:lnTo>
                  <a:pt x="17673" y="11782"/>
                </a:lnTo>
                <a:lnTo>
                  <a:pt x="15709" y="11782"/>
                </a:lnTo>
                <a:cubicBezTo>
                  <a:pt x="15709" y="11782"/>
                  <a:pt x="15709" y="13745"/>
                  <a:pt x="15709" y="13745"/>
                </a:cubicBezTo>
                <a:close/>
                <a:moveTo>
                  <a:pt x="1964" y="7855"/>
                </a:moveTo>
                <a:lnTo>
                  <a:pt x="3927" y="7855"/>
                </a:lnTo>
                <a:lnTo>
                  <a:pt x="3927" y="5891"/>
                </a:lnTo>
                <a:lnTo>
                  <a:pt x="1964" y="5891"/>
                </a:lnTo>
                <a:cubicBezTo>
                  <a:pt x="1964" y="5891"/>
                  <a:pt x="1964" y="7855"/>
                  <a:pt x="1964" y="7855"/>
                </a:cubicBezTo>
                <a:close/>
                <a:moveTo>
                  <a:pt x="3927" y="17673"/>
                </a:moveTo>
                <a:lnTo>
                  <a:pt x="5891" y="17673"/>
                </a:lnTo>
                <a:lnTo>
                  <a:pt x="5891" y="15709"/>
                </a:lnTo>
                <a:lnTo>
                  <a:pt x="3927" y="15709"/>
                </a:lnTo>
                <a:cubicBezTo>
                  <a:pt x="3927" y="15709"/>
                  <a:pt x="3927" y="17673"/>
                  <a:pt x="3927" y="17673"/>
                </a:cubicBezTo>
                <a:close/>
                <a:moveTo>
                  <a:pt x="11782" y="5891"/>
                </a:moveTo>
                <a:lnTo>
                  <a:pt x="9818" y="5891"/>
                </a:lnTo>
                <a:lnTo>
                  <a:pt x="9818" y="7855"/>
                </a:lnTo>
                <a:lnTo>
                  <a:pt x="11782" y="7855"/>
                </a:lnTo>
                <a:cubicBezTo>
                  <a:pt x="11782" y="7855"/>
                  <a:pt x="11782" y="5891"/>
                  <a:pt x="11782" y="5891"/>
                </a:cubicBezTo>
                <a:close/>
                <a:moveTo>
                  <a:pt x="7855" y="5891"/>
                </a:moveTo>
                <a:lnTo>
                  <a:pt x="5891" y="5891"/>
                </a:lnTo>
                <a:lnTo>
                  <a:pt x="5891" y="7855"/>
                </a:lnTo>
                <a:lnTo>
                  <a:pt x="7855" y="7855"/>
                </a:lnTo>
                <a:cubicBezTo>
                  <a:pt x="7855" y="7855"/>
                  <a:pt x="7855" y="5891"/>
                  <a:pt x="7855" y="5891"/>
                </a:cubicBezTo>
                <a:close/>
                <a:moveTo>
                  <a:pt x="1964" y="15709"/>
                </a:moveTo>
                <a:lnTo>
                  <a:pt x="3927" y="15709"/>
                </a:lnTo>
                <a:lnTo>
                  <a:pt x="3927" y="13745"/>
                </a:lnTo>
                <a:lnTo>
                  <a:pt x="1964" y="13745"/>
                </a:lnTo>
                <a:cubicBezTo>
                  <a:pt x="1964" y="13745"/>
                  <a:pt x="1964" y="15709"/>
                  <a:pt x="1964" y="15709"/>
                </a:cubicBezTo>
                <a:close/>
                <a:moveTo>
                  <a:pt x="1964" y="11782"/>
                </a:moveTo>
                <a:lnTo>
                  <a:pt x="3927" y="11782"/>
                </a:lnTo>
                <a:lnTo>
                  <a:pt x="3927" y="9818"/>
                </a:lnTo>
                <a:lnTo>
                  <a:pt x="1964" y="9818"/>
                </a:lnTo>
                <a:cubicBezTo>
                  <a:pt x="1964" y="9818"/>
                  <a:pt x="1964" y="11782"/>
                  <a:pt x="1964" y="11782"/>
                </a:cubicBezTo>
                <a:close/>
                <a:moveTo>
                  <a:pt x="7855" y="17673"/>
                </a:moveTo>
                <a:lnTo>
                  <a:pt x="9818" y="17673"/>
                </a:lnTo>
                <a:lnTo>
                  <a:pt x="9818" y="15709"/>
                </a:lnTo>
                <a:lnTo>
                  <a:pt x="7855" y="15709"/>
                </a:lnTo>
                <a:cubicBezTo>
                  <a:pt x="7855" y="15709"/>
                  <a:pt x="7855" y="17673"/>
                  <a:pt x="7855" y="17673"/>
                </a:cubicBezTo>
                <a:close/>
                <a:moveTo>
                  <a:pt x="11782" y="17673"/>
                </a:moveTo>
                <a:lnTo>
                  <a:pt x="13745" y="17673"/>
                </a:lnTo>
                <a:lnTo>
                  <a:pt x="13745" y="15709"/>
                </a:lnTo>
                <a:lnTo>
                  <a:pt x="11782" y="15709"/>
                </a:lnTo>
                <a:cubicBezTo>
                  <a:pt x="11782" y="15709"/>
                  <a:pt x="11782" y="17673"/>
                  <a:pt x="11782" y="17673"/>
                </a:cubicBezTo>
                <a:close/>
                <a:moveTo>
                  <a:pt x="15709" y="17673"/>
                </a:moveTo>
                <a:lnTo>
                  <a:pt x="17673" y="17673"/>
                </a:lnTo>
                <a:lnTo>
                  <a:pt x="17673" y="15709"/>
                </a:lnTo>
                <a:lnTo>
                  <a:pt x="15709" y="15709"/>
                </a:lnTo>
                <a:cubicBezTo>
                  <a:pt x="15709" y="15709"/>
                  <a:pt x="15709" y="17673"/>
                  <a:pt x="15709" y="17673"/>
                </a:cubicBezTo>
                <a:close/>
                <a:moveTo>
                  <a:pt x="11782" y="9818"/>
                </a:moveTo>
                <a:lnTo>
                  <a:pt x="9818" y="9818"/>
                </a:lnTo>
                <a:lnTo>
                  <a:pt x="9818" y="11782"/>
                </a:lnTo>
                <a:lnTo>
                  <a:pt x="11782" y="11782"/>
                </a:lnTo>
                <a:cubicBezTo>
                  <a:pt x="11782" y="11782"/>
                  <a:pt x="11782" y="9818"/>
                  <a:pt x="11782" y="9818"/>
                </a:cubicBezTo>
                <a:close/>
                <a:moveTo>
                  <a:pt x="19636" y="9818"/>
                </a:moveTo>
                <a:lnTo>
                  <a:pt x="17673" y="9818"/>
                </a:lnTo>
                <a:lnTo>
                  <a:pt x="17673" y="11782"/>
                </a:lnTo>
                <a:lnTo>
                  <a:pt x="19636" y="11782"/>
                </a:lnTo>
                <a:cubicBezTo>
                  <a:pt x="19636" y="11782"/>
                  <a:pt x="19636" y="9818"/>
                  <a:pt x="19636" y="9818"/>
                </a:cubicBezTo>
                <a:close/>
                <a:moveTo>
                  <a:pt x="19636" y="13745"/>
                </a:moveTo>
                <a:lnTo>
                  <a:pt x="17673" y="13745"/>
                </a:lnTo>
                <a:lnTo>
                  <a:pt x="17673" y="15709"/>
                </a:lnTo>
                <a:lnTo>
                  <a:pt x="19636" y="15709"/>
                </a:lnTo>
                <a:cubicBezTo>
                  <a:pt x="19636" y="15709"/>
                  <a:pt x="19636" y="13745"/>
                  <a:pt x="19636" y="13745"/>
                </a:cubicBezTo>
                <a:close/>
                <a:moveTo>
                  <a:pt x="15709" y="5891"/>
                </a:moveTo>
                <a:lnTo>
                  <a:pt x="13745" y="5891"/>
                </a:lnTo>
                <a:lnTo>
                  <a:pt x="13745" y="7855"/>
                </a:lnTo>
                <a:lnTo>
                  <a:pt x="15709" y="7855"/>
                </a:lnTo>
                <a:cubicBezTo>
                  <a:pt x="15709" y="7855"/>
                  <a:pt x="15709" y="5891"/>
                  <a:pt x="15709" y="5891"/>
                </a:cubicBezTo>
                <a:close/>
              </a:path>
            </a:pathLst>
          </a:custGeom>
          <a:solidFill>
            <a:schemeClr val="tx1"/>
          </a:solidFill>
          <a:ln w="12700">
            <a:miter lim="400000"/>
          </a:ln>
        </p:spPr>
        <p:txBody>
          <a:bodyPr lIns="14284" tIns="14284" rIns="14284" bIns="14284" anchor="ctr"/>
          <a:lstStyle/>
          <a:p>
            <a:pPr defTabSz="171399" eaLnBrk="1" hangingPunct="1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1125">
              <a:solidFill>
                <a:srgbClr val="FFFFFF"/>
              </a:solidFill>
              <a:effectLst>
                <a:outerShdw blurRad="38100" dist="12700" dir="5400000" rotWithShape="0">
                  <a:srgbClr val="000000">
                    <a:alpha val="50000"/>
                  </a:srgbClr>
                </a:outerShdw>
              </a:effectLst>
              <a:latin typeface="Gill Sans"/>
              <a:ea typeface="Calibri" charset="0"/>
              <a:cs typeface="Calibri" charset="0"/>
              <a:sym typeface="Gill Sans"/>
            </a:endParaRPr>
          </a:p>
        </p:txBody>
      </p:sp>
      <p:sp>
        <p:nvSpPr>
          <p:cNvPr id="43" name="Shape 2663"/>
          <p:cNvSpPr/>
          <p:nvPr userDrawn="1"/>
        </p:nvSpPr>
        <p:spPr>
          <a:xfrm>
            <a:off x="4793174" y="2271559"/>
            <a:ext cx="209550" cy="114300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9636" y="18000"/>
                </a:moveTo>
                <a:cubicBezTo>
                  <a:pt x="19636" y="18995"/>
                  <a:pt x="19196" y="19800"/>
                  <a:pt x="18655" y="19800"/>
                </a:cubicBezTo>
                <a:lnTo>
                  <a:pt x="1964" y="19800"/>
                </a:lnTo>
                <a:cubicBezTo>
                  <a:pt x="1421" y="19800"/>
                  <a:pt x="982" y="18995"/>
                  <a:pt x="982" y="18000"/>
                </a:cubicBezTo>
                <a:lnTo>
                  <a:pt x="982" y="3600"/>
                </a:lnTo>
                <a:cubicBezTo>
                  <a:pt x="982" y="2607"/>
                  <a:pt x="1421" y="1800"/>
                  <a:pt x="1964" y="1800"/>
                </a:cubicBezTo>
                <a:lnTo>
                  <a:pt x="18655" y="1800"/>
                </a:lnTo>
                <a:cubicBezTo>
                  <a:pt x="19196" y="1800"/>
                  <a:pt x="19636" y="2607"/>
                  <a:pt x="19636" y="3600"/>
                </a:cubicBezTo>
                <a:cubicBezTo>
                  <a:pt x="19636" y="3600"/>
                  <a:pt x="19636" y="18000"/>
                  <a:pt x="19636" y="18000"/>
                </a:cubicBezTo>
                <a:close/>
                <a:moveTo>
                  <a:pt x="20618" y="7200"/>
                </a:moveTo>
                <a:lnTo>
                  <a:pt x="20618" y="3600"/>
                </a:lnTo>
                <a:cubicBezTo>
                  <a:pt x="20618" y="1612"/>
                  <a:pt x="19739" y="0"/>
                  <a:pt x="18655" y="0"/>
                </a:cubicBezTo>
                <a:lnTo>
                  <a:pt x="1964" y="0"/>
                </a:lnTo>
                <a:cubicBezTo>
                  <a:pt x="879" y="0"/>
                  <a:pt x="0" y="1612"/>
                  <a:pt x="0" y="3600"/>
                </a:cubicBezTo>
                <a:lnTo>
                  <a:pt x="0" y="18000"/>
                </a:lnTo>
                <a:cubicBezTo>
                  <a:pt x="0" y="19989"/>
                  <a:pt x="879" y="21600"/>
                  <a:pt x="1964" y="21600"/>
                </a:cubicBezTo>
                <a:lnTo>
                  <a:pt x="18655" y="21600"/>
                </a:lnTo>
                <a:cubicBezTo>
                  <a:pt x="19739" y="21600"/>
                  <a:pt x="20618" y="19989"/>
                  <a:pt x="20618" y="18000"/>
                </a:cubicBezTo>
                <a:lnTo>
                  <a:pt x="20618" y="14400"/>
                </a:lnTo>
                <a:cubicBezTo>
                  <a:pt x="21160" y="14400"/>
                  <a:pt x="21600" y="13595"/>
                  <a:pt x="21600" y="12600"/>
                </a:cubicBezTo>
                <a:lnTo>
                  <a:pt x="21600" y="9000"/>
                </a:lnTo>
                <a:cubicBezTo>
                  <a:pt x="21600" y="8007"/>
                  <a:pt x="21160" y="7200"/>
                  <a:pt x="20618" y="7200"/>
                </a:cubicBezTo>
                <a:moveTo>
                  <a:pt x="10800" y="5400"/>
                </a:moveTo>
                <a:lnTo>
                  <a:pt x="3927" y="10800"/>
                </a:lnTo>
                <a:lnTo>
                  <a:pt x="8836" y="10800"/>
                </a:lnTo>
                <a:lnTo>
                  <a:pt x="9818" y="16200"/>
                </a:lnTo>
                <a:lnTo>
                  <a:pt x="16691" y="10800"/>
                </a:lnTo>
                <a:lnTo>
                  <a:pt x="11782" y="10800"/>
                </a:lnTo>
                <a:cubicBezTo>
                  <a:pt x="11782" y="10800"/>
                  <a:pt x="10800" y="5400"/>
                  <a:pt x="10800" y="5400"/>
                </a:cubicBezTo>
                <a:close/>
              </a:path>
            </a:pathLst>
          </a:custGeom>
          <a:solidFill>
            <a:schemeClr val="tx1"/>
          </a:solidFill>
          <a:ln w="12700">
            <a:miter lim="400000"/>
          </a:ln>
        </p:spPr>
        <p:txBody>
          <a:bodyPr lIns="14284" tIns="14284" rIns="14284" bIns="14284" anchor="ctr"/>
          <a:lstStyle/>
          <a:p>
            <a:pPr defTabSz="171399" eaLnBrk="1" hangingPunct="1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1125">
              <a:solidFill>
                <a:srgbClr val="FFFFFF"/>
              </a:solidFill>
              <a:effectLst>
                <a:outerShdw blurRad="38100" dist="12700" dir="5400000" rotWithShape="0">
                  <a:srgbClr val="000000">
                    <a:alpha val="50000"/>
                  </a:srgbClr>
                </a:outerShdw>
              </a:effectLst>
              <a:latin typeface="Gill Sans"/>
              <a:ea typeface="Calibri" charset="0"/>
              <a:cs typeface="Calibri" charset="0"/>
              <a:sym typeface="Gill Sans"/>
            </a:endParaRPr>
          </a:p>
        </p:txBody>
      </p:sp>
      <p:sp>
        <p:nvSpPr>
          <p:cNvPr id="44" name="Shape 2666"/>
          <p:cNvSpPr/>
          <p:nvPr userDrawn="1"/>
        </p:nvSpPr>
        <p:spPr>
          <a:xfrm>
            <a:off x="5231885" y="2271559"/>
            <a:ext cx="209550" cy="114300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9636" y="18000"/>
                </a:moveTo>
                <a:cubicBezTo>
                  <a:pt x="19636" y="18995"/>
                  <a:pt x="19196" y="19800"/>
                  <a:pt x="18655" y="19800"/>
                </a:cubicBezTo>
                <a:lnTo>
                  <a:pt x="1964" y="19800"/>
                </a:lnTo>
                <a:cubicBezTo>
                  <a:pt x="1422" y="19800"/>
                  <a:pt x="982" y="18995"/>
                  <a:pt x="982" y="18000"/>
                </a:cubicBezTo>
                <a:lnTo>
                  <a:pt x="982" y="3600"/>
                </a:lnTo>
                <a:cubicBezTo>
                  <a:pt x="982" y="2607"/>
                  <a:pt x="1422" y="1800"/>
                  <a:pt x="1964" y="1800"/>
                </a:cubicBezTo>
                <a:lnTo>
                  <a:pt x="18655" y="1800"/>
                </a:lnTo>
                <a:cubicBezTo>
                  <a:pt x="19196" y="1800"/>
                  <a:pt x="19636" y="2607"/>
                  <a:pt x="19636" y="3600"/>
                </a:cubicBezTo>
                <a:cubicBezTo>
                  <a:pt x="19636" y="3600"/>
                  <a:pt x="19636" y="18000"/>
                  <a:pt x="19636" y="18000"/>
                </a:cubicBezTo>
                <a:close/>
                <a:moveTo>
                  <a:pt x="20618" y="7200"/>
                </a:moveTo>
                <a:lnTo>
                  <a:pt x="20618" y="3600"/>
                </a:lnTo>
                <a:cubicBezTo>
                  <a:pt x="20618" y="1612"/>
                  <a:pt x="19739" y="0"/>
                  <a:pt x="18655" y="0"/>
                </a:cubicBezTo>
                <a:lnTo>
                  <a:pt x="1964" y="0"/>
                </a:lnTo>
                <a:cubicBezTo>
                  <a:pt x="879" y="0"/>
                  <a:pt x="0" y="1612"/>
                  <a:pt x="0" y="3600"/>
                </a:cubicBezTo>
                <a:lnTo>
                  <a:pt x="0" y="18000"/>
                </a:lnTo>
                <a:cubicBezTo>
                  <a:pt x="0" y="19989"/>
                  <a:pt x="879" y="21600"/>
                  <a:pt x="1964" y="21600"/>
                </a:cubicBezTo>
                <a:lnTo>
                  <a:pt x="18655" y="21600"/>
                </a:lnTo>
                <a:cubicBezTo>
                  <a:pt x="19739" y="21600"/>
                  <a:pt x="20618" y="19989"/>
                  <a:pt x="20618" y="18000"/>
                </a:cubicBezTo>
                <a:lnTo>
                  <a:pt x="20618" y="14400"/>
                </a:lnTo>
                <a:cubicBezTo>
                  <a:pt x="21160" y="14400"/>
                  <a:pt x="21600" y="13595"/>
                  <a:pt x="21600" y="12600"/>
                </a:cubicBezTo>
                <a:lnTo>
                  <a:pt x="21600" y="9000"/>
                </a:lnTo>
                <a:cubicBezTo>
                  <a:pt x="21600" y="8007"/>
                  <a:pt x="21160" y="7200"/>
                  <a:pt x="20618" y="7200"/>
                </a:cubicBezTo>
                <a:moveTo>
                  <a:pt x="1964" y="18000"/>
                </a:moveTo>
                <a:lnTo>
                  <a:pt x="10800" y="18000"/>
                </a:lnTo>
                <a:lnTo>
                  <a:pt x="10800" y="3600"/>
                </a:lnTo>
                <a:lnTo>
                  <a:pt x="1964" y="3600"/>
                </a:lnTo>
                <a:cubicBezTo>
                  <a:pt x="1964" y="3600"/>
                  <a:pt x="1964" y="18000"/>
                  <a:pt x="1964" y="18000"/>
                </a:cubicBezTo>
                <a:close/>
              </a:path>
            </a:pathLst>
          </a:custGeom>
          <a:solidFill>
            <a:schemeClr val="tx1"/>
          </a:solidFill>
          <a:ln w="12700">
            <a:miter lim="400000"/>
          </a:ln>
        </p:spPr>
        <p:txBody>
          <a:bodyPr lIns="14284" tIns="14284" rIns="14284" bIns="14284" anchor="ctr"/>
          <a:lstStyle/>
          <a:p>
            <a:pPr defTabSz="171399" eaLnBrk="1" hangingPunct="1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1125">
              <a:solidFill>
                <a:srgbClr val="FFFFFF"/>
              </a:solidFill>
              <a:effectLst>
                <a:outerShdw blurRad="38100" dist="12700" dir="5400000" rotWithShape="0">
                  <a:srgbClr val="000000">
                    <a:alpha val="50000"/>
                  </a:srgbClr>
                </a:outerShdw>
              </a:effectLst>
              <a:latin typeface="Gill Sans"/>
              <a:ea typeface="Calibri" charset="0"/>
              <a:cs typeface="Calibri" charset="0"/>
              <a:sym typeface="Gill Sans"/>
            </a:endParaRPr>
          </a:p>
        </p:txBody>
      </p:sp>
      <p:sp>
        <p:nvSpPr>
          <p:cNvPr id="45" name="Shape 2669"/>
          <p:cNvSpPr/>
          <p:nvPr userDrawn="1"/>
        </p:nvSpPr>
        <p:spPr>
          <a:xfrm>
            <a:off x="4804761" y="2668393"/>
            <a:ext cx="190500" cy="209550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2960" y="2161"/>
                </a:moveTo>
                <a:lnTo>
                  <a:pt x="12960" y="2178"/>
                </a:lnTo>
                <a:cubicBezTo>
                  <a:pt x="12662" y="2178"/>
                  <a:pt x="12420" y="2398"/>
                  <a:pt x="12420" y="2669"/>
                </a:cubicBezTo>
                <a:cubicBezTo>
                  <a:pt x="12420" y="2940"/>
                  <a:pt x="12662" y="3160"/>
                  <a:pt x="12960" y="3160"/>
                </a:cubicBezTo>
                <a:lnTo>
                  <a:pt x="12960" y="3172"/>
                </a:lnTo>
                <a:cubicBezTo>
                  <a:pt x="17287" y="4066"/>
                  <a:pt x="20520" y="7577"/>
                  <a:pt x="20520" y="11782"/>
                </a:cubicBezTo>
                <a:cubicBezTo>
                  <a:pt x="20520" y="16662"/>
                  <a:pt x="16168" y="20618"/>
                  <a:pt x="10800" y="20618"/>
                </a:cubicBezTo>
                <a:cubicBezTo>
                  <a:pt x="5432" y="20618"/>
                  <a:pt x="1080" y="16662"/>
                  <a:pt x="1080" y="11782"/>
                </a:cubicBezTo>
                <a:cubicBezTo>
                  <a:pt x="1080" y="7577"/>
                  <a:pt x="4313" y="4066"/>
                  <a:pt x="8640" y="3172"/>
                </a:cubicBezTo>
                <a:lnTo>
                  <a:pt x="8640" y="3160"/>
                </a:lnTo>
                <a:cubicBezTo>
                  <a:pt x="8938" y="3160"/>
                  <a:pt x="9180" y="2940"/>
                  <a:pt x="9180" y="2669"/>
                </a:cubicBezTo>
                <a:cubicBezTo>
                  <a:pt x="9180" y="2398"/>
                  <a:pt x="8938" y="2178"/>
                  <a:pt x="8640" y="2178"/>
                </a:cubicBezTo>
                <a:lnTo>
                  <a:pt x="8640" y="2161"/>
                </a:lnTo>
                <a:cubicBezTo>
                  <a:pt x="3710" y="3071"/>
                  <a:pt x="0" y="7031"/>
                  <a:pt x="0" y="11782"/>
                </a:cubicBezTo>
                <a:cubicBezTo>
                  <a:pt x="0" y="17204"/>
                  <a:pt x="4835" y="21600"/>
                  <a:pt x="10800" y="21600"/>
                </a:cubicBezTo>
                <a:cubicBezTo>
                  <a:pt x="16765" y="21600"/>
                  <a:pt x="21600" y="17204"/>
                  <a:pt x="21600" y="11782"/>
                </a:cubicBezTo>
                <a:cubicBezTo>
                  <a:pt x="21600" y="7031"/>
                  <a:pt x="17890" y="3071"/>
                  <a:pt x="12960" y="2161"/>
                </a:cubicBezTo>
                <a:moveTo>
                  <a:pt x="10800" y="12763"/>
                </a:moveTo>
                <a:cubicBezTo>
                  <a:pt x="11098" y="12763"/>
                  <a:pt x="11340" y="12544"/>
                  <a:pt x="11340" y="12272"/>
                </a:cubicBezTo>
                <a:lnTo>
                  <a:pt x="11340" y="491"/>
                </a:lnTo>
                <a:cubicBezTo>
                  <a:pt x="11340" y="220"/>
                  <a:pt x="11098" y="0"/>
                  <a:pt x="10800" y="0"/>
                </a:cubicBezTo>
                <a:cubicBezTo>
                  <a:pt x="10502" y="0"/>
                  <a:pt x="10260" y="220"/>
                  <a:pt x="10260" y="491"/>
                </a:cubicBezTo>
                <a:lnTo>
                  <a:pt x="10260" y="12272"/>
                </a:lnTo>
                <a:cubicBezTo>
                  <a:pt x="10260" y="12544"/>
                  <a:pt x="10502" y="12763"/>
                  <a:pt x="10800" y="12763"/>
                </a:cubicBezTo>
              </a:path>
            </a:pathLst>
          </a:custGeom>
          <a:solidFill>
            <a:schemeClr val="tx1"/>
          </a:solidFill>
          <a:ln w="12700">
            <a:miter lim="400000"/>
          </a:ln>
        </p:spPr>
        <p:txBody>
          <a:bodyPr lIns="14284" tIns="14284" rIns="14284" bIns="14284" anchor="ctr"/>
          <a:lstStyle/>
          <a:p>
            <a:pPr defTabSz="171399" eaLnBrk="1" hangingPunct="1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1125">
              <a:solidFill>
                <a:srgbClr val="FFFFFF"/>
              </a:solidFill>
              <a:effectLst>
                <a:outerShdw blurRad="38100" dist="12700" dir="5400000" rotWithShape="0">
                  <a:srgbClr val="000000">
                    <a:alpha val="50000"/>
                  </a:srgbClr>
                </a:outerShdw>
              </a:effectLst>
              <a:latin typeface="Gill Sans"/>
              <a:ea typeface="Calibri" charset="0"/>
              <a:cs typeface="Calibri" charset="0"/>
              <a:sym typeface="Gill Sans"/>
            </a:endParaRPr>
          </a:p>
        </p:txBody>
      </p:sp>
      <p:sp>
        <p:nvSpPr>
          <p:cNvPr id="46" name="Shape 2670"/>
          <p:cNvSpPr/>
          <p:nvPr userDrawn="1"/>
        </p:nvSpPr>
        <p:spPr>
          <a:xfrm>
            <a:off x="6504867" y="2696968"/>
            <a:ext cx="209550" cy="152400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2273" y="21600"/>
                </a:moveTo>
                <a:lnTo>
                  <a:pt x="13255" y="21600"/>
                </a:lnTo>
                <a:lnTo>
                  <a:pt x="13255" y="0"/>
                </a:lnTo>
                <a:lnTo>
                  <a:pt x="12273" y="0"/>
                </a:lnTo>
                <a:cubicBezTo>
                  <a:pt x="12273" y="0"/>
                  <a:pt x="12273" y="21600"/>
                  <a:pt x="12273" y="21600"/>
                </a:cubicBezTo>
                <a:close/>
                <a:moveTo>
                  <a:pt x="14236" y="21600"/>
                </a:moveTo>
                <a:lnTo>
                  <a:pt x="16691" y="21600"/>
                </a:lnTo>
                <a:lnTo>
                  <a:pt x="16691" y="0"/>
                </a:lnTo>
                <a:lnTo>
                  <a:pt x="14236" y="0"/>
                </a:lnTo>
                <a:cubicBezTo>
                  <a:pt x="14236" y="0"/>
                  <a:pt x="14236" y="21600"/>
                  <a:pt x="14236" y="21600"/>
                </a:cubicBezTo>
                <a:close/>
                <a:moveTo>
                  <a:pt x="17673" y="21600"/>
                </a:moveTo>
                <a:lnTo>
                  <a:pt x="18655" y="21600"/>
                </a:lnTo>
                <a:lnTo>
                  <a:pt x="18655" y="0"/>
                </a:lnTo>
                <a:lnTo>
                  <a:pt x="17673" y="0"/>
                </a:lnTo>
                <a:cubicBezTo>
                  <a:pt x="17673" y="0"/>
                  <a:pt x="17673" y="21600"/>
                  <a:pt x="17673" y="21600"/>
                </a:cubicBezTo>
                <a:close/>
                <a:moveTo>
                  <a:pt x="20618" y="0"/>
                </a:moveTo>
                <a:lnTo>
                  <a:pt x="19636" y="0"/>
                </a:lnTo>
                <a:lnTo>
                  <a:pt x="19636" y="21600"/>
                </a:lnTo>
                <a:lnTo>
                  <a:pt x="20618" y="21600"/>
                </a:lnTo>
                <a:cubicBezTo>
                  <a:pt x="21160" y="21600"/>
                  <a:pt x="21600" y="20996"/>
                  <a:pt x="21600" y="20250"/>
                </a:cubicBezTo>
                <a:lnTo>
                  <a:pt x="21600" y="1350"/>
                </a:lnTo>
                <a:cubicBezTo>
                  <a:pt x="21600" y="605"/>
                  <a:pt x="21160" y="0"/>
                  <a:pt x="20618" y="0"/>
                </a:cubicBezTo>
                <a:moveTo>
                  <a:pt x="4909" y="21600"/>
                </a:moveTo>
                <a:lnTo>
                  <a:pt x="5891" y="21600"/>
                </a:lnTo>
                <a:lnTo>
                  <a:pt x="5891" y="0"/>
                </a:lnTo>
                <a:lnTo>
                  <a:pt x="4909" y="0"/>
                </a:lnTo>
                <a:cubicBezTo>
                  <a:pt x="4909" y="0"/>
                  <a:pt x="4909" y="21600"/>
                  <a:pt x="4909" y="21600"/>
                </a:cubicBezTo>
                <a:close/>
                <a:moveTo>
                  <a:pt x="0" y="1350"/>
                </a:moveTo>
                <a:lnTo>
                  <a:pt x="0" y="20250"/>
                </a:lnTo>
                <a:cubicBezTo>
                  <a:pt x="0" y="20996"/>
                  <a:pt x="440" y="21600"/>
                  <a:pt x="982" y="21600"/>
                </a:cubicBezTo>
                <a:lnTo>
                  <a:pt x="982" y="0"/>
                </a:lnTo>
                <a:cubicBezTo>
                  <a:pt x="440" y="0"/>
                  <a:pt x="0" y="605"/>
                  <a:pt x="0" y="1350"/>
                </a:cubicBezTo>
                <a:moveTo>
                  <a:pt x="1964" y="21600"/>
                </a:moveTo>
                <a:lnTo>
                  <a:pt x="3927" y="21600"/>
                </a:lnTo>
                <a:lnTo>
                  <a:pt x="3927" y="0"/>
                </a:lnTo>
                <a:lnTo>
                  <a:pt x="1964" y="0"/>
                </a:lnTo>
                <a:cubicBezTo>
                  <a:pt x="1964" y="0"/>
                  <a:pt x="1964" y="21600"/>
                  <a:pt x="1964" y="21600"/>
                </a:cubicBezTo>
                <a:close/>
                <a:moveTo>
                  <a:pt x="6873" y="21600"/>
                </a:moveTo>
                <a:lnTo>
                  <a:pt x="9327" y="21600"/>
                </a:lnTo>
                <a:lnTo>
                  <a:pt x="9327" y="0"/>
                </a:lnTo>
                <a:lnTo>
                  <a:pt x="6873" y="0"/>
                </a:lnTo>
                <a:cubicBezTo>
                  <a:pt x="6873" y="0"/>
                  <a:pt x="6873" y="21600"/>
                  <a:pt x="6873" y="21600"/>
                </a:cubicBezTo>
                <a:close/>
                <a:moveTo>
                  <a:pt x="10309" y="21600"/>
                </a:moveTo>
                <a:lnTo>
                  <a:pt x="11291" y="21600"/>
                </a:lnTo>
                <a:lnTo>
                  <a:pt x="11291" y="0"/>
                </a:lnTo>
                <a:lnTo>
                  <a:pt x="10309" y="0"/>
                </a:lnTo>
                <a:cubicBezTo>
                  <a:pt x="10309" y="0"/>
                  <a:pt x="10309" y="21600"/>
                  <a:pt x="10309" y="21600"/>
                </a:cubicBezTo>
                <a:close/>
              </a:path>
            </a:pathLst>
          </a:custGeom>
          <a:solidFill>
            <a:schemeClr val="tx1"/>
          </a:solidFill>
          <a:ln w="12700">
            <a:miter lim="400000"/>
          </a:ln>
        </p:spPr>
        <p:txBody>
          <a:bodyPr lIns="14284" tIns="14284" rIns="14284" bIns="14284" anchor="ctr"/>
          <a:lstStyle/>
          <a:p>
            <a:pPr defTabSz="171399" eaLnBrk="1" hangingPunct="1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1125">
              <a:solidFill>
                <a:srgbClr val="FFFFFF"/>
              </a:solidFill>
              <a:effectLst>
                <a:outerShdw blurRad="38100" dist="12700" dir="5400000" rotWithShape="0">
                  <a:srgbClr val="000000">
                    <a:alpha val="50000"/>
                  </a:srgbClr>
                </a:outerShdw>
              </a:effectLst>
              <a:latin typeface="Gill Sans"/>
              <a:ea typeface="Calibri" charset="0"/>
              <a:cs typeface="Calibri" charset="0"/>
              <a:sym typeface="Gill Sans"/>
            </a:endParaRPr>
          </a:p>
        </p:txBody>
      </p:sp>
      <p:sp>
        <p:nvSpPr>
          <p:cNvPr id="47" name="Shape 2674"/>
          <p:cNvSpPr/>
          <p:nvPr userDrawn="1"/>
        </p:nvSpPr>
        <p:spPr>
          <a:xfrm>
            <a:off x="6127476" y="2223934"/>
            <a:ext cx="190500" cy="209550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1880" y="20121"/>
                </a:moveTo>
                <a:cubicBezTo>
                  <a:pt x="11880" y="20393"/>
                  <a:pt x="11637" y="20612"/>
                  <a:pt x="11337" y="20612"/>
                </a:cubicBezTo>
                <a:cubicBezTo>
                  <a:pt x="11181" y="20612"/>
                  <a:pt x="11043" y="20552"/>
                  <a:pt x="10944" y="20457"/>
                </a:cubicBezTo>
                <a:lnTo>
                  <a:pt x="10941" y="20459"/>
                </a:lnTo>
                <a:lnTo>
                  <a:pt x="10800" y="20342"/>
                </a:lnTo>
                <a:lnTo>
                  <a:pt x="10800" y="1256"/>
                </a:lnTo>
                <a:lnTo>
                  <a:pt x="10958" y="1126"/>
                </a:lnTo>
                <a:lnTo>
                  <a:pt x="10960" y="1127"/>
                </a:lnTo>
                <a:cubicBezTo>
                  <a:pt x="11057" y="1042"/>
                  <a:pt x="11190" y="987"/>
                  <a:pt x="11337" y="987"/>
                </a:cubicBezTo>
                <a:cubicBezTo>
                  <a:pt x="11637" y="987"/>
                  <a:pt x="11880" y="1208"/>
                  <a:pt x="11880" y="1479"/>
                </a:cubicBezTo>
                <a:cubicBezTo>
                  <a:pt x="11880" y="1479"/>
                  <a:pt x="11880" y="20121"/>
                  <a:pt x="11880" y="20121"/>
                </a:cubicBezTo>
                <a:close/>
                <a:moveTo>
                  <a:pt x="9720" y="19448"/>
                </a:moveTo>
                <a:lnTo>
                  <a:pt x="4320" y="14979"/>
                </a:lnTo>
                <a:lnTo>
                  <a:pt x="4320" y="6606"/>
                </a:lnTo>
                <a:lnTo>
                  <a:pt x="4562" y="6407"/>
                </a:lnTo>
                <a:lnTo>
                  <a:pt x="4559" y="6406"/>
                </a:lnTo>
                <a:lnTo>
                  <a:pt x="9720" y="2147"/>
                </a:lnTo>
                <a:cubicBezTo>
                  <a:pt x="9720" y="2147"/>
                  <a:pt x="9720" y="19448"/>
                  <a:pt x="9720" y="19448"/>
                </a:cubicBezTo>
                <a:close/>
                <a:moveTo>
                  <a:pt x="3240" y="14649"/>
                </a:moveTo>
                <a:cubicBezTo>
                  <a:pt x="2008" y="14285"/>
                  <a:pt x="1080" y="12700"/>
                  <a:pt x="1080" y="10800"/>
                </a:cubicBezTo>
                <a:cubicBezTo>
                  <a:pt x="1080" y="8900"/>
                  <a:pt x="2008" y="7315"/>
                  <a:pt x="3240" y="6952"/>
                </a:cubicBezTo>
                <a:cubicBezTo>
                  <a:pt x="3240" y="6952"/>
                  <a:pt x="3240" y="14649"/>
                  <a:pt x="3240" y="14649"/>
                </a:cubicBezTo>
                <a:close/>
                <a:moveTo>
                  <a:pt x="12966" y="1472"/>
                </a:moveTo>
                <a:cubicBezTo>
                  <a:pt x="12966" y="658"/>
                  <a:pt x="12238" y="0"/>
                  <a:pt x="11339" y="0"/>
                </a:cubicBezTo>
                <a:cubicBezTo>
                  <a:pt x="10880" y="0"/>
                  <a:pt x="10467" y="174"/>
                  <a:pt x="10170" y="451"/>
                </a:cubicBezTo>
                <a:lnTo>
                  <a:pt x="3565" y="5905"/>
                </a:lnTo>
                <a:cubicBezTo>
                  <a:pt x="1578" y="6050"/>
                  <a:pt x="0" y="8183"/>
                  <a:pt x="0" y="10800"/>
                </a:cubicBezTo>
                <a:cubicBezTo>
                  <a:pt x="0" y="13425"/>
                  <a:pt x="1588" y="15563"/>
                  <a:pt x="3585" y="15696"/>
                </a:cubicBezTo>
                <a:lnTo>
                  <a:pt x="10170" y="21149"/>
                </a:lnTo>
                <a:cubicBezTo>
                  <a:pt x="10466" y="21426"/>
                  <a:pt x="10879" y="21600"/>
                  <a:pt x="11339" y="21600"/>
                </a:cubicBezTo>
                <a:cubicBezTo>
                  <a:pt x="12238" y="21600"/>
                  <a:pt x="12966" y="20941"/>
                  <a:pt x="12966" y="20129"/>
                </a:cubicBezTo>
                <a:cubicBezTo>
                  <a:pt x="12966" y="20110"/>
                  <a:pt x="12961" y="20092"/>
                  <a:pt x="12960" y="20073"/>
                </a:cubicBezTo>
                <a:lnTo>
                  <a:pt x="12960" y="1527"/>
                </a:lnTo>
                <a:cubicBezTo>
                  <a:pt x="12961" y="1508"/>
                  <a:pt x="12966" y="1490"/>
                  <a:pt x="12966" y="1472"/>
                </a:cubicBezTo>
                <a:moveTo>
                  <a:pt x="19124" y="10800"/>
                </a:moveTo>
                <a:lnTo>
                  <a:pt x="21442" y="8693"/>
                </a:lnTo>
                <a:cubicBezTo>
                  <a:pt x="21540" y="8604"/>
                  <a:pt x="21600" y="8481"/>
                  <a:pt x="21600" y="8345"/>
                </a:cubicBezTo>
                <a:cubicBezTo>
                  <a:pt x="21600" y="8074"/>
                  <a:pt x="21358" y="7855"/>
                  <a:pt x="21060" y="7855"/>
                </a:cubicBezTo>
                <a:cubicBezTo>
                  <a:pt x="20911" y="7855"/>
                  <a:pt x="20776" y="7909"/>
                  <a:pt x="20678" y="7998"/>
                </a:cubicBezTo>
                <a:lnTo>
                  <a:pt x="18360" y="10106"/>
                </a:lnTo>
                <a:lnTo>
                  <a:pt x="16042" y="7998"/>
                </a:lnTo>
                <a:cubicBezTo>
                  <a:pt x="15944" y="7909"/>
                  <a:pt x="15809" y="7855"/>
                  <a:pt x="15660" y="7855"/>
                </a:cubicBezTo>
                <a:cubicBezTo>
                  <a:pt x="15362" y="7855"/>
                  <a:pt x="15120" y="8074"/>
                  <a:pt x="15120" y="8345"/>
                </a:cubicBezTo>
                <a:cubicBezTo>
                  <a:pt x="15120" y="8481"/>
                  <a:pt x="15180" y="8604"/>
                  <a:pt x="15278" y="8693"/>
                </a:cubicBezTo>
                <a:lnTo>
                  <a:pt x="17596" y="10800"/>
                </a:lnTo>
                <a:lnTo>
                  <a:pt x="15278" y="12907"/>
                </a:lnTo>
                <a:cubicBezTo>
                  <a:pt x="15180" y="12996"/>
                  <a:pt x="15120" y="13119"/>
                  <a:pt x="15120" y="13255"/>
                </a:cubicBezTo>
                <a:cubicBezTo>
                  <a:pt x="15120" y="13526"/>
                  <a:pt x="15362" y="13745"/>
                  <a:pt x="15660" y="13745"/>
                </a:cubicBezTo>
                <a:cubicBezTo>
                  <a:pt x="15809" y="13745"/>
                  <a:pt x="15944" y="13691"/>
                  <a:pt x="16042" y="13602"/>
                </a:cubicBezTo>
                <a:lnTo>
                  <a:pt x="18360" y="11494"/>
                </a:lnTo>
                <a:lnTo>
                  <a:pt x="20678" y="13602"/>
                </a:lnTo>
                <a:cubicBezTo>
                  <a:pt x="20776" y="13691"/>
                  <a:pt x="20911" y="13745"/>
                  <a:pt x="21060" y="13745"/>
                </a:cubicBezTo>
                <a:cubicBezTo>
                  <a:pt x="21358" y="13745"/>
                  <a:pt x="21600" y="13526"/>
                  <a:pt x="21600" y="13255"/>
                </a:cubicBezTo>
                <a:cubicBezTo>
                  <a:pt x="21600" y="13119"/>
                  <a:pt x="21540" y="12996"/>
                  <a:pt x="21442" y="12907"/>
                </a:cubicBezTo>
                <a:cubicBezTo>
                  <a:pt x="21442" y="12907"/>
                  <a:pt x="19124" y="10800"/>
                  <a:pt x="19124" y="10800"/>
                </a:cubicBezTo>
                <a:close/>
              </a:path>
            </a:pathLst>
          </a:custGeom>
          <a:solidFill>
            <a:schemeClr val="tx1"/>
          </a:solidFill>
          <a:ln w="12700">
            <a:miter lim="400000"/>
          </a:ln>
        </p:spPr>
        <p:txBody>
          <a:bodyPr lIns="14284" tIns="14284" rIns="14284" bIns="14284" anchor="ctr"/>
          <a:lstStyle/>
          <a:p>
            <a:pPr defTabSz="171399" eaLnBrk="1" hangingPunct="1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1125">
              <a:solidFill>
                <a:srgbClr val="FFFFFF"/>
              </a:solidFill>
              <a:effectLst>
                <a:outerShdw blurRad="38100" dist="12700" dir="5400000" rotWithShape="0">
                  <a:srgbClr val="000000">
                    <a:alpha val="50000"/>
                  </a:srgbClr>
                </a:outerShdw>
              </a:effectLst>
              <a:latin typeface="Gill Sans"/>
              <a:ea typeface="Calibri" charset="0"/>
              <a:cs typeface="Calibri" charset="0"/>
              <a:sym typeface="Gill Sans"/>
            </a:endParaRPr>
          </a:p>
        </p:txBody>
      </p:sp>
      <p:sp>
        <p:nvSpPr>
          <p:cNvPr id="48" name="Shape 2676"/>
          <p:cNvSpPr/>
          <p:nvPr userDrawn="1"/>
        </p:nvSpPr>
        <p:spPr>
          <a:xfrm>
            <a:off x="6561937" y="2223934"/>
            <a:ext cx="152400" cy="209550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4850" y="20121"/>
                </a:moveTo>
                <a:cubicBezTo>
                  <a:pt x="14850" y="20393"/>
                  <a:pt x="14546" y="20612"/>
                  <a:pt x="14171" y="20612"/>
                </a:cubicBezTo>
                <a:cubicBezTo>
                  <a:pt x="13977" y="20612"/>
                  <a:pt x="13804" y="20552"/>
                  <a:pt x="13680" y="20457"/>
                </a:cubicBezTo>
                <a:lnTo>
                  <a:pt x="13677" y="20459"/>
                </a:lnTo>
                <a:lnTo>
                  <a:pt x="13500" y="20342"/>
                </a:lnTo>
                <a:lnTo>
                  <a:pt x="13500" y="1256"/>
                </a:lnTo>
                <a:lnTo>
                  <a:pt x="13698" y="1126"/>
                </a:lnTo>
                <a:lnTo>
                  <a:pt x="13700" y="1127"/>
                </a:lnTo>
                <a:cubicBezTo>
                  <a:pt x="13822" y="1042"/>
                  <a:pt x="13988" y="987"/>
                  <a:pt x="14171" y="987"/>
                </a:cubicBezTo>
                <a:cubicBezTo>
                  <a:pt x="14546" y="987"/>
                  <a:pt x="14850" y="1208"/>
                  <a:pt x="14850" y="1479"/>
                </a:cubicBezTo>
                <a:cubicBezTo>
                  <a:pt x="14850" y="1479"/>
                  <a:pt x="14850" y="20121"/>
                  <a:pt x="14850" y="20121"/>
                </a:cubicBezTo>
                <a:close/>
                <a:moveTo>
                  <a:pt x="12150" y="19448"/>
                </a:moveTo>
                <a:lnTo>
                  <a:pt x="5400" y="14978"/>
                </a:lnTo>
                <a:lnTo>
                  <a:pt x="5400" y="6607"/>
                </a:lnTo>
                <a:lnTo>
                  <a:pt x="5702" y="6407"/>
                </a:lnTo>
                <a:lnTo>
                  <a:pt x="5699" y="6406"/>
                </a:lnTo>
                <a:lnTo>
                  <a:pt x="12150" y="2147"/>
                </a:lnTo>
                <a:cubicBezTo>
                  <a:pt x="12150" y="2147"/>
                  <a:pt x="12150" y="19448"/>
                  <a:pt x="12150" y="19448"/>
                </a:cubicBezTo>
                <a:close/>
                <a:moveTo>
                  <a:pt x="4050" y="14648"/>
                </a:moveTo>
                <a:cubicBezTo>
                  <a:pt x="2509" y="14284"/>
                  <a:pt x="1350" y="12700"/>
                  <a:pt x="1350" y="10800"/>
                </a:cubicBezTo>
                <a:cubicBezTo>
                  <a:pt x="1350" y="8900"/>
                  <a:pt x="2509" y="7315"/>
                  <a:pt x="4050" y="6952"/>
                </a:cubicBezTo>
                <a:cubicBezTo>
                  <a:pt x="4050" y="6952"/>
                  <a:pt x="4050" y="14648"/>
                  <a:pt x="4050" y="14648"/>
                </a:cubicBezTo>
                <a:close/>
                <a:moveTo>
                  <a:pt x="16208" y="1472"/>
                </a:moveTo>
                <a:cubicBezTo>
                  <a:pt x="16208" y="658"/>
                  <a:pt x="15297" y="0"/>
                  <a:pt x="14174" y="0"/>
                </a:cubicBezTo>
                <a:cubicBezTo>
                  <a:pt x="13599" y="0"/>
                  <a:pt x="13083" y="174"/>
                  <a:pt x="12713" y="451"/>
                </a:cubicBezTo>
                <a:lnTo>
                  <a:pt x="4456" y="5905"/>
                </a:lnTo>
                <a:cubicBezTo>
                  <a:pt x="1972" y="6050"/>
                  <a:pt x="0" y="8183"/>
                  <a:pt x="0" y="10800"/>
                </a:cubicBezTo>
                <a:cubicBezTo>
                  <a:pt x="0" y="13425"/>
                  <a:pt x="1985" y="15563"/>
                  <a:pt x="4481" y="15696"/>
                </a:cubicBezTo>
                <a:lnTo>
                  <a:pt x="12713" y="21148"/>
                </a:lnTo>
                <a:cubicBezTo>
                  <a:pt x="13083" y="21426"/>
                  <a:pt x="13599" y="21600"/>
                  <a:pt x="14174" y="21600"/>
                </a:cubicBezTo>
                <a:cubicBezTo>
                  <a:pt x="15297" y="21600"/>
                  <a:pt x="16208" y="20941"/>
                  <a:pt x="16208" y="20129"/>
                </a:cubicBezTo>
                <a:cubicBezTo>
                  <a:pt x="16208" y="20110"/>
                  <a:pt x="16201" y="20092"/>
                  <a:pt x="16200" y="20073"/>
                </a:cubicBezTo>
                <a:lnTo>
                  <a:pt x="16200" y="1527"/>
                </a:lnTo>
                <a:cubicBezTo>
                  <a:pt x="16201" y="1508"/>
                  <a:pt x="16208" y="1490"/>
                  <a:pt x="16208" y="1472"/>
                </a:cubicBezTo>
                <a:moveTo>
                  <a:pt x="18225" y="7855"/>
                </a:moveTo>
                <a:cubicBezTo>
                  <a:pt x="17852" y="7855"/>
                  <a:pt x="17550" y="8074"/>
                  <a:pt x="17550" y="8345"/>
                </a:cubicBezTo>
                <a:cubicBezTo>
                  <a:pt x="17550" y="8617"/>
                  <a:pt x="17852" y="8836"/>
                  <a:pt x="18225" y="8836"/>
                </a:cubicBezTo>
                <a:cubicBezTo>
                  <a:pt x="19344" y="8836"/>
                  <a:pt x="20250" y="9716"/>
                  <a:pt x="20250" y="10800"/>
                </a:cubicBezTo>
                <a:cubicBezTo>
                  <a:pt x="20250" y="11884"/>
                  <a:pt x="19344" y="12764"/>
                  <a:pt x="18225" y="12764"/>
                </a:cubicBezTo>
                <a:cubicBezTo>
                  <a:pt x="17852" y="12764"/>
                  <a:pt x="17550" y="12983"/>
                  <a:pt x="17550" y="13255"/>
                </a:cubicBezTo>
                <a:cubicBezTo>
                  <a:pt x="17550" y="13526"/>
                  <a:pt x="17852" y="13745"/>
                  <a:pt x="18225" y="13745"/>
                </a:cubicBezTo>
                <a:cubicBezTo>
                  <a:pt x="20089" y="13745"/>
                  <a:pt x="21600" y="12426"/>
                  <a:pt x="21600" y="10800"/>
                </a:cubicBezTo>
                <a:cubicBezTo>
                  <a:pt x="21600" y="9173"/>
                  <a:pt x="20089" y="7855"/>
                  <a:pt x="18225" y="7855"/>
                </a:cubicBezTo>
              </a:path>
            </a:pathLst>
          </a:custGeom>
          <a:solidFill>
            <a:schemeClr val="tx1"/>
          </a:solidFill>
          <a:ln w="12700">
            <a:miter lim="400000"/>
          </a:ln>
        </p:spPr>
        <p:txBody>
          <a:bodyPr lIns="14284" tIns="14284" rIns="14284" bIns="14284" anchor="ctr"/>
          <a:lstStyle/>
          <a:p>
            <a:pPr defTabSz="171399" eaLnBrk="1" hangingPunct="1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1125">
              <a:solidFill>
                <a:srgbClr val="FFFFFF"/>
              </a:solidFill>
              <a:effectLst>
                <a:outerShdw blurRad="38100" dist="12700" dir="5400000" rotWithShape="0">
                  <a:srgbClr val="000000">
                    <a:alpha val="50000"/>
                  </a:srgbClr>
                </a:outerShdw>
              </a:effectLst>
              <a:latin typeface="Gill Sans"/>
              <a:ea typeface="Calibri" charset="0"/>
              <a:cs typeface="Calibri" charset="0"/>
              <a:sym typeface="Gill Sans"/>
            </a:endParaRPr>
          </a:p>
        </p:txBody>
      </p:sp>
      <p:sp>
        <p:nvSpPr>
          <p:cNvPr id="49" name="Shape 2677"/>
          <p:cNvSpPr/>
          <p:nvPr userDrawn="1"/>
        </p:nvSpPr>
        <p:spPr>
          <a:xfrm>
            <a:off x="5700245" y="2223934"/>
            <a:ext cx="190500" cy="209550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5660" y="7855"/>
                </a:moveTo>
                <a:cubicBezTo>
                  <a:pt x="15362" y="7855"/>
                  <a:pt x="15120" y="8075"/>
                  <a:pt x="15120" y="8345"/>
                </a:cubicBezTo>
                <a:cubicBezTo>
                  <a:pt x="15120" y="8617"/>
                  <a:pt x="15362" y="8836"/>
                  <a:pt x="15660" y="8836"/>
                </a:cubicBezTo>
                <a:cubicBezTo>
                  <a:pt x="16555" y="8836"/>
                  <a:pt x="17280" y="9716"/>
                  <a:pt x="17280" y="10800"/>
                </a:cubicBezTo>
                <a:cubicBezTo>
                  <a:pt x="17280" y="11884"/>
                  <a:pt x="16555" y="12764"/>
                  <a:pt x="15660" y="12764"/>
                </a:cubicBezTo>
                <a:cubicBezTo>
                  <a:pt x="15362" y="12764"/>
                  <a:pt x="15120" y="12984"/>
                  <a:pt x="15120" y="13255"/>
                </a:cubicBezTo>
                <a:cubicBezTo>
                  <a:pt x="15120" y="13526"/>
                  <a:pt x="15362" y="13745"/>
                  <a:pt x="15660" y="13745"/>
                </a:cubicBezTo>
                <a:cubicBezTo>
                  <a:pt x="17151" y="13745"/>
                  <a:pt x="18360" y="12427"/>
                  <a:pt x="18360" y="10800"/>
                </a:cubicBezTo>
                <a:cubicBezTo>
                  <a:pt x="18360" y="9174"/>
                  <a:pt x="17151" y="7855"/>
                  <a:pt x="15660" y="7855"/>
                </a:cubicBezTo>
                <a:moveTo>
                  <a:pt x="18472" y="5611"/>
                </a:moveTo>
                <a:lnTo>
                  <a:pt x="18463" y="5625"/>
                </a:lnTo>
                <a:cubicBezTo>
                  <a:pt x="18383" y="5584"/>
                  <a:pt x="18296" y="5554"/>
                  <a:pt x="18198" y="5554"/>
                </a:cubicBezTo>
                <a:cubicBezTo>
                  <a:pt x="17900" y="5554"/>
                  <a:pt x="17660" y="5774"/>
                  <a:pt x="17660" y="6044"/>
                </a:cubicBezTo>
                <a:cubicBezTo>
                  <a:pt x="17660" y="6216"/>
                  <a:pt x="17763" y="6361"/>
                  <a:pt x="17910" y="6449"/>
                </a:cubicBezTo>
                <a:lnTo>
                  <a:pt x="17909" y="6451"/>
                </a:lnTo>
                <a:cubicBezTo>
                  <a:pt x="19460" y="7271"/>
                  <a:pt x="20520" y="8909"/>
                  <a:pt x="20520" y="10800"/>
                </a:cubicBezTo>
                <a:cubicBezTo>
                  <a:pt x="20520" y="12689"/>
                  <a:pt x="19463" y="14325"/>
                  <a:pt x="17915" y="15147"/>
                </a:cubicBezTo>
                <a:lnTo>
                  <a:pt x="17919" y="15152"/>
                </a:lnTo>
                <a:cubicBezTo>
                  <a:pt x="17771" y="15239"/>
                  <a:pt x="17668" y="15384"/>
                  <a:pt x="17668" y="15556"/>
                </a:cubicBezTo>
                <a:cubicBezTo>
                  <a:pt x="17668" y="15827"/>
                  <a:pt x="17910" y="16046"/>
                  <a:pt x="18208" y="16046"/>
                </a:cubicBezTo>
                <a:cubicBezTo>
                  <a:pt x="18306" y="16046"/>
                  <a:pt x="18393" y="16016"/>
                  <a:pt x="18473" y="15975"/>
                </a:cubicBezTo>
                <a:lnTo>
                  <a:pt x="18480" y="15985"/>
                </a:lnTo>
                <a:cubicBezTo>
                  <a:pt x="20338" y="14990"/>
                  <a:pt x="21600" y="13041"/>
                  <a:pt x="21600" y="10800"/>
                </a:cubicBezTo>
                <a:cubicBezTo>
                  <a:pt x="21600" y="8556"/>
                  <a:pt x="20334" y="6606"/>
                  <a:pt x="18472" y="5611"/>
                </a:cubicBezTo>
                <a:moveTo>
                  <a:pt x="11880" y="20121"/>
                </a:moveTo>
                <a:cubicBezTo>
                  <a:pt x="11880" y="20393"/>
                  <a:pt x="11637" y="20612"/>
                  <a:pt x="11337" y="20612"/>
                </a:cubicBezTo>
                <a:cubicBezTo>
                  <a:pt x="11181" y="20612"/>
                  <a:pt x="11043" y="20552"/>
                  <a:pt x="10944" y="20457"/>
                </a:cubicBezTo>
                <a:lnTo>
                  <a:pt x="10942" y="20459"/>
                </a:lnTo>
                <a:lnTo>
                  <a:pt x="10800" y="20342"/>
                </a:lnTo>
                <a:lnTo>
                  <a:pt x="10800" y="1256"/>
                </a:lnTo>
                <a:lnTo>
                  <a:pt x="10958" y="1126"/>
                </a:lnTo>
                <a:lnTo>
                  <a:pt x="10960" y="1127"/>
                </a:lnTo>
                <a:cubicBezTo>
                  <a:pt x="11058" y="1042"/>
                  <a:pt x="11190" y="988"/>
                  <a:pt x="11337" y="988"/>
                </a:cubicBezTo>
                <a:cubicBezTo>
                  <a:pt x="11637" y="988"/>
                  <a:pt x="11880" y="1208"/>
                  <a:pt x="11880" y="1480"/>
                </a:cubicBezTo>
                <a:cubicBezTo>
                  <a:pt x="11880" y="1480"/>
                  <a:pt x="11880" y="20121"/>
                  <a:pt x="11880" y="20121"/>
                </a:cubicBezTo>
                <a:close/>
                <a:moveTo>
                  <a:pt x="9720" y="19448"/>
                </a:moveTo>
                <a:lnTo>
                  <a:pt x="4320" y="14979"/>
                </a:lnTo>
                <a:lnTo>
                  <a:pt x="4320" y="6607"/>
                </a:lnTo>
                <a:lnTo>
                  <a:pt x="4561" y="6407"/>
                </a:lnTo>
                <a:lnTo>
                  <a:pt x="4560" y="6406"/>
                </a:lnTo>
                <a:lnTo>
                  <a:pt x="9720" y="2147"/>
                </a:lnTo>
                <a:cubicBezTo>
                  <a:pt x="9720" y="2147"/>
                  <a:pt x="9720" y="19448"/>
                  <a:pt x="9720" y="19448"/>
                </a:cubicBezTo>
                <a:close/>
                <a:moveTo>
                  <a:pt x="3240" y="14649"/>
                </a:moveTo>
                <a:cubicBezTo>
                  <a:pt x="2008" y="14285"/>
                  <a:pt x="1080" y="12700"/>
                  <a:pt x="1080" y="10800"/>
                </a:cubicBezTo>
                <a:cubicBezTo>
                  <a:pt x="1080" y="8900"/>
                  <a:pt x="2008" y="7316"/>
                  <a:pt x="3240" y="6952"/>
                </a:cubicBezTo>
                <a:cubicBezTo>
                  <a:pt x="3240" y="6952"/>
                  <a:pt x="3240" y="14649"/>
                  <a:pt x="3240" y="14649"/>
                </a:cubicBezTo>
                <a:close/>
                <a:moveTo>
                  <a:pt x="12966" y="1472"/>
                </a:moveTo>
                <a:cubicBezTo>
                  <a:pt x="12966" y="659"/>
                  <a:pt x="12238" y="0"/>
                  <a:pt x="11339" y="0"/>
                </a:cubicBezTo>
                <a:cubicBezTo>
                  <a:pt x="10879" y="0"/>
                  <a:pt x="10466" y="175"/>
                  <a:pt x="10170" y="451"/>
                </a:cubicBezTo>
                <a:lnTo>
                  <a:pt x="3565" y="5905"/>
                </a:lnTo>
                <a:cubicBezTo>
                  <a:pt x="1578" y="6051"/>
                  <a:pt x="0" y="8183"/>
                  <a:pt x="0" y="10800"/>
                </a:cubicBezTo>
                <a:cubicBezTo>
                  <a:pt x="0" y="13426"/>
                  <a:pt x="1588" y="15564"/>
                  <a:pt x="3585" y="15697"/>
                </a:cubicBezTo>
                <a:lnTo>
                  <a:pt x="10170" y="21148"/>
                </a:lnTo>
                <a:cubicBezTo>
                  <a:pt x="10466" y="21426"/>
                  <a:pt x="10879" y="21600"/>
                  <a:pt x="11339" y="21600"/>
                </a:cubicBezTo>
                <a:cubicBezTo>
                  <a:pt x="12238" y="21600"/>
                  <a:pt x="12966" y="20941"/>
                  <a:pt x="12966" y="20129"/>
                </a:cubicBezTo>
                <a:cubicBezTo>
                  <a:pt x="12966" y="20110"/>
                  <a:pt x="12961" y="20093"/>
                  <a:pt x="12960" y="20074"/>
                </a:cubicBezTo>
                <a:lnTo>
                  <a:pt x="12960" y="1527"/>
                </a:lnTo>
                <a:cubicBezTo>
                  <a:pt x="12961" y="1508"/>
                  <a:pt x="12966" y="1490"/>
                  <a:pt x="12966" y="1472"/>
                </a:cubicBezTo>
              </a:path>
            </a:pathLst>
          </a:custGeom>
          <a:solidFill>
            <a:schemeClr val="tx1"/>
          </a:solidFill>
          <a:ln w="12700">
            <a:miter lim="400000"/>
          </a:ln>
        </p:spPr>
        <p:txBody>
          <a:bodyPr lIns="14284" tIns="14284" rIns="14284" bIns="14284" anchor="ctr"/>
          <a:lstStyle/>
          <a:p>
            <a:pPr defTabSz="171399" eaLnBrk="1" hangingPunct="1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1125">
              <a:solidFill>
                <a:srgbClr val="FFFFFF"/>
              </a:solidFill>
              <a:effectLst>
                <a:outerShdw blurRad="38100" dist="12700" dir="5400000" rotWithShape="0">
                  <a:srgbClr val="000000">
                    <a:alpha val="50000"/>
                  </a:srgbClr>
                </a:outerShdw>
              </a:effectLst>
              <a:latin typeface="Gill Sans"/>
              <a:ea typeface="Calibri" charset="0"/>
              <a:cs typeface="Calibri" charset="0"/>
              <a:sym typeface="Gill Sans"/>
            </a:endParaRPr>
          </a:p>
        </p:txBody>
      </p:sp>
      <p:sp>
        <p:nvSpPr>
          <p:cNvPr id="50" name="Shape 2682"/>
          <p:cNvSpPr/>
          <p:nvPr userDrawn="1"/>
        </p:nvSpPr>
        <p:spPr>
          <a:xfrm>
            <a:off x="5251632" y="1311382"/>
            <a:ext cx="209550" cy="209550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20618" y="16691"/>
                </a:moveTo>
                <a:cubicBezTo>
                  <a:pt x="20618" y="17775"/>
                  <a:pt x="19739" y="18655"/>
                  <a:pt x="18655" y="18655"/>
                </a:cubicBezTo>
                <a:lnTo>
                  <a:pt x="17673" y="18655"/>
                </a:lnTo>
                <a:lnTo>
                  <a:pt x="17673" y="14727"/>
                </a:lnTo>
                <a:cubicBezTo>
                  <a:pt x="17673" y="14186"/>
                  <a:pt x="17233" y="13745"/>
                  <a:pt x="16691" y="13745"/>
                </a:cubicBezTo>
                <a:lnTo>
                  <a:pt x="4909" y="13745"/>
                </a:lnTo>
                <a:cubicBezTo>
                  <a:pt x="4367" y="13745"/>
                  <a:pt x="3927" y="14186"/>
                  <a:pt x="3927" y="14727"/>
                </a:cubicBezTo>
                <a:lnTo>
                  <a:pt x="3927" y="18655"/>
                </a:lnTo>
                <a:lnTo>
                  <a:pt x="2945" y="18655"/>
                </a:lnTo>
                <a:cubicBezTo>
                  <a:pt x="1861" y="18655"/>
                  <a:pt x="982" y="17775"/>
                  <a:pt x="982" y="16691"/>
                </a:cubicBezTo>
                <a:lnTo>
                  <a:pt x="982" y="8836"/>
                </a:lnTo>
                <a:cubicBezTo>
                  <a:pt x="982" y="7752"/>
                  <a:pt x="1861" y="6873"/>
                  <a:pt x="2945" y="6873"/>
                </a:cubicBezTo>
                <a:lnTo>
                  <a:pt x="18655" y="6873"/>
                </a:lnTo>
                <a:cubicBezTo>
                  <a:pt x="19739" y="6873"/>
                  <a:pt x="20618" y="7752"/>
                  <a:pt x="20618" y="8836"/>
                </a:cubicBezTo>
                <a:cubicBezTo>
                  <a:pt x="20618" y="8836"/>
                  <a:pt x="20618" y="16691"/>
                  <a:pt x="20618" y="16691"/>
                </a:cubicBezTo>
                <a:close/>
                <a:moveTo>
                  <a:pt x="16691" y="20618"/>
                </a:moveTo>
                <a:lnTo>
                  <a:pt x="4909" y="20618"/>
                </a:lnTo>
                <a:lnTo>
                  <a:pt x="4909" y="14727"/>
                </a:lnTo>
                <a:lnTo>
                  <a:pt x="16691" y="14727"/>
                </a:lnTo>
                <a:cubicBezTo>
                  <a:pt x="16691" y="14727"/>
                  <a:pt x="16691" y="20618"/>
                  <a:pt x="16691" y="20618"/>
                </a:cubicBezTo>
                <a:close/>
                <a:moveTo>
                  <a:pt x="4909" y="982"/>
                </a:moveTo>
                <a:lnTo>
                  <a:pt x="16691" y="982"/>
                </a:lnTo>
                <a:lnTo>
                  <a:pt x="16691" y="5891"/>
                </a:lnTo>
                <a:lnTo>
                  <a:pt x="4909" y="5891"/>
                </a:lnTo>
                <a:cubicBezTo>
                  <a:pt x="4909" y="5891"/>
                  <a:pt x="4909" y="982"/>
                  <a:pt x="4909" y="982"/>
                </a:cubicBezTo>
                <a:close/>
                <a:moveTo>
                  <a:pt x="18655" y="5891"/>
                </a:moveTo>
                <a:lnTo>
                  <a:pt x="17673" y="5891"/>
                </a:lnTo>
                <a:lnTo>
                  <a:pt x="17673" y="982"/>
                </a:lnTo>
                <a:cubicBezTo>
                  <a:pt x="17673" y="440"/>
                  <a:pt x="17233" y="0"/>
                  <a:pt x="16691" y="0"/>
                </a:cubicBezTo>
                <a:lnTo>
                  <a:pt x="4909" y="0"/>
                </a:lnTo>
                <a:cubicBezTo>
                  <a:pt x="4367" y="0"/>
                  <a:pt x="3927" y="440"/>
                  <a:pt x="3927" y="982"/>
                </a:cubicBezTo>
                <a:lnTo>
                  <a:pt x="3927" y="5891"/>
                </a:lnTo>
                <a:lnTo>
                  <a:pt x="2945" y="5891"/>
                </a:lnTo>
                <a:cubicBezTo>
                  <a:pt x="1318" y="5891"/>
                  <a:pt x="0" y="7210"/>
                  <a:pt x="0" y="8836"/>
                </a:cubicBezTo>
                <a:lnTo>
                  <a:pt x="0" y="16691"/>
                </a:lnTo>
                <a:cubicBezTo>
                  <a:pt x="0" y="18318"/>
                  <a:pt x="1318" y="19636"/>
                  <a:pt x="2945" y="19636"/>
                </a:cubicBezTo>
                <a:lnTo>
                  <a:pt x="3927" y="19636"/>
                </a:lnTo>
                <a:lnTo>
                  <a:pt x="3927" y="20618"/>
                </a:lnTo>
                <a:cubicBezTo>
                  <a:pt x="3927" y="21161"/>
                  <a:pt x="4367" y="21600"/>
                  <a:pt x="4909" y="21600"/>
                </a:cubicBezTo>
                <a:lnTo>
                  <a:pt x="16691" y="21600"/>
                </a:lnTo>
                <a:cubicBezTo>
                  <a:pt x="17233" y="21600"/>
                  <a:pt x="17673" y="21161"/>
                  <a:pt x="17673" y="20618"/>
                </a:cubicBezTo>
                <a:lnTo>
                  <a:pt x="17673" y="19636"/>
                </a:lnTo>
                <a:lnTo>
                  <a:pt x="18655" y="19636"/>
                </a:lnTo>
                <a:cubicBezTo>
                  <a:pt x="20282" y="19636"/>
                  <a:pt x="21600" y="18318"/>
                  <a:pt x="21600" y="16691"/>
                </a:cubicBezTo>
                <a:lnTo>
                  <a:pt x="21600" y="8836"/>
                </a:lnTo>
                <a:cubicBezTo>
                  <a:pt x="21600" y="7210"/>
                  <a:pt x="20282" y="5891"/>
                  <a:pt x="18655" y="5891"/>
                </a:cubicBezTo>
                <a:moveTo>
                  <a:pt x="17673" y="8836"/>
                </a:moveTo>
                <a:cubicBezTo>
                  <a:pt x="17131" y="8836"/>
                  <a:pt x="16691" y="9276"/>
                  <a:pt x="16691" y="9818"/>
                </a:cubicBezTo>
                <a:cubicBezTo>
                  <a:pt x="16691" y="10360"/>
                  <a:pt x="17131" y="10800"/>
                  <a:pt x="17673" y="10800"/>
                </a:cubicBezTo>
                <a:cubicBezTo>
                  <a:pt x="18214" y="10800"/>
                  <a:pt x="18655" y="10360"/>
                  <a:pt x="18655" y="9818"/>
                </a:cubicBezTo>
                <a:cubicBezTo>
                  <a:pt x="18655" y="9276"/>
                  <a:pt x="18214" y="8836"/>
                  <a:pt x="17673" y="8836"/>
                </a:cubicBezTo>
                <a:moveTo>
                  <a:pt x="14727" y="8836"/>
                </a:moveTo>
                <a:cubicBezTo>
                  <a:pt x="14186" y="8836"/>
                  <a:pt x="13745" y="9276"/>
                  <a:pt x="13745" y="9818"/>
                </a:cubicBezTo>
                <a:cubicBezTo>
                  <a:pt x="13745" y="10360"/>
                  <a:pt x="14186" y="10800"/>
                  <a:pt x="14727" y="10800"/>
                </a:cubicBezTo>
                <a:cubicBezTo>
                  <a:pt x="15269" y="10800"/>
                  <a:pt x="15709" y="10360"/>
                  <a:pt x="15709" y="9818"/>
                </a:cubicBezTo>
                <a:cubicBezTo>
                  <a:pt x="15709" y="9276"/>
                  <a:pt x="15269" y="8836"/>
                  <a:pt x="14727" y="8836"/>
                </a:cubicBezTo>
                <a:moveTo>
                  <a:pt x="7364" y="16691"/>
                </a:moveTo>
                <a:lnTo>
                  <a:pt x="12273" y="16691"/>
                </a:lnTo>
                <a:cubicBezTo>
                  <a:pt x="12544" y="16691"/>
                  <a:pt x="12764" y="16472"/>
                  <a:pt x="12764" y="16200"/>
                </a:cubicBezTo>
                <a:cubicBezTo>
                  <a:pt x="12764" y="15929"/>
                  <a:pt x="12544" y="15709"/>
                  <a:pt x="12273" y="15709"/>
                </a:cubicBezTo>
                <a:lnTo>
                  <a:pt x="7364" y="15709"/>
                </a:lnTo>
                <a:cubicBezTo>
                  <a:pt x="7092" y="15709"/>
                  <a:pt x="6873" y="15929"/>
                  <a:pt x="6873" y="16200"/>
                </a:cubicBezTo>
                <a:cubicBezTo>
                  <a:pt x="6873" y="16472"/>
                  <a:pt x="7092" y="16691"/>
                  <a:pt x="7364" y="16691"/>
                </a:cubicBezTo>
                <a:moveTo>
                  <a:pt x="7364" y="18655"/>
                </a:moveTo>
                <a:lnTo>
                  <a:pt x="14236" y="18655"/>
                </a:lnTo>
                <a:cubicBezTo>
                  <a:pt x="14508" y="18655"/>
                  <a:pt x="14727" y="18435"/>
                  <a:pt x="14727" y="18164"/>
                </a:cubicBezTo>
                <a:cubicBezTo>
                  <a:pt x="14727" y="17893"/>
                  <a:pt x="14508" y="17673"/>
                  <a:pt x="14236" y="17673"/>
                </a:cubicBezTo>
                <a:lnTo>
                  <a:pt x="7364" y="17673"/>
                </a:lnTo>
                <a:cubicBezTo>
                  <a:pt x="7092" y="17673"/>
                  <a:pt x="6873" y="17893"/>
                  <a:pt x="6873" y="18164"/>
                </a:cubicBezTo>
                <a:cubicBezTo>
                  <a:pt x="6873" y="18435"/>
                  <a:pt x="7092" y="18655"/>
                  <a:pt x="7364" y="18655"/>
                </a:cubicBezTo>
              </a:path>
            </a:pathLst>
          </a:custGeom>
          <a:solidFill>
            <a:schemeClr val="tx1"/>
          </a:solidFill>
          <a:ln w="12700">
            <a:miter lim="400000"/>
          </a:ln>
        </p:spPr>
        <p:txBody>
          <a:bodyPr lIns="14284" tIns="14284" rIns="14284" bIns="14284" anchor="ctr"/>
          <a:lstStyle/>
          <a:p>
            <a:pPr defTabSz="171399" eaLnBrk="1" hangingPunct="1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1125">
              <a:solidFill>
                <a:srgbClr val="FFFFFF"/>
              </a:solidFill>
              <a:effectLst>
                <a:outerShdw blurRad="38100" dist="12700" dir="5400000" rotWithShape="0">
                  <a:srgbClr val="000000">
                    <a:alpha val="50000"/>
                  </a:srgbClr>
                </a:outerShdw>
              </a:effectLst>
              <a:latin typeface="Gill Sans"/>
              <a:ea typeface="Calibri" charset="0"/>
              <a:cs typeface="Calibri" charset="0"/>
              <a:sym typeface="Gill Sans"/>
            </a:endParaRPr>
          </a:p>
        </p:txBody>
      </p:sp>
      <p:sp>
        <p:nvSpPr>
          <p:cNvPr id="51" name="Shape 2683"/>
          <p:cNvSpPr/>
          <p:nvPr userDrawn="1"/>
        </p:nvSpPr>
        <p:spPr>
          <a:xfrm>
            <a:off x="5737754" y="1311382"/>
            <a:ext cx="152400" cy="209550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505" h="21528" extrusionOk="0">
                <a:moveTo>
                  <a:pt x="13441" y="9294"/>
                </a:moveTo>
                <a:lnTo>
                  <a:pt x="13441" y="9784"/>
                </a:lnTo>
                <a:lnTo>
                  <a:pt x="1344" y="9784"/>
                </a:lnTo>
                <a:lnTo>
                  <a:pt x="1344" y="9294"/>
                </a:lnTo>
                <a:cubicBezTo>
                  <a:pt x="1344" y="7028"/>
                  <a:pt x="3696" y="5163"/>
                  <a:pt x="6720" y="4919"/>
                </a:cubicBezTo>
                <a:lnTo>
                  <a:pt x="6720" y="9784"/>
                </a:lnTo>
                <a:lnTo>
                  <a:pt x="8065" y="9784"/>
                </a:lnTo>
                <a:lnTo>
                  <a:pt x="8065" y="4919"/>
                </a:lnTo>
                <a:cubicBezTo>
                  <a:pt x="11089" y="5163"/>
                  <a:pt x="13441" y="7028"/>
                  <a:pt x="13441" y="9294"/>
                </a:cubicBezTo>
                <a:moveTo>
                  <a:pt x="13441" y="16145"/>
                </a:moveTo>
                <a:cubicBezTo>
                  <a:pt x="13441" y="18578"/>
                  <a:pt x="10733" y="20549"/>
                  <a:pt x="7393" y="20549"/>
                </a:cubicBezTo>
                <a:cubicBezTo>
                  <a:pt x="4052" y="20549"/>
                  <a:pt x="1344" y="18578"/>
                  <a:pt x="1344" y="16145"/>
                </a:cubicBezTo>
                <a:lnTo>
                  <a:pt x="1344" y="10762"/>
                </a:lnTo>
                <a:lnTo>
                  <a:pt x="13441" y="10762"/>
                </a:lnTo>
                <a:cubicBezTo>
                  <a:pt x="13441" y="10762"/>
                  <a:pt x="13441" y="16145"/>
                  <a:pt x="13441" y="16145"/>
                </a:cubicBezTo>
                <a:close/>
                <a:moveTo>
                  <a:pt x="21134" y="48"/>
                </a:moveTo>
                <a:cubicBezTo>
                  <a:pt x="20801" y="-72"/>
                  <a:pt x="20436" y="41"/>
                  <a:pt x="20232" y="268"/>
                </a:cubicBezTo>
                <a:cubicBezTo>
                  <a:pt x="18723" y="1944"/>
                  <a:pt x="16716" y="3504"/>
                  <a:pt x="13069" y="2006"/>
                </a:cubicBezTo>
                <a:cubicBezTo>
                  <a:pt x="10993" y="1153"/>
                  <a:pt x="9603" y="1431"/>
                  <a:pt x="8642" y="1862"/>
                </a:cubicBezTo>
                <a:cubicBezTo>
                  <a:pt x="7655" y="2307"/>
                  <a:pt x="6969" y="3089"/>
                  <a:pt x="6778" y="3935"/>
                </a:cubicBezTo>
                <a:cubicBezTo>
                  <a:pt x="2984" y="4162"/>
                  <a:pt x="0" y="6473"/>
                  <a:pt x="0" y="9294"/>
                </a:cubicBezTo>
                <a:lnTo>
                  <a:pt x="0" y="16145"/>
                </a:lnTo>
                <a:cubicBezTo>
                  <a:pt x="0" y="19118"/>
                  <a:pt x="3310" y="21528"/>
                  <a:pt x="7393" y="21528"/>
                </a:cubicBezTo>
                <a:cubicBezTo>
                  <a:pt x="11475" y="21528"/>
                  <a:pt x="14785" y="19118"/>
                  <a:pt x="14785" y="16145"/>
                </a:cubicBezTo>
                <a:lnTo>
                  <a:pt x="14785" y="9294"/>
                </a:lnTo>
                <a:cubicBezTo>
                  <a:pt x="14785" y="6507"/>
                  <a:pt x="11875" y="4215"/>
                  <a:pt x="8146" y="3940"/>
                </a:cubicBezTo>
                <a:cubicBezTo>
                  <a:pt x="8301" y="3479"/>
                  <a:pt x="8690" y="2991"/>
                  <a:pt x="9348" y="2695"/>
                </a:cubicBezTo>
                <a:cubicBezTo>
                  <a:pt x="10308" y="2263"/>
                  <a:pt x="10946" y="2328"/>
                  <a:pt x="12468" y="2882"/>
                </a:cubicBezTo>
                <a:cubicBezTo>
                  <a:pt x="15022" y="3811"/>
                  <a:pt x="16657" y="3572"/>
                  <a:pt x="17947" y="3206"/>
                </a:cubicBezTo>
                <a:cubicBezTo>
                  <a:pt x="19526" y="2759"/>
                  <a:pt x="20650" y="1847"/>
                  <a:pt x="21434" y="705"/>
                </a:cubicBezTo>
                <a:cubicBezTo>
                  <a:pt x="21600" y="463"/>
                  <a:pt x="21466" y="170"/>
                  <a:pt x="21134" y="48"/>
                </a:cubicBezTo>
                <a:moveTo>
                  <a:pt x="7393" y="18592"/>
                </a:moveTo>
                <a:cubicBezTo>
                  <a:pt x="8134" y="18592"/>
                  <a:pt x="8737" y="18153"/>
                  <a:pt x="8737" y="17613"/>
                </a:cubicBezTo>
                <a:cubicBezTo>
                  <a:pt x="8737" y="17073"/>
                  <a:pt x="8134" y="16635"/>
                  <a:pt x="7393" y="16635"/>
                </a:cubicBezTo>
                <a:cubicBezTo>
                  <a:pt x="6650" y="16635"/>
                  <a:pt x="6048" y="17073"/>
                  <a:pt x="6048" y="17613"/>
                </a:cubicBezTo>
                <a:cubicBezTo>
                  <a:pt x="6048" y="18153"/>
                  <a:pt x="6650" y="18592"/>
                  <a:pt x="7393" y="18592"/>
                </a:cubicBezTo>
              </a:path>
            </a:pathLst>
          </a:custGeom>
          <a:solidFill>
            <a:schemeClr val="tx1"/>
          </a:solidFill>
          <a:ln w="12700">
            <a:miter lim="400000"/>
          </a:ln>
        </p:spPr>
        <p:txBody>
          <a:bodyPr lIns="14284" tIns="14284" rIns="14284" bIns="14284" anchor="ctr"/>
          <a:lstStyle/>
          <a:p>
            <a:pPr defTabSz="171399" eaLnBrk="1" hangingPunct="1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1125">
              <a:solidFill>
                <a:srgbClr val="FFFFFF"/>
              </a:solidFill>
              <a:effectLst>
                <a:outerShdw blurRad="38100" dist="12700" dir="5400000" rotWithShape="0">
                  <a:srgbClr val="000000">
                    <a:alpha val="50000"/>
                  </a:srgbClr>
                </a:outerShdw>
              </a:effectLst>
              <a:latin typeface="Gill Sans"/>
              <a:ea typeface="Calibri" charset="0"/>
              <a:cs typeface="Calibri" charset="0"/>
              <a:sym typeface="Gill Sans"/>
            </a:endParaRPr>
          </a:p>
        </p:txBody>
      </p:sp>
      <p:sp>
        <p:nvSpPr>
          <p:cNvPr id="52" name="Shape 2684"/>
          <p:cNvSpPr/>
          <p:nvPr userDrawn="1"/>
        </p:nvSpPr>
        <p:spPr>
          <a:xfrm>
            <a:off x="6105897" y="1311382"/>
            <a:ext cx="209550" cy="209550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540" extrusionOk="0">
                <a:moveTo>
                  <a:pt x="4418" y="19095"/>
                </a:moveTo>
                <a:lnTo>
                  <a:pt x="5400" y="19095"/>
                </a:lnTo>
                <a:lnTo>
                  <a:pt x="5400" y="18117"/>
                </a:lnTo>
                <a:lnTo>
                  <a:pt x="4418" y="18117"/>
                </a:lnTo>
                <a:cubicBezTo>
                  <a:pt x="4418" y="18117"/>
                  <a:pt x="4418" y="19095"/>
                  <a:pt x="4418" y="19095"/>
                </a:cubicBezTo>
                <a:close/>
                <a:moveTo>
                  <a:pt x="6382" y="16160"/>
                </a:moveTo>
                <a:lnTo>
                  <a:pt x="5400" y="16160"/>
                </a:lnTo>
                <a:lnTo>
                  <a:pt x="5400" y="17139"/>
                </a:lnTo>
                <a:lnTo>
                  <a:pt x="6382" y="17139"/>
                </a:lnTo>
                <a:cubicBezTo>
                  <a:pt x="6382" y="17139"/>
                  <a:pt x="6382" y="16160"/>
                  <a:pt x="6382" y="16160"/>
                </a:cubicBezTo>
                <a:close/>
                <a:moveTo>
                  <a:pt x="2455" y="19095"/>
                </a:moveTo>
                <a:lnTo>
                  <a:pt x="3436" y="19095"/>
                </a:lnTo>
                <a:lnTo>
                  <a:pt x="3436" y="18117"/>
                </a:lnTo>
                <a:lnTo>
                  <a:pt x="2455" y="18117"/>
                </a:lnTo>
                <a:cubicBezTo>
                  <a:pt x="2455" y="18117"/>
                  <a:pt x="2455" y="19095"/>
                  <a:pt x="2455" y="19095"/>
                </a:cubicBezTo>
                <a:close/>
                <a:moveTo>
                  <a:pt x="4418" y="16160"/>
                </a:moveTo>
                <a:lnTo>
                  <a:pt x="2455" y="16160"/>
                </a:lnTo>
                <a:lnTo>
                  <a:pt x="2455" y="17139"/>
                </a:lnTo>
                <a:lnTo>
                  <a:pt x="4418" y="17139"/>
                </a:lnTo>
                <a:cubicBezTo>
                  <a:pt x="4418" y="17139"/>
                  <a:pt x="4418" y="16160"/>
                  <a:pt x="4418" y="16160"/>
                </a:cubicBezTo>
                <a:close/>
                <a:moveTo>
                  <a:pt x="3436" y="12248"/>
                </a:moveTo>
                <a:lnTo>
                  <a:pt x="2455" y="12248"/>
                </a:lnTo>
                <a:lnTo>
                  <a:pt x="2455" y="13226"/>
                </a:lnTo>
                <a:lnTo>
                  <a:pt x="3436" y="13226"/>
                </a:lnTo>
                <a:cubicBezTo>
                  <a:pt x="3436" y="13226"/>
                  <a:pt x="3436" y="12248"/>
                  <a:pt x="3436" y="12248"/>
                </a:cubicBezTo>
                <a:close/>
                <a:moveTo>
                  <a:pt x="3436" y="14204"/>
                </a:moveTo>
                <a:lnTo>
                  <a:pt x="2455" y="14204"/>
                </a:lnTo>
                <a:lnTo>
                  <a:pt x="2455" y="15182"/>
                </a:lnTo>
                <a:lnTo>
                  <a:pt x="3436" y="15182"/>
                </a:lnTo>
                <a:cubicBezTo>
                  <a:pt x="3436" y="15182"/>
                  <a:pt x="3436" y="14204"/>
                  <a:pt x="3436" y="14204"/>
                </a:cubicBezTo>
                <a:close/>
                <a:moveTo>
                  <a:pt x="6382" y="19095"/>
                </a:moveTo>
                <a:lnTo>
                  <a:pt x="13255" y="19095"/>
                </a:lnTo>
                <a:lnTo>
                  <a:pt x="13255" y="18117"/>
                </a:lnTo>
                <a:lnTo>
                  <a:pt x="6382" y="18117"/>
                </a:lnTo>
                <a:cubicBezTo>
                  <a:pt x="6382" y="18117"/>
                  <a:pt x="6382" y="19095"/>
                  <a:pt x="6382" y="19095"/>
                </a:cubicBezTo>
                <a:close/>
                <a:moveTo>
                  <a:pt x="18164" y="15182"/>
                </a:moveTo>
                <a:lnTo>
                  <a:pt x="19145" y="15182"/>
                </a:lnTo>
                <a:lnTo>
                  <a:pt x="19145" y="14204"/>
                </a:lnTo>
                <a:lnTo>
                  <a:pt x="18164" y="14204"/>
                </a:lnTo>
                <a:cubicBezTo>
                  <a:pt x="18164" y="14204"/>
                  <a:pt x="18164" y="15182"/>
                  <a:pt x="18164" y="15182"/>
                </a:cubicBezTo>
                <a:close/>
                <a:moveTo>
                  <a:pt x="5400" y="14204"/>
                </a:moveTo>
                <a:lnTo>
                  <a:pt x="4418" y="14204"/>
                </a:lnTo>
                <a:lnTo>
                  <a:pt x="4418" y="15182"/>
                </a:lnTo>
                <a:lnTo>
                  <a:pt x="5400" y="15182"/>
                </a:lnTo>
                <a:cubicBezTo>
                  <a:pt x="5400" y="15182"/>
                  <a:pt x="5400" y="14204"/>
                  <a:pt x="5400" y="14204"/>
                </a:cubicBezTo>
                <a:close/>
                <a:moveTo>
                  <a:pt x="14236" y="16160"/>
                </a:moveTo>
                <a:lnTo>
                  <a:pt x="13255" y="16160"/>
                </a:lnTo>
                <a:lnTo>
                  <a:pt x="13255" y="17139"/>
                </a:lnTo>
                <a:lnTo>
                  <a:pt x="14236" y="17139"/>
                </a:lnTo>
                <a:cubicBezTo>
                  <a:pt x="14236" y="17139"/>
                  <a:pt x="14236" y="16160"/>
                  <a:pt x="14236" y="16160"/>
                </a:cubicBezTo>
                <a:close/>
                <a:moveTo>
                  <a:pt x="20618" y="19584"/>
                </a:moveTo>
                <a:cubicBezTo>
                  <a:pt x="20618" y="20124"/>
                  <a:pt x="20178" y="20562"/>
                  <a:pt x="19636" y="20562"/>
                </a:cubicBezTo>
                <a:lnTo>
                  <a:pt x="1964" y="20562"/>
                </a:lnTo>
                <a:cubicBezTo>
                  <a:pt x="1421" y="20562"/>
                  <a:pt x="982" y="20124"/>
                  <a:pt x="982" y="19584"/>
                </a:cubicBezTo>
                <a:lnTo>
                  <a:pt x="982" y="11759"/>
                </a:lnTo>
                <a:cubicBezTo>
                  <a:pt x="982" y="11219"/>
                  <a:pt x="1421" y="10781"/>
                  <a:pt x="1964" y="10781"/>
                </a:cubicBezTo>
                <a:lnTo>
                  <a:pt x="19636" y="10781"/>
                </a:lnTo>
                <a:cubicBezTo>
                  <a:pt x="20178" y="10781"/>
                  <a:pt x="20618" y="11219"/>
                  <a:pt x="20618" y="11759"/>
                </a:cubicBezTo>
                <a:cubicBezTo>
                  <a:pt x="20618" y="11759"/>
                  <a:pt x="20618" y="19584"/>
                  <a:pt x="20618" y="19584"/>
                </a:cubicBezTo>
                <a:close/>
                <a:moveTo>
                  <a:pt x="19636" y="9803"/>
                </a:moveTo>
                <a:lnTo>
                  <a:pt x="10965" y="9803"/>
                </a:lnTo>
                <a:cubicBezTo>
                  <a:pt x="10831" y="9456"/>
                  <a:pt x="10774" y="9056"/>
                  <a:pt x="10870" y="8651"/>
                </a:cubicBezTo>
                <a:cubicBezTo>
                  <a:pt x="11059" y="7853"/>
                  <a:pt x="11782" y="7224"/>
                  <a:pt x="12961" y="6833"/>
                </a:cubicBezTo>
                <a:cubicBezTo>
                  <a:pt x="14940" y="6175"/>
                  <a:pt x="15841" y="4938"/>
                  <a:pt x="16249" y="4015"/>
                </a:cubicBezTo>
                <a:cubicBezTo>
                  <a:pt x="16747" y="2886"/>
                  <a:pt x="16801" y="1546"/>
                  <a:pt x="16396" y="335"/>
                </a:cubicBezTo>
                <a:cubicBezTo>
                  <a:pt x="16310" y="79"/>
                  <a:pt x="16032" y="-60"/>
                  <a:pt x="15774" y="25"/>
                </a:cubicBezTo>
                <a:cubicBezTo>
                  <a:pt x="15517" y="112"/>
                  <a:pt x="15378" y="388"/>
                  <a:pt x="15464" y="644"/>
                </a:cubicBezTo>
                <a:cubicBezTo>
                  <a:pt x="16091" y="2519"/>
                  <a:pt x="15480" y="4964"/>
                  <a:pt x="12650" y="5904"/>
                </a:cubicBezTo>
                <a:cubicBezTo>
                  <a:pt x="10733" y="6542"/>
                  <a:pt x="10105" y="7627"/>
                  <a:pt x="9915" y="8427"/>
                </a:cubicBezTo>
                <a:cubicBezTo>
                  <a:pt x="9809" y="8876"/>
                  <a:pt x="9824" y="9351"/>
                  <a:pt x="9937" y="9803"/>
                </a:cubicBezTo>
                <a:lnTo>
                  <a:pt x="1964" y="9803"/>
                </a:lnTo>
                <a:cubicBezTo>
                  <a:pt x="879" y="9803"/>
                  <a:pt x="0" y="10679"/>
                  <a:pt x="0" y="11759"/>
                </a:cubicBezTo>
                <a:lnTo>
                  <a:pt x="0" y="19584"/>
                </a:lnTo>
                <a:cubicBezTo>
                  <a:pt x="0" y="20664"/>
                  <a:pt x="879" y="21540"/>
                  <a:pt x="1964" y="21540"/>
                </a:cubicBezTo>
                <a:lnTo>
                  <a:pt x="19636" y="21540"/>
                </a:lnTo>
                <a:cubicBezTo>
                  <a:pt x="20721" y="21540"/>
                  <a:pt x="21600" y="20664"/>
                  <a:pt x="21600" y="19584"/>
                </a:cubicBezTo>
                <a:lnTo>
                  <a:pt x="21600" y="11759"/>
                </a:lnTo>
                <a:cubicBezTo>
                  <a:pt x="21600" y="10679"/>
                  <a:pt x="20721" y="9803"/>
                  <a:pt x="19636" y="9803"/>
                </a:cubicBezTo>
                <a:moveTo>
                  <a:pt x="17182" y="17139"/>
                </a:moveTo>
                <a:lnTo>
                  <a:pt x="19145" y="17139"/>
                </a:lnTo>
                <a:lnTo>
                  <a:pt x="19145" y="16160"/>
                </a:lnTo>
                <a:lnTo>
                  <a:pt x="17182" y="16160"/>
                </a:lnTo>
                <a:cubicBezTo>
                  <a:pt x="17182" y="16160"/>
                  <a:pt x="17182" y="17139"/>
                  <a:pt x="17182" y="17139"/>
                </a:cubicBezTo>
                <a:close/>
                <a:moveTo>
                  <a:pt x="14236" y="19095"/>
                </a:moveTo>
                <a:lnTo>
                  <a:pt x="15218" y="19095"/>
                </a:lnTo>
                <a:lnTo>
                  <a:pt x="15218" y="18117"/>
                </a:lnTo>
                <a:lnTo>
                  <a:pt x="14236" y="18117"/>
                </a:lnTo>
                <a:cubicBezTo>
                  <a:pt x="14236" y="18117"/>
                  <a:pt x="14236" y="19095"/>
                  <a:pt x="14236" y="19095"/>
                </a:cubicBezTo>
                <a:close/>
                <a:moveTo>
                  <a:pt x="16200" y="19095"/>
                </a:moveTo>
                <a:lnTo>
                  <a:pt x="17182" y="19095"/>
                </a:lnTo>
                <a:lnTo>
                  <a:pt x="17182" y="18117"/>
                </a:lnTo>
                <a:lnTo>
                  <a:pt x="16200" y="18117"/>
                </a:lnTo>
                <a:cubicBezTo>
                  <a:pt x="16200" y="18117"/>
                  <a:pt x="16200" y="19095"/>
                  <a:pt x="16200" y="19095"/>
                </a:cubicBezTo>
                <a:close/>
                <a:moveTo>
                  <a:pt x="18164" y="19095"/>
                </a:moveTo>
                <a:lnTo>
                  <a:pt x="19145" y="19095"/>
                </a:lnTo>
                <a:lnTo>
                  <a:pt x="19145" y="18117"/>
                </a:lnTo>
                <a:lnTo>
                  <a:pt x="18164" y="18117"/>
                </a:lnTo>
                <a:cubicBezTo>
                  <a:pt x="18164" y="18117"/>
                  <a:pt x="18164" y="19095"/>
                  <a:pt x="18164" y="19095"/>
                </a:cubicBezTo>
                <a:close/>
                <a:moveTo>
                  <a:pt x="16200" y="16160"/>
                </a:moveTo>
                <a:lnTo>
                  <a:pt x="15218" y="16160"/>
                </a:lnTo>
                <a:lnTo>
                  <a:pt x="15218" y="17139"/>
                </a:lnTo>
                <a:lnTo>
                  <a:pt x="16200" y="17139"/>
                </a:lnTo>
                <a:cubicBezTo>
                  <a:pt x="16200" y="17139"/>
                  <a:pt x="16200" y="16160"/>
                  <a:pt x="16200" y="16160"/>
                </a:cubicBezTo>
                <a:close/>
                <a:moveTo>
                  <a:pt x="18164" y="13226"/>
                </a:moveTo>
                <a:lnTo>
                  <a:pt x="19145" y="13226"/>
                </a:lnTo>
                <a:lnTo>
                  <a:pt x="19145" y="12248"/>
                </a:lnTo>
                <a:lnTo>
                  <a:pt x="18164" y="12248"/>
                </a:lnTo>
                <a:cubicBezTo>
                  <a:pt x="18164" y="12248"/>
                  <a:pt x="18164" y="13226"/>
                  <a:pt x="18164" y="13226"/>
                </a:cubicBezTo>
                <a:close/>
                <a:moveTo>
                  <a:pt x="13255" y="12248"/>
                </a:moveTo>
                <a:lnTo>
                  <a:pt x="12273" y="12248"/>
                </a:lnTo>
                <a:lnTo>
                  <a:pt x="12273" y="13226"/>
                </a:lnTo>
                <a:lnTo>
                  <a:pt x="13255" y="13226"/>
                </a:lnTo>
                <a:cubicBezTo>
                  <a:pt x="13255" y="13226"/>
                  <a:pt x="13255" y="12248"/>
                  <a:pt x="13255" y="12248"/>
                </a:cubicBezTo>
                <a:close/>
                <a:moveTo>
                  <a:pt x="13255" y="14204"/>
                </a:moveTo>
                <a:lnTo>
                  <a:pt x="12273" y="14204"/>
                </a:lnTo>
                <a:lnTo>
                  <a:pt x="12273" y="15182"/>
                </a:lnTo>
                <a:lnTo>
                  <a:pt x="13255" y="15182"/>
                </a:lnTo>
                <a:cubicBezTo>
                  <a:pt x="13255" y="15182"/>
                  <a:pt x="13255" y="14204"/>
                  <a:pt x="13255" y="14204"/>
                </a:cubicBezTo>
                <a:close/>
                <a:moveTo>
                  <a:pt x="15218" y="14204"/>
                </a:moveTo>
                <a:lnTo>
                  <a:pt x="14236" y="14204"/>
                </a:lnTo>
                <a:lnTo>
                  <a:pt x="14236" y="15182"/>
                </a:lnTo>
                <a:lnTo>
                  <a:pt x="15218" y="15182"/>
                </a:lnTo>
                <a:cubicBezTo>
                  <a:pt x="15218" y="15182"/>
                  <a:pt x="15218" y="14204"/>
                  <a:pt x="15218" y="14204"/>
                </a:cubicBezTo>
                <a:close/>
                <a:moveTo>
                  <a:pt x="17182" y="14204"/>
                </a:moveTo>
                <a:lnTo>
                  <a:pt x="16200" y="14204"/>
                </a:lnTo>
                <a:lnTo>
                  <a:pt x="16200" y="15182"/>
                </a:lnTo>
                <a:lnTo>
                  <a:pt x="17182" y="15182"/>
                </a:lnTo>
                <a:cubicBezTo>
                  <a:pt x="17182" y="15182"/>
                  <a:pt x="17182" y="14204"/>
                  <a:pt x="17182" y="14204"/>
                </a:cubicBezTo>
                <a:close/>
                <a:moveTo>
                  <a:pt x="15218" y="12248"/>
                </a:moveTo>
                <a:lnTo>
                  <a:pt x="14236" y="12248"/>
                </a:lnTo>
                <a:lnTo>
                  <a:pt x="14236" y="13226"/>
                </a:lnTo>
                <a:lnTo>
                  <a:pt x="15218" y="13226"/>
                </a:lnTo>
                <a:cubicBezTo>
                  <a:pt x="15218" y="13226"/>
                  <a:pt x="15218" y="12248"/>
                  <a:pt x="15218" y="12248"/>
                </a:cubicBezTo>
                <a:close/>
                <a:moveTo>
                  <a:pt x="17182" y="12248"/>
                </a:moveTo>
                <a:lnTo>
                  <a:pt x="16200" y="12248"/>
                </a:lnTo>
                <a:lnTo>
                  <a:pt x="16200" y="13226"/>
                </a:lnTo>
                <a:lnTo>
                  <a:pt x="17182" y="13226"/>
                </a:lnTo>
                <a:cubicBezTo>
                  <a:pt x="17182" y="13226"/>
                  <a:pt x="17182" y="12248"/>
                  <a:pt x="17182" y="12248"/>
                </a:cubicBezTo>
                <a:close/>
                <a:moveTo>
                  <a:pt x="11291" y="12248"/>
                </a:moveTo>
                <a:lnTo>
                  <a:pt x="10309" y="12248"/>
                </a:lnTo>
                <a:lnTo>
                  <a:pt x="10309" y="13226"/>
                </a:lnTo>
                <a:lnTo>
                  <a:pt x="11291" y="13226"/>
                </a:lnTo>
                <a:cubicBezTo>
                  <a:pt x="11291" y="13226"/>
                  <a:pt x="11291" y="12248"/>
                  <a:pt x="11291" y="12248"/>
                </a:cubicBezTo>
                <a:close/>
                <a:moveTo>
                  <a:pt x="5400" y="12248"/>
                </a:moveTo>
                <a:lnTo>
                  <a:pt x="4418" y="12248"/>
                </a:lnTo>
                <a:lnTo>
                  <a:pt x="4418" y="13226"/>
                </a:lnTo>
                <a:lnTo>
                  <a:pt x="5400" y="13226"/>
                </a:lnTo>
                <a:cubicBezTo>
                  <a:pt x="5400" y="13226"/>
                  <a:pt x="5400" y="12248"/>
                  <a:pt x="5400" y="12248"/>
                </a:cubicBezTo>
                <a:close/>
                <a:moveTo>
                  <a:pt x="7364" y="17139"/>
                </a:moveTo>
                <a:lnTo>
                  <a:pt x="8345" y="17139"/>
                </a:lnTo>
                <a:lnTo>
                  <a:pt x="8345" y="16160"/>
                </a:lnTo>
                <a:lnTo>
                  <a:pt x="7364" y="16160"/>
                </a:lnTo>
                <a:cubicBezTo>
                  <a:pt x="7364" y="16160"/>
                  <a:pt x="7364" y="17139"/>
                  <a:pt x="7364" y="17139"/>
                </a:cubicBezTo>
                <a:close/>
                <a:moveTo>
                  <a:pt x="7364" y="14204"/>
                </a:moveTo>
                <a:lnTo>
                  <a:pt x="6382" y="14204"/>
                </a:lnTo>
                <a:lnTo>
                  <a:pt x="6382" y="15182"/>
                </a:lnTo>
                <a:lnTo>
                  <a:pt x="7364" y="15182"/>
                </a:lnTo>
                <a:cubicBezTo>
                  <a:pt x="7364" y="15182"/>
                  <a:pt x="7364" y="14204"/>
                  <a:pt x="7364" y="14204"/>
                </a:cubicBezTo>
                <a:close/>
                <a:moveTo>
                  <a:pt x="7364" y="12248"/>
                </a:moveTo>
                <a:lnTo>
                  <a:pt x="6382" y="12248"/>
                </a:lnTo>
                <a:lnTo>
                  <a:pt x="6382" y="13226"/>
                </a:lnTo>
                <a:lnTo>
                  <a:pt x="7364" y="13226"/>
                </a:lnTo>
                <a:cubicBezTo>
                  <a:pt x="7364" y="13226"/>
                  <a:pt x="7364" y="12248"/>
                  <a:pt x="7364" y="12248"/>
                </a:cubicBezTo>
                <a:close/>
                <a:moveTo>
                  <a:pt x="9327" y="14204"/>
                </a:moveTo>
                <a:lnTo>
                  <a:pt x="8345" y="14204"/>
                </a:lnTo>
                <a:lnTo>
                  <a:pt x="8345" y="15182"/>
                </a:lnTo>
                <a:lnTo>
                  <a:pt x="9327" y="15182"/>
                </a:lnTo>
                <a:cubicBezTo>
                  <a:pt x="9327" y="15182"/>
                  <a:pt x="9327" y="14204"/>
                  <a:pt x="9327" y="14204"/>
                </a:cubicBezTo>
                <a:close/>
                <a:moveTo>
                  <a:pt x="11291" y="14204"/>
                </a:moveTo>
                <a:lnTo>
                  <a:pt x="10309" y="14204"/>
                </a:lnTo>
                <a:lnTo>
                  <a:pt x="10309" y="15182"/>
                </a:lnTo>
                <a:lnTo>
                  <a:pt x="11291" y="15182"/>
                </a:lnTo>
                <a:cubicBezTo>
                  <a:pt x="11291" y="15182"/>
                  <a:pt x="11291" y="14204"/>
                  <a:pt x="11291" y="14204"/>
                </a:cubicBezTo>
                <a:close/>
                <a:moveTo>
                  <a:pt x="9327" y="12248"/>
                </a:moveTo>
                <a:lnTo>
                  <a:pt x="8345" y="12248"/>
                </a:lnTo>
                <a:lnTo>
                  <a:pt x="8345" y="13226"/>
                </a:lnTo>
                <a:lnTo>
                  <a:pt x="9327" y="13226"/>
                </a:lnTo>
                <a:cubicBezTo>
                  <a:pt x="9327" y="13226"/>
                  <a:pt x="9327" y="12248"/>
                  <a:pt x="9327" y="12248"/>
                </a:cubicBezTo>
                <a:close/>
                <a:moveTo>
                  <a:pt x="11291" y="17139"/>
                </a:moveTo>
                <a:lnTo>
                  <a:pt x="12273" y="17139"/>
                </a:lnTo>
                <a:lnTo>
                  <a:pt x="12273" y="16160"/>
                </a:lnTo>
                <a:lnTo>
                  <a:pt x="11291" y="16160"/>
                </a:lnTo>
                <a:cubicBezTo>
                  <a:pt x="11291" y="16160"/>
                  <a:pt x="11291" y="17139"/>
                  <a:pt x="11291" y="17139"/>
                </a:cubicBezTo>
                <a:close/>
                <a:moveTo>
                  <a:pt x="9327" y="17139"/>
                </a:moveTo>
                <a:lnTo>
                  <a:pt x="10309" y="17139"/>
                </a:lnTo>
                <a:lnTo>
                  <a:pt x="10309" y="16160"/>
                </a:lnTo>
                <a:lnTo>
                  <a:pt x="9327" y="16160"/>
                </a:lnTo>
                <a:cubicBezTo>
                  <a:pt x="9327" y="16160"/>
                  <a:pt x="9327" y="17139"/>
                  <a:pt x="9327" y="17139"/>
                </a:cubicBezTo>
                <a:close/>
              </a:path>
            </a:pathLst>
          </a:custGeom>
          <a:solidFill>
            <a:schemeClr val="tx1"/>
          </a:solidFill>
          <a:ln w="12700">
            <a:miter lim="400000"/>
          </a:ln>
        </p:spPr>
        <p:txBody>
          <a:bodyPr lIns="14284" tIns="14284" rIns="14284" bIns="14284" anchor="ctr"/>
          <a:lstStyle/>
          <a:p>
            <a:pPr defTabSz="171399" eaLnBrk="1" hangingPunct="1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1125">
              <a:solidFill>
                <a:srgbClr val="FFFFFF"/>
              </a:solidFill>
              <a:effectLst>
                <a:outerShdw blurRad="38100" dist="12700" dir="5400000" rotWithShape="0">
                  <a:srgbClr val="000000">
                    <a:alpha val="50000"/>
                  </a:srgbClr>
                </a:outerShdw>
              </a:effectLst>
              <a:latin typeface="Gill Sans"/>
              <a:ea typeface="Calibri" charset="0"/>
              <a:cs typeface="Calibri" charset="0"/>
              <a:sym typeface="Gill Sans"/>
            </a:endParaRPr>
          </a:p>
        </p:txBody>
      </p:sp>
      <p:sp>
        <p:nvSpPr>
          <p:cNvPr id="53" name="Shape 2685"/>
          <p:cNvSpPr/>
          <p:nvPr userDrawn="1"/>
        </p:nvSpPr>
        <p:spPr>
          <a:xfrm>
            <a:off x="5273639" y="2668393"/>
            <a:ext cx="209550" cy="209550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20618" y="19145"/>
                </a:moveTo>
                <a:cubicBezTo>
                  <a:pt x="20618" y="19959"/>
                  <a:pt x="19959" y="20618"/>
                  <a:pt x="19145" y="20618"/>
                </a:cubicBezTo>
                <a:cubicBezTo>
                  <a:pt x="18332" y="20618"/>
                  <a:pt x="17673" y="19959"/>
                  <a:pt x="17673" y="19145"/>
                </a:cubicBezTo>
                <a:lnTo>
                  <a:pt x="17673" y="14236"/>
                </a:lnTo>
                <a:cubicBezTo>
                  <a:pt x="17673" y="13424"/>
                  <a:pt x="18332" y="12764"/>
                  <a:pt x="19145" y="12764"/>
                </a:cubicBezTo>
                <a:cubicBezTo>
                  <a:pt x="19959" y="12764"/>
                  <a:pt x="20618" y="13424"/>
                  <a:pt x="20618" y="14236"/>
                </a:cubicBezTo>
                <a:cubicBezTo>
                  <a:pt x="20618" y="14236"/>
                  <a:pt x="20618" y="19145"/>
                  <a:pt x="20618" y="19145"/>
                </a:cubicBezTo>
                <a:close/>
                <a:moveTo>
                  <a:pt x="3927" y="14236"/>
                </a:moveTo>
                <a:lnTo>
                  <a:pt x="3927" y="19145"/>
                </a:lnTo>
                <a:cubicBezTo>
                  <a:pt x="3927" y="19959"/>
                  <a:pt x="3268" y="20618"/>
                  <a:pt x="2455" y="20618"/>
                </a:cubicBezTo>
                <a:cubicBezTo>
                  <a:pt x="1641" y="20618"/>
                  <a:pt x="982" y="19959"/>
                  <a:pt x="982" y="19145"/>
                </a:cubicBezTo>
                <a:lnTo>
                  <a:pt x="982" y="14236"/>
                </a:lnTo>
                <a:cubicBezTo>
                  <a:pt x="982" y="13424"/>
                  <a:pt x="1641" y="12764"/>
                  <a:pt x="2455" y="12764"/>
                </a:cubicBezTo>
                <a:cubicBezTo>
                  <a:pt x="3268" y="12764"/>
                  <a:pt x="3927" y="13424"/>
                  <a:pt x="3927" y="14236"/>
                </a:cubicBezTo>
                <a:moveTo>
                  <a:pt x="19636" y="11831"/>
                </a:moveTo>
                <a:lnTo>
                  <a:pt x="19636" y="5891"/>
                </a:lnTo>
                <a:cubicBezTo>
                  <a:pt x="19636" y="2638"/>
                  <a:pt x="16999" y="0"/>
                  <a:pt x="13745" y="0"/>
                </a:cubicBezTo>
                <a:lnTo>
                  <a:pt x="7855" y="0"/>
                </a:lnTo>
                <a:cubicBezTo>
                  <a:pt x="4601" y="0"/>
                  <a:pt x="1964" y="2638"/>
                  <a:pt x="1964" y="5891"/>
                </a:cubicBezTo>
                <a:lnTo>
                  <a:pt x="1964" y="11831"/>
                </a:lnTo>
                <a:cubicBezTo>
                  <a:pt x="843" y="12059"/>
                  <a:pt x="0" y="13049"/>
                  <a:pt x="0" y="14236"/>
                </a:cubicBezTo>
                <a:lnTo>
                  <a:pt x="0" y="19145"/>
                </a:lnTo>
                <a:cubicBezTo>
                  <a:pt x="0" y="20501"/>
                  <a:pt x="1099" y="21600"/>
                  <a:pt x="2455" y="21600"/>
                </a:cubicBezTo>
                <a:cubicBezTo>
                  <a:pt x="3810" y="21600"/>
                  <a:pt x="4909" y="20501"/>
                  <a:pt x="4909" y="19145"/>
                </a:cubicBezTo>
                <a:lnTo>
                  <a:pt x="4909" y="14236"/>
                </a:lnTo>
                <a:cubicBezTo>
                  <a:pt x="4909" y="13049"/>
                  <a:pt x="4066" y="12059"/>
                  <a:pt x="2945" y="11831"/>
                </a:cubicBezTo>
                <a:lnTo>
                  <a:pt x="2945" y="5891"/>
                </a:lnTo>
                <a:cubicBezTo>
                  <a:pt x="2945" y="3180"/>
                  <a:pt x="5144" y="982"/>
                  <a:pt x="7855" y="982"/>
                </a:cubicBezTo>
                <a:lnTo>
                  <a:pt x="13745" y="982"/>
                </a:lnTo>
                <a:cubicBezTo>
                  <a:pt x="16457" y="982"/>
                  <a:pt x="18655" y="3180"/>
                  <a:pt x="18655" y="5891"/>
                </a:cubicBezTo>
                <a:lnTo>
                  <a:pt x="18655" y="11831"/>
                </a:lnTo>
                <a:cubicBezTo>
                  <a:pt x="17534" y="12059"/>
                  <a:pt x="16691" y="13049"/>
                  <a:pt x="16691" y="14236"/>
                </a:cubicBezTo>
                <a:lnTo>
                  <a:pt x="16691" y="19145"/>
                </a:lnTo>
                <a:cubicBezTo>
                  <a:pt x="16691" y="20501"/>
                  <a:pt x="17790" y="21600"/>
                  <a:pt x="19145" y="21600"/>
                </a:cubicBezTo>
                <a:cubicBezTo>
                  <a:pt x="20501" y="21600"/>
                  <a:pt x="21600" y="20501"/>
                  <a:pt x="21600" y="19145"/>
                </a:cubicBezTo>
                <a:lnTo>
                  <a:pt x="21600" y="14236"/>
                </a:lnTo>
                <a:cubicBezTo>
                  <a:pt x="21600" y="13049"/>
                  <a:pt x="20757" y="12059"/>
                  <a:pt x="19636" y="11831"/>
                </a:cubicBezTo>
              </a:path>
            </a:pathLst>
          </a:custGeom>
          <a:solidFill>
            <a:schemeClr val="tx1"/>
          </a:solidFill>
          <a:ln w="12700">
            <a:miter lim="400000"/>
          </a:ln>
        </p:spPr>
        <p:txBody>
          <a:bodyPr lIns="14284" tIns="14284" rIns="14284" bIns="14284" anchor="ctr"/>
          <a:lstStyle/>
          <a:p>
            <a:pPr defTabSz="171399" eaLnBrk="1" hangingPunct="1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1125">
              <a:solidFill>
                <a:srgbClr val="FFFFFF"/>
              </a:solidFill>
              <a:effectLst>
                <a:outerShdw blurRad="38100" dist="12700" dir="5400000" rotWithShape="0">
                  <a:srgbClr val="000000">
                    <a:alpha val="50000"/>
                  </a:srgbClr>
                </a:outerShdw>
              </a:effectLst>
              <a:latin typeface="Gill Sans"/>
              <a:ea typeface="Calibri" charset="0"/>
              <a:cs typeface="Calibri" charset="0"/>
              <a:sym typeface="Gill Sans"/>
            </a:endParaRPr>
          </a:p>
        </p:txBody>
      </p:sp>
      <p:sp>
        <p:nvSpPr>
          <p:cNvPr id="54" name="Shape 2691"/>
          <p:cNvSpPr/>
          <p:nvPr userDrawn="1"/>
        </p:nvSpPr>
        <p:spPr>
          <a:xfrm>
            <a:off x="5709376" y="2668393"/>
            <a:ext cx="114300" cy="209550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2600" y="19924"/>
                </a:moveTo>
                <a:lnTo>
                  <a:pt x="12600" y="12476"/>
                </a:lnTo>
                <a:lnTo>
                  <a:pt x="19427" y="16200"/>
                </a:lnTo>
                <a:cubicBezTo>
                  <a:pt x="19427" y="16200"/>
                  <a:pt x="12600" y="19924"/>
                  <a:pt x="12600" y="19924"/>
                </a:cubicBezTo>
                <a:close/>
                <a:moveTo>
                  <a:pt x="12600" y="1676"/>
                </a:moveTo>
                <a:lnTo>
                  <a:pt x="19427" y="5400"/>
                </a:lnTo>
                <a:lnTo>
                  <a:pt x="12600" y="9124"/>
                </a:lnTo>
                <a:cubicBezTo>
                  <a:pt x="12600" y="9124"/>
                  <a:pt x="12600" y="1676"/>
                  <a:pt x="12600" y="1676"/>
                </a:cubicBezTo>
                <a:close/>
                <a:moveTo>
                  <a:pt x="21352" y="15862"/>
                </a:moveTo>
                <a:lnTo>
                  <a:pt x="21337" y="15854"/>
                </a:lnTo>
                <a:cubicBezTo>
                  <a:pt x="21336" y="15853"/>
                  <a:pt x="21335" y="15853"/>
                  <a:pt x="21335" y="15852"/>
                </a:cubicBezTo>
                <a:lnTo>
                  <a:pt x="12600" y="11088"/>
                </a:lnTo>
                <a:lnTo>
                  <a:pt x="12600" y="10512"/>
                </a:lnTo>
                <a:lnTo>
                  <a:pt x="21335" y="5748"/>
                </a:lnTo>
                <a:lnTo>
                  <a:pt x="21336" y="5747"/>
                </a:lnTo>
                <a:lnTo>
                  <a:pt x="21352" y="5739"/>
                </a:lnTo>
                <a:lnTo>
                  <a:pt x="21349" y="5738"/>
                </a:lnTo>
                <a:cubicBezTo>
                  <a:pt x="21503" y="5649"/>
                  <a:pt x="21600" y="5532"/>
                  <a:pt x="21600" y="5400"/>
                </a:cubicBezTo>
                <a:cubicBezTo>
                  <a:pt x="21600" y="5265"/>
                  <a:pt x="21499" y="5142"/>
                  <a:pt x="21336" y="5053"/>
                </a:cubicBezTo>
                <a:lnTo>
                  <a:pt x="12336" y="144"/>
                </a:lnTo>
                <a:cubicBezTo>
                  <a:pt x="12173" y="55"/>
                  <a:pt x="11948" y="0"/>
                  <a:pt x="11700" y="0"/>
                </a:cubicBezTo>
                <a:cubicBezTo>
                  <a:pt x="11203" y="0"/>
                  <a:pt x="10800" y="220"/>
                  <a:pt x="10800" y="491"/>
                </a:cubicBezTo>
                <a:lnTo>
                  <a:pt x="10800" y="10106"/>
                </a:lnTo>
                <a:lnTo>
                  <a:pt x="1552" y="5062"/>
                </a:lnTo>
                <a:lnTo>
                  <a:pt x="1549" y="5063"/>
                </a:lnTo>
                <a:cubicBezTo>
                  <a:pt x="1385" y="4969"/>
                  <a:pt x="1157" y="4909"/>
                  <a:pt x="900" y="4909"/>
                </a:cubicBezTo>
                <a:cubicBezTo>
                  <a:pt x="403" y="4909"/>
                  <a:pt x="0" y="5129"/>
                  <a:pt x="0" y="5400"/>
                </a:cubicBezTo>
                <a:cubicBezTo>
                  <a:pt x="0" y="5532"/>
                  <a:pt x="97" y="5649"/>
                  <a:pt x="251" y="5738"/>
                </a:cubicBezTo>
                <a:lnTo>
                  <a:pt x="248" y="5739"/>
                </a:lnTo>
                <a:lnTo>
                  <a:pt x="264" y="5747"/>
                </a:lnTo>
                <a:lnTo>
                  <a:pt x="264" y="5748"/>
                </a:lnTo>
                <a:lnTo>
                  <a:pt x="9527" y="10800"/>
                </a:lnTo>
                <a:lnTo>
                  <a:pt x="265" y="15852"/>
                </a:lnTo>
                <a:cubicBezTo>
                  <a:pt x="265" y="15853"/>
                  <a:pt x="264" y="15853"/>
                  <a:pt x="263" y="15854"/>
                </a:cubicBezTo>
                <a:lnTo>
                  <a:pt x="248" y="15862"/>
                </a:lnTo>
                <a:lnTo>
                  <a:pt x="251" y="15863"/>
                </a:lnTo>
                <a:cubicBezTo>
                  <a:pt x="97" y="15951"/>
                  <a:pt x="0" y="16069"/>
                  <a:pt x="0" y="16200"/>
                </a:cubicBezTo>
                <a:cubicBezTo>
                  <a:pt x="0" y="16471"/>
                  <a:pt x="403" y="16691"/>
                  <a:pt x="900" y="16691"/>
                </a:cubicBezTo>
                <a:cubicBezTo>
                  <a:pt x="1157" y="16691"/>
                  <a:pt x="1385" y="16631"/>
                  <a:pt x="1549" y="16537"/>
                </a:cubicBezTo>
                <a:lnTo>
                  <a:pt x="1552" y="16539"/>
                </a:lnTo>
                <a:lnTo>
                  <a:pt x="10800" y="11494"/>
                </a:lnTo>
                <a:lnTo>
                  <a:pt x="10800" y="21109"/>
                </a:lnTo>
                <a:cubicBezTo>
                  <a:pt x="10800" y="21380"/>
                  <a:pt x="11203" y="21600"/>
                  <a:pt x="11700" y="21600"/>
                </a:cubicBezTo>
                <a:cubicBezTo>
                  <a:pt x="11948" y="21600"/>
                  <a:pt x="12173" y="21546"/>
                  <a:pt x="12336" y="21456"/>
                </a:cubicBezTo>
                <a:lnTo>
                  <a:pt x="21336" y="16547"/>
                </a:lnTo>
                <a:cubicBezTo>
                  <a:pt x="21499" y="16458"/>
                  <a:pt x="21600" y="16336"/>
                  <a:pt x="21600" y="16200"/>
                </a:cubicBezTo>
                <a:cubicBezTo>
                  <a:pt x="21600" y="16069"/>
                  <a:pt x="21503" y="15951"/>
                  <a:pt x="21349" y="15863"/>
                </a:cubicBezTo>
                <a:cubicBezTo>
                  <a:pt x="21349" y="15863"/>
                  <a:pt x="21352" y="15862"/>
                  <a:pt x="21352" y="15862"/>
                </a:cubicBezTo>
                <a:close/>
              </a:path>
            </a:pathLst>
          </a:custGeom>
          <a:solidFill>
            <a:schemeClr val="tx1"/>
          </a:solidFill>
          <a:ln w="12700">
            <a:miter lim="400000"/>
          </a:ln>
        </p:spPr>
        <p:txBody>
          <a:bodyPr lIns="14284" tIns="14284" rIns="14284" bIns="14284" anchor="ctr"/>
          <a:lstStyle/>
          <a:p>
            <a:pPr defTabSz="171399" eaLnBrk="1" hangingPunct="1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1125">
              <a:solidFill>
                <a:srgbClr val="FFFFFF"/>
              </a:solidFill>
              <a:effectLst>
                <a:outerShdw blurRad="38100" dist="12700" dir="5400000" rotWithShape="0">
                  <a:srgbClr val="000000">
                    <a:alpha val="50000"/>
                  </a:srgbClr>
                </a:outerShdw>
              </a:effectLst>
              <a:latin typeface="Gill Sans"/>
              <a:ea typeface="Calibri" charset="0"/>
              <a:cs typeface="Calibri" charset="0"/>
              <a:sym typeface="Gill Sans"/>
            </a:endParaRPr>
          </a:p>
        </p:txBody>
      </p:sp>
      <p:sp>
        <p:nvSpPr>
          <p:cNvPr id="55" name="Shape 2692"/>
          <p:cNvSpPr/>
          <p:nvPr userDrawn="1"/>
        </p:nvSpPr>
        <p:spPr>
          <a:xfrm>
            <a:off x="6124126" y="1744874"/>
            <a:ext cx="171450" cy="209550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3200" y="16691"/>
                </a:moveTo>
                <a:lnTo>
                  <a:pt x="15600" y="16691"/>
                </a:lnTo>
                <a:lnTo>
                  <a:pt x="15600" y="14727"/>
                </a:lnTo>
                <a:lnTo>
                  <a:pt x="13200" y="14727"/>
                </a:lnTo>
                <a:cubicBezTo>
                  <a:pt x="13200" y="14727"/>
                  <a:pt x="13200" y="16691"/>
                  <a:pt x="13200" y="16691"/>
                </a:cubicBezTo>
                <a:close/>
                <a:moveTo>
                  <a:pt x="9600" y="10800"/>
                </a:moveTo>
                <a:lnTo>
                  <a:pt x="12000" y="10800"/>
                </a:lnTo>
                <a:lnTo>
                  <a:pt x="12000" y="8836"/>
                </a:lnTo>
                <a:lnTo>
                  <a:pt x="9600" y="8836"/>
                </a:lnTo>
                <a:cubicBezTo>
                  <a:pt x="9600" y="8836"/>
                  <a:pt x="9600" y="10800"/>
                  <a:pt x="9600" y="10800"/>
                </a:cubicBezTo>
                <a:close/>
                <a:moveTo>
                  <a:pt x="13200" y="19636"/>
                </a:moveTo>
                <a:lnTo>
                  <a:pt x="15600" y="19636"/>
                </a:lnTo>
                <a:lnTo>
                  <a:pt x="15600" y="17673"/>
                </a:lnTo>
                <a:lnTo>
                  <a:pt x="13200" y="17673"/>
                </a:lnTo>
                <a:cubicBezTo>
                  <a:pt x="13200" y="17673"/>
                  <a:pt x="13200" y="19636"/>
                  <a:pt x="13200" y="19636"/>
                </a:cubicBezTo>
                <a:close/>
                <a:moveTo>
                  <a:pt x="13200" y="13745"/>
                </a:moveTo>
                <a:lnTo>
                  <a:pt x="15600" y="13745"/>
                </a:lnTo>
                <a:lnTo>
                  <a:pt x="15600" y="11782"/>
                </a:lnTo>
                <a:lnTo>
                  <a:pt x="13200" y="11782"/>
                </a:lnTo>
                <a:cubicBezTo>
                  <a:pt x="13200" y="11782"/>
                  <a:pt x="13200" y="13745"/>
                  <a:pt x="13200" y="13745"/>
                </a:cubicBezTo>
                <a:close/>
                <a:moveTo>
                  <a:pt x="16800" y="10800"/>
                </a:moveTo>
                <a:lnTo>
                  <a:pt x="19200" y="10800"/>
                </a:lnTo>
                <a:lnTo>
                  <a:pt x="19200" y="8836"/>
                </a:lnTo>
                <a:lnTo>
                  <a:pt x="16800" y="8836"/>
                </a:lnTo>
                <a:cubicBezTo>
                  <a:pt x="16800" y="8836"/>
                  <a:pt x="16800" y="10800"/>
                  <a:pt x="16800" y="10800"/>
                </a:cubicBezTo>
                <a:close/>
                <a:moveTo>
                  <a:pt x="20400" y="19636"/>
                </a:moveTo>
                <a:cubicBezTo>
                  <a:pt x="20400" y="20178"/>
                  <a:pt x="19862" y="20618"/>
                  <a:pt x="19200" y="20618"/>
                </a:cubicBezTo>
                <a:lnTo>
                  <a:pt x="2400" y="20618"/>
                </a:lnTo>
                <a:cubicBezTo>
                  <a:pt x="1738" y="20618"/>
                  <a:pt x="1200" y="20178"/>
                  <a:pt x="1200" y="19636"/>
                </a:cubicBezTo>
                <a:lnTo>
                  <a:pt x="1200" y="1964"/>
                </a:lnTo>
                <a:cubicBezTo>
                  <a:pt x="1200" y="1422"/>
                  <a:pt x="1738" y="982"/>
                  <a:pt x="2400" y="982"/>
                </a:cubicBezTo>
                <a:lnTo>
                  <a:pt x="19200" y="982"/>
                </a:lnTo>
                <a:cubicBezTo>
                  <a:pt x="19862" y="982"/>
                  <a:pt x="20400" y="1422"/>
                  <a:pt x="20400" y="1964"/>
                </a:cubicBezTo>
                <a:cubicBezTo>
                  <a:pt x="20400" y="1964"/>
                  <a:pt x="20400" y="19636"/>
                  <a:pt x="20400" y="19636"/>
                </a:cubicBezTo>
                <a:close/>
                <a:moveTo>
                  <a:pt x="19200" y="0"/>
                </a:moveTo>
                <a:lnTo>
                  <a:pt x="2400" y="0"/>
                </a:lnTo>
                <a:cubicBezTo>
                  <a:pt x="1075" y="0"/>
                  <a:pt x="0" y="879"/>
                  <a:pt x="0" y="1964"/>
                </a:cubicBezTo>
                <a:lnTo>
                  <a:pt x="0" y="19636"/>
                </a:lnTo>
                <a:cubicBezTo>
                  <a:pt x="0" y="20721"/>
                  <a:pt x="1075" y="21600"/>
                  <a:pt x="2400" y="21600"/>
                </a:cubicBezTo>
                <a:lnTo>
                  <a:pt x="19200" y="21600"/>
                </a:lnTo>
                <a:cubicBezTo>
                  <a:pt x="20525" y="21600"/>
                  <a:pt x="21600" y="20721"/>
                  <a:pt x="21600" y="19636"/>
                </a:cubicBezTo>
                <a:lnTo>
                  <a:pt x="21600" y="1964"/>
                </a:lnTo>
                <a:cubicBezTo>
                  <a:pt x="21600" y="879"/>
                  <a:pt x="20525" y="0"/>
                  <a:pt x="19200" y="0"/>
                </a:cubicBezTo>
                <a:moveTo>
                  <a:pt x="13200" y="10800"/>
                </a:moveTo>
                <a:lnTo>
                  <a:pt x="15600" y="10800"/>
                </a:lnTo>
                <a:lnTo>
                  <a:pt x="15600" y="8836"/>
                </a:lnTo>
                <a:lnTo>
                  <a:pt x="13200" y="8836"/>
                </a:lnTo>
                <a:cubicBezTo>
                  <a:pt x="13200" y="8836"/>
                  <a:pt x="13200" y="10800"/>
                  <a:pt x="13200" y="10800"/>
                </a:cubicBezTo>
                <a:close/>
                <a:moveTo>
                  <a:pt x="3600" y="2945"/>
                </a:moveTo>
                <a:lnTo>
                  <a:pt x="18000" y="2945"/>
                </a:lnTo>
                <a:lnTo>
                  <a:pt x="18000" y="6873"/>
                </a:lnTo>
                <a:lnTo>
                  <a:pt x="3600" y="6873"/>
                </a:lnTo>
                <a:cubicBezTo>
                  <a:pt x="3600" y="6873"/>
                  <a:pt x="3600" y="2945"/>
                  <a:pt x="3600" y="2945"/>
                </a:cubicBezTo>
                <a:close/>
                <a:moveTo>
                  <a:pt x="2400" y="7855"/>
                </a:moveTo>
                <a:lnTo>
                  <a:pt x="19200" y="7855"/>
                </a:lnTo>
                <a:lnTo>
                  <a:pt x="19200" y="1964"/>
                </a:lnTo>
                <a:lnTo>
                  <a:pt x="2400" y="1964"/>
                </a:lnTo>
                <a:cubicBezTo>
                  <a:pt x="2400" y="1964"/>
                  <a:pt x="2400" y="7855"/>
                  <a:pt x="2400" y="7855"/>
                </a:cubicBezTo>
                <a:close/>
                <a:moveTo>
                  <a:pt x="9600" y="13745"/>
                </a:moveTo>
                <a:lnTo>
                  <a:pt x="12000" y="13745"/>
                </a:lnTo>
                <a:lnTo>
                  <a:pt x="12000" y="11782"/>
                </a:lnTo>
                <a:lnTo>
                  <a:pt x="9600" y="11782"/>
                </a:lnTo>
                <a:cubicBezTo>
                  <a:pt x="9600" y="11782"/>
                  <a:pt x="9600" y="13745"/>
                  <a:pt x="9600" y="13745"/>
                </a:cubicBezTo>
                <a:close/>
                <a:moveTo>
                  <a:pt x="16800" y="19636"/>
                </a:moveTo>
                <a:lnTo>
                  <a:pt x="19200" y="19636"/>
                </a:lnTo>
                <a:lnTo>
                  <a:pt x="19200" y="11782"/>
                </a:lnTo>
                <a:lnTo>
                  <a:pt x="16800" y="11782"/>
                </a:lnTo>
                <a:cubicBezTo>
                  <a:pt x="16800" y="11782"/>
                  <a:pt x="16800" y="19636"/>
                  <a:pt x="16800" y="19636"/>
                </a:cubicBezTo>
                <a:close/>
                <a:moveTo>
                  <a:pt x="2400" y="16691"/>
                </a:moveTo>
                <a:lnTo>
                  <a:pt x="4800" y="16691"/>
                </a:lnTo>
                <a:lnTo>
                  <a:pt x="4800" y="14727"/>
                </a:lnTo>
                <a:lnTo>
                  <a:pt x="2400" y="14727"/>
                </a:lnTo>
                <a:cubicBezTo>
                  <a:pt x="2400" y="14727"/>
                  <a:pt x="2400" y="16691"/>
                  <a:pt x="2400" y="16691"/>
                </a:cubicBezTo>
                <a:close/>
                <a:moveTo>
                  <a:pt x="2400" y="10800"/>
                </a:moveTo>
                <a:lnTo>
                  <a:pt x="4800" y="10800"/>
                </a:lnTo>
                <a:lnTo>
                  <a:pt x="4800" y="8836"/>
                </a:lnTo>
                <a:lnTo>
                  <a:pt x="2400" y="8836"/>
                </a:lnTo>
                <a:cubicBezTo>
                  <a:pt x="2400" y="8836"/>
                  <a:pt x="2400" y="10800"/>
                  <a:pt x="2400" y="10800"/>
                </a:cubicBezTo>
                <a:close/>
                <a:moveTo>
                  <a:pt x="2400" y="19636"/>
                </a:moveTo>
                <a:lnTo>
                  <a:pt x="4800" y="19636"/>
                </a:lnTo>
                <a:lnTo>
                  <a:pt x="4800" y="17673"/>
                </a:lnTo>
                <a:lnTo>
                  <a:pt x="2400" y="17673"/>
                </a:lnTo>
                <a:cubicBezTo>
                  <a:pt x="2400" y="17673"/>
                  <a:pt x="2400" y="19636"/>
                  <a:pt x="2400" y="19636"/>
                </a:cubicBezTo>
                <a:close/>
                <a:moveTo>
                  <a:pt x="2400" y="13745"/>
                </a:moveTo>
                <a:lnTo>
                  <a:pt x="4800" y="13745"/>
                </a:lnTo>
                <a:lnTo>
                  <a:pt x="4800" y="11782"/>
                </a:lnTo>
                <a:lnTo>
                  <a:pt x="2400" y="11782"/>
                </a:lnTo>
                <a:cubicBezTo>
                  <a:pt x="2400" y="11782"/>
                  <a:pt x="2400" y="13745"/>
                  <a:pt x="2400" y="13745"/>
                </a:cubicBezTo>
                <a:close/>
                <a:moveTo>
                  <a:pt x="9600" y="16691"/>
                </a:moveTo>
                <a:lnTo>
                  <a:pt x="12000" y="16691"/>
                </a:lnTo>
                <a:lnTo>
                  <a:pt x="12000" y="14727"/>
                </a:lnTo>
                <a:lnTo>
                  <a:pt x="9600" y="14727"/>
                </a:lnTo>
                <a:cubicBezTo>
                  <a:pt x="9600" y="14727"/>
                  <a:pt x="9600" y="16691"/>
                  <a:pt x="9600" y="16691"/>
                </a:cubicBezTo>
                <a:close/>
                <a:moveTo>
                  <a:pt x="6000" y="19636"/>
                </a:moveTo>
                <a:lnTo>
                  <a:pt x="8400" y="19636"/>
                </a:lnTo>
                <a:lnTo>
                  <a:pt x="8400" y="17673"/>
                </a:lnTo>
                <a:lnTo>
                  <a:pt x="6000" y="17673"/>
                </a:lnTo>
                <a:cubicBezTo>
                  <a:pt x="6000" y="17673"/>
                  <a:pt x="6000" y="19636"/>
                  <a:pt x="6000" y="19636"/>
                </a:cubicBezTo>
                <a:close/>
                <a:moveTo>
                  <a:pt x="9600" y="19636"/>
                </a:moveTo>
                <a:lnTo>
                  <a:pt x="12000" y="19636"/>
                </a:lnTo>
                <a:lnTo>
                  <a:pt x="12000" y="17673"/>
                </a:lnTo>
                <a:lnTo>
                  <a:pt x="9600" y="17673"/>
                </a:lnTo>
                <a:cubicBezTo>
                  <a:pt x="9600" y="17673"/>
                  <a:pt x="9600" y="19636"/>
                  <a:pt x="9600" y="19636"/>
                </a:cubicBezTo>
                <a:close/>
                <a:moveTo>
                  <a:pt x="6000" y="16691"/>
                </a:moveTo>
                <a:lnTo>
                  <a:pt x="8400" y="16691"/>
                </a:lnTo>
                <a:lnTo>
                  <a:pt x="8400" y="14727"/>
                </a:lnTo>
                <a:lnTo>
                  <a:pt x="6000" y="14727"/>
                </a:lnTo>
                <a:cubicBezTo>
                  <a:pt x="6000" y="14727"/>
                  <a:pt x="6000" y="16691"/>
                  <a:pt x="6000" y="16691"/>
                </a:cubicBezTo>
                <a:close/>
                <a:moveTo>
                  <a:pt x="6000" y="13745"/>
                </a:moveTo>
                <a:lnTo>
                  <a:pt x="8400" y="13745"/>
                </a:lnTo>
                <a:lnTo>
                  <a:pt x="8400" y="11782"/>
                </a:lnTo>
                <a:lnTo>
                  <a:pt x="6000" y="11782"/>
                </a:lnTo>
                <a:cubicBezTo>
                  <a:pt x="6000" y="11782"/>
                  <a:pt x="6000" y="13745"/>
                  <a:pt x="6000" y="13745"/>
                </a:cubicBezTo>
                <a:close/>
                <a:moveTo>
                  <a:pt x="6000" y="10800"/>
                </a:moveTo>
                <a:lnTo>
                  <a:pt x="8400" y="10800"/>
                </a:lnTo>
                <a:lnTo>
                  <a:pt x="8400" y="8836"/>
                </a:lnTo>
                <a:lnTo>
                  <a:pt x="6000" y="8836"/>
                </a:lnTo>
                <a:cubicBezTo>
                  <a:pt x="6000" y="8836"/>
                  <a:pt x="6000" y="10800"/>
                  <a:pt x="6000" y="10800"/>
                </a:cubicBezTo>
                <a:close/>
              </a:path>
            </a:pathLst>
          </a:custGeom>
          <a:solidFill>
            <a:schemeClr val="tx1"/>
          </a:solidFill>
          <a:ln w="12700">
            <a:miter lim="400000"/>
          </a:ln>
        </p:spPr>
        <p:txBody>
          <a:bodyPr lIns="14284" tIns="14284" rIns="14284" bIns="14284" anchor="ctr"/>
          <a:lstStyle/>
          <a:p>
            <a:pPr defTabSz="171399" eaLnBrk="1" hangingPunct="1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1125">
              <a:solidFill>
                <a:srgbClr val="FFFFFF"/>
              </a:solidFill>
              <a:effectLst>
                <a:outerShdw blurRad="38100" dist="12700" dir="5400000" rotWithShape="0">
                  <a:srgbClr val="000000">
                    <a:alpha val="50000"/>
                  </a:srgbClr>
                </a:outerShdw>
              </a:effectLst>
              <a:latin typeface="Gill Sans"/>
              <a:ea typeface="Calibri" charset="0"/>
              <a:cs typeface="Calibri" charset="0"/>
              <a:sym typeface="Gill Sans"/>
            </a:endParaRPr>
          </a:p>
        </p:txBody>
      </p:sp>
      <p:sp>
        <p:nvSpPr>
          <p:cNvPr id="56" name="Shape 2696"/>
          <p:cNvSpPr/>
          <p:nvPr userDrawn="1"/>
        </p:nvSpPr>
        <p:spPr>
          <a:xfrm>
            <a:off x="4793445" y="3143769"/>
            <a:ext cx="209550" cy="209550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2764" y="19636"/>
                </a:moveTo>
                <a:cubicBezTo>
                  <a:pt x="12764" y="20178"/>
                  <a:pt x="12324" y="20618"/>
                  <a:pt x="11782" y="20618"/>
                </a:cubicBezTo>
                <a:lnTo>
                  <a:pt x="9818" y="20618"/>
                </a:lnTo>
                <a:cubicBezTo>
                  <a:pt x="9276" y="20618"/>
                  <a:pt x="8836" y="20178"/>
                  <a:pt x="8836" y="19636"/>
                </a:cubicBezTo>
                <a:lnTo>
                  <a:pt x="8836" y="17673"/>
                </a:lnTo>
                <a:cubicBezTo>
                  <a:pt x="8836" y="17131"/>
                  <a:pt x="9276" y="16691"/>
                  <a:pt x="9818" y="16691"/>
                </a:cubicBezTo>
                <a:lnTo>
                  <a:pt x="11782" y="16691"/>
                </a:lnTo>
                <a:cubicBezTo>
                  <a:pt x="12324" y="16691"/>
                  <a:pt x="12764" y="17131"/>
                  <a:pt x="12764" y="17673"/>
                </a:cubicBezTo>
                <a:cubicBezTo>
                  <a:pt x="12764" y="17673"/>
                  <a:pt x="12764" y="19636"/>
                  <a:pt x="12764" y="19636"/>
                </a:cubicBezTo>
                <a:close/>
                <a:moveTo>
                  <a:pt x="11782" y="15709"/>
                </a:moveTo>
                <a:lnTo>
                  <a:pt x="9818" y="15709"/>
                </a:lnTo>
                <a:cubicBezTo>
                  <a:pt x="8734" y="15709"/>
                  <a:pt x="7855" y="16588"/>
                  <a:pt x="7855" y="17673"/>
                </a:cubicBezTo>
                <a:lnTo>
                  <a:pt x="7855" y="19636"/>
                </a:lnTo>
                <a:cubicBezTo>
                  <a:pt x="7855" y="20721"/>
                  <a:pt x="8734" y="21600"/>
                  <a:pt x="9818" y="21600"/>
                </a:cubicBezTo>
                <a:lnTo>
                  <a:pt x="11782" y="21600"/>
                </a:lnTo>
                <a:cubicBezTo>
                  <a:pt x="12866" y="21600"/>
                  <a:pt x="13745" y="20721"/>
                  <a:pt x="13745" y="19636"/>
                </a:cubicBezTo>
                <a:lnTo>
                  <a:pt x="13745" y="17673"/>
                </a:lnTo>
                <a:cubicBezTo>
                  <a:pt x="13745" y="16588"/>
                  <a:pt x="12866" y="15709"/>
                  <a:pt x="11782" y="15709"/>
                </a:cubicBezTo>
                <a:moveTo>
                  <a:pt x="20618" y="19636"/>
                </a:moveTo>
                <a:cubicBezTo>
                  <a:pt x="20618" y="20178"/>
                  <a:pt x="20178" y="20618"/>
                  <a:pt x="19636" y="20618"/>
                </a:cubicBezTo>
                <a:lnTo>
                  <a:pt x="17673" y="20618"/>
                </a:lnTo>
                <a:cubicBezTo>
                  <a:pt x="17131" y="20618"/>
                  <a:pt x="16691" y="20178"/>
                  <a:pt x="16691" y="19636"/>
                </a:cubicBezTo>
                <a:lnTo>
                  <a:pt x="16691" y="17673"/>
                </a:lnTo>
                <a:cubicBezTo>
                  <a:pt x="16691" y="17131"/>
                  <a:pt x="17131" y="16691"/>
                  <a:pt x="17673" y="16691"/>
                </a:cubicBezTo>
                <a:lnTo>
                  <a:pt x="19636" y="16691"/>
                </a:lnTo>
                <a:cubicBezTo>
                  <a:pt x="20178" y="16691"/>
                  <a:pt x="20618" y="17131"/>
                  <a:pt x="20618" y="17673"/>
                </a:cubicBezTo>
                <a:cubicBezTo>
                  <a:pt x="20618" y="17673"/>
                  <a:pt x="20618" y="19636"/>
                  <a:pt x="20618" y="19636"/>
                </a:cubicBezTo>
                <a:close/>
                <a:moveTo>
                  <a:pt x="19636" y="15709"/>
                </a:moveTo>
                <a:lnTo>
                  <a:pt x="17673" y="15709"/>
                </a:lnTo>
                <a:cubicBezTo>
                  <a:pt x="16588" y="15709"/>
                  <a:pt x="15709" y="16588"/>
                  <a:pt x="15709" y="17673"/>
                </a:cubicBezTo>
                <a:lnTo>
                  <a:pt x="15709" y="19636"/>
                </a:lnTo>
                <a:cubicBezTo>
                  <a:pt x="15709" y="20721"/>
                  <a:pt x="16588" y="21600"/>
                  <a:pt x="17673" y="21600"/>
                </a:cubicBezTo>
                <a:lnTo>
                  <a:pt x="19636" y="21600"/>
                </a:lnTo>
                <a:cubicBezTo>
                  <a:pt x="20721" y="21600"/>
                  <a:pt x="21600" y="20721"/>
                  <a:pt x="21600" y="19636"/>
                </a:cubicBezTo>
                <a:lnTo>
                  <a:pt x="21600" y="17673"/>
                </a:lnTo>
                <a:cubicBezTo>
                  <a:pt x="21600" y="16588"/>
                  <a:pt x="20721" y="15709"/>
                  <a:pt x="19636" y="15709"/>
                </a:cubicBezTo>
                <a:moveTo>
                  <a:pt x="4909" y="19636"/>
                </a:moveTo>
                <a:cubicBezTo>
                  <a:pt x="4909" y="20178"/>
                  <a:pt x="4469" y="20618"/>
                  <a:pt x="3927" y="20618"/>
                </a:cubicBezTo>
                <a:lnTo>
                  <a:pt x="1964" y="20618"/>
                </a:lnTo>
                <a:cubicBezTo>
                  <a:pt x="1422" y="20618"/>
                  <a:pt x="982" y="20178"/>
                  <a:pt x="982" y="19636"/>
                </a:cubicBezTo>
                <a:lnTo>
                  <a:pt x="982" y="17673"/>
                </a:lnTo>
                <a:cubicBezTo>
                  <a:pt x="982" y="17131"/>
                  <a:pt x="1422" y="16691"/>
                  <a:pt x="1964" y="16691"/>
                </a:cubicBezTo>
                <a:lnTo>
                  <a:pt x="3927" y="16691"/>
                </a:lnTo>
                <a:cubicBezTo>
                  <a:pt x="4469" y="16691"/>
                  <a:pt x="4909" y="17131"/>
                  <a:pt x="4909" y="17673"/>
                </a:cubicBezTo>
                <a:cubicBezTo>
                  <a:pt x="4909" y="17673"/>
                  <a:pt x="4909" y="19636"/>
                  <a:pt x="4909" y="19636"/>
                </a:cubicBezTo>
                <a:close/>
                <a:moveTo>
                  <a:pt x="3927" y="15709"/>
                </a:moveTo>
                <a:lnTo>
                  <a:pt x="1964" y="15709"/>
                </a:lnTo>
                <a:cubicBezTo>
                  <a:pt x="879" y="15709"/>
                  <a:pt x="0" y="16588"/>
                  <a:pt x="0" y="17673"/>
                </a:cubicBezTo>
                <a:lnTo>
                  <a:pt x="0" y="19636"/>
                </a:lnTo>
                <a:cubicBezTo>
                  <a:pt x="0" y="20721"/>
                  <a:pt x="879" y="21600"/>
                  <a:pt x="1964" y="21600"/>
                </a:cubicBezTo>
                <a:lnTo>
                  <a:pt x="3927" y="21600"/>
                </a:lnTo>
                <a:cubicBezTo>
                  <a:pt x="5012" y="21600"/>
                  <a:pt x="5891" y="20721"/>
                  <a:pt x="5891" y="19636"/>
                </a:cubicBezTo>
                <a:lnTo>
                  <a:pt x="5891" y="17673"/>
                </a:lnTo>
                <a:cubicBezTo>
                  <a:pt x="5891" y="16588"/>
                  <a:pt x="5012" y="15709"/>
                  <a:pt x="3927" y="15709"/>
                </a:cubicBezTo>
                <a:moveTo>
                  <a:pt x="2945" y="14727"/>
                </a:moveTo>
                <a:cubicBezTo>
                  <a:pt x="3217" y="14727"/>
                  <a:pt x="3436" y="14507"/>
                  <a:pt x="3436" y="14236"/>
                </a:cubicBezTo>
                <a:lnTo>
                  <a:pt x="3436" y="10800"/>
                </a:lnTo>
                <a:lnTo>
                  <a:pt x="10309" y="10800"/>
                </a:lnTo>
                <a:lnTo>
                  <a:pt x="10309" y="14236"/>
                </a:lnTo>
                <a:cubicBezTo>
                  <a:pt x="10309" y="14507"/>
                  <a:pt x="10529" y="14727"/>
                  <a:pt x="10800" y="14727"/>
                </a:cubicBezTo>
                <a:cubicBezTo>
                  <a:pt x="11071" y="14727"/>
                  <a:pt x="11291" y="14507"/>
                  <a:pt x="11291" y="14236"/>
                </a:cubicBezTo>
                <a:lnTo>
                  <a:pt x="11291" y="10800"/>
                </a:lnTo>
                <a:lnTo>
                  <a:pt x="18164" y="10800"/>
                </a:lnTo>
                <a:lnTo>
                  <a:pt x="18164" y="14236"/>
                </a:lnTo>
                <a:cubicBezTo>
                  <a:pt x="18164" y="14507"/>
                  <a:pt x="18384" y="14727"/>
                  <a:pt x="18655" y="14727"/>
                </a:cubicBezTo>
                <a:cubicBezTo>
                  <a:pt x="18926" y="14727"/>
                  <a:pt x="19145" y="14507"/>
                  <a:pt x="19145" y="14236"/>
                </a:cubicBezTo>
                <a:lnTo>
                  <a:pt x="19145" y="10309"/>
                </a:lnTo>
                <a:cubicBezTo>
                  <a:pt x="19145" y="10038"/>
                  <a:pt x="18926" y="9818"/>
                  <a:pt x="18655" y="9818"/>
                </a:cubicBezTo>
                <a:lnTo>
                  <a:pt x="11291" y="9818"/>
                </a:lnTo>
                <a:lnTo>
                  <a:pt x="11291" y="7364"/>
                </a:lnTo>
                <a:cubicBezTo>
                  <a:pt x="11291" y="7093"/>
                  <a:pt x="11071" y="6873"/>
                  <a:pt x="10800" y="6873"/>
                </a:cubicBezTo>
                <a:cubicBezTo>
                  <a:pt x="10529" y="6873"/>
                  <a:pt x="10309" y="7093"/>
                  <a:pt x="10309" y="7364"/>
                </a:cubicBezTo>
                <a:lnTo>
                  <a:pt x="10309" y="9818"/>
                </a:lnTo>
                <a:lnTo>
                  <a:pt x="2945" y="9818"/>
                </a:lnTo>
                <a:cubicBezTo>
                  <a:pt x="2674" y="9818"/>
                  <a:pt x="2455" y="10038"/>
                  <a:pt x="2455" y="10309"/>
                </a:cubicBezTo>
                <a:lnTo>
                  <a:pt x="2455" y="14236"/>
                </a:lnTo>
                <a:cubicBezTo>
                  <a:pt x="2455" y="14507"/>
                  <a:pt x="2674" y="14727"/>
                  <a:pt x="2945" y="14727"/>
                </a:cubicBezTo>
                <a:moveTo>
                  <a:pt x="8836" y="1964"/>
                </a:moveTo>
                <a:cubicBezTo>
                  <a:pt x="8836" y="1422"/>
                  <a:pt x="9276" y="982"/>
                  <a:pt x="9818" y="982"/>
                </a:cubicBezTo>
                <a:lnTo>
                  <a:pt x="11782" y="982"/>
                </a:lnTo>
                <a:cubicBezTo>
                  <a:pt x="12324" y="982"/>
                  <a:pt x="12764" y="1422"/>
                  <a:pt x="12764" y="1964"/>
                </a:cubicBezTo>
                <a:lnTo>
                  <a:pt x="12764" y="3927"/>
                </a:lnTo>
                <a:cubicBezTo>
                  <a:pt x="12764" y="4469"/>
                  <a:pt x="12324" y="4909"/>
                  <a:pt x="11782" y="4909"/>
                </a:cubicBezTo>
                <a:lnTo>
                  <a:pt x="9818" y="4909"/>
                </a:lnTo>
                <a:cubicBezTo>
                  <a:pt x="9276" y="4909"/>
                  <a:pt x="8836" y="4469"/>
                  <a:pt x="8836" y="3927"/>
                </a:cubicBezTo>
                <a:cubicBezTo>
                  <a:pt x="8836" y="3927"/>
                  <a:pt x="8836" y="1964"/>
                  <a:pt x="8836" y="1964"/>
                </a:cubicBezTo>
                <a:close/>
                <a:moveTo>
                  <a:pt x="9818" y="5891"/>
                </a:moveTo>
                <a:lnTo>
                  <a:pt x="11782" y="5891"/>
                </a:lnTo>
                <a:cubicBezTo>
                  <a:pt x="12866" y="5891"/>
                  <a:pt x="13745" y="5012"/>
                  <a:pt x="13745" y="3927"/>
                </a:cubicBezTo>
                <a:lnTo>
                  <a:pt x="13745" y="1964"/>
                </a:lnTo>
                <a:cubicBezTo>
                  <a:pt x="13745" y="879"/>
                  <a:pt x="12866" y="0"/>
                  <a:pt x="11782" y="0"/>
                </a:cubicBezTo>
                <a:lnTo>
                  <a:pt x="9818" y="0"/>
                </a:lnTo>
                <a:cubicBezTo>
                  <a:pt x="8734" y="0"/>
                  <a:pt x="7855" y="879"/>
                  <a:pt x="7855" y="1964"/>
                </a:cubicBezTo>
                <a:lnTo>
                  <a:pt x="7855" y="3927"/>
                </a:lnTo>
                <a:cubicBezTo>
                  <a:pt x="7855" y="5012"/>
                  <a:pt x="8734" y="5891"/>
                  <a:pt x="9818" y="5891"/>
                </a:cubicBezTo>
              </a:path>
            </a:pathLst>
          </a:custGeom>
          <a:solidFill>
            <a:schemeClr val="tx1"/>
          </a:solidFill>
          <a:ln w="12700">
            <a:miter lim="400000"/>
          </a:ln>
        </p:spPr>
        <p:txBody>
          <a:bodyPr lIns="14284" tIns="14284" rIns="14284" bIns="14284" anchor="ctr"/>
          <a:lstStyle/>
          <a:p>
            <a:pPr defTabSz="171399" eaLnBrk="1" hangingPunct="1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1125">
              <a:solidFill>
                <a:srgbClr val="FFFFFF"/>
              </a:solidFill>
              <a:effectLst>
                <a:outerShdw blurRad="38100" dist="12700" dir="5400000" rotWithShape="0">
                  <a:srgbClr val="000000">
                    <a:alpha val="50000"/>
                  </a:srgbClr>
                </a:outerShdw>
              </a:effectLst>
              <a:latin typeface="Gill Sans"/>
              <a:ea typeface="Calibri" charset="0"/>
              <a:cs typeface="Calibri" charset="0"/>
              <a:sym typeface="Gill Sans"/>
            </a:endParaRPr>
          </a:p>
        </p:txBody>
      </p:sp>
      <p:sp>
        <p:nvSpPr>
          <p:cNvPr id="57" name="Shape 2701"/>
          <p:cNvSpPr/>
          <p:nvPr userDrawn="1"/>
        </p:nvSpPr>
        <p:spPr>
          <a:xfrm>
            <a:off x="6111884" y="2725543"/>
            <a:ext cx="209550" cy="95250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6724" y="15100"/>
                </a:moveTo>
                <a:lnTo>
                  <a:pt x="17582" y="15100"/>
                </a:lnTo>
                <a:lnTo>
                  <a:pt x="17582" y="8844"/>
                </a:lnTo>
                <a:lnTo>
                  <a:pt x="16724" y="8844"/>
                </a:lnTo>
                <a:cubicBezTo>
                  <a:pt x="16724" y="8844"/>
                  <a:pt x="16724" y="15100"/>
                  <a:pt x="16724" y="15100"/>
                </a:cubicBezTo>
                <a:close/>
                <a:moveTo>
                  <a:pt x="13336" y="15100"/>
                </a:moveTo>
                <a:lnTo>
                  <a:pt x="14199" y="15100"/>
                </a:lnTo>
                <a:lnTo>
                  <a:pt x="14199" y="11633"/>
                </a:lnTo>
                <a:lnTo>
                  <a:pt x="15565" y="11633"/>
                </a:lnTo>
                <a:lnTo>
                  <a:pt x="15565" y="10047"/>
                </a:lnTo>
                <a:lnTo>
                  <a:pt x="14199" y="10047"/>
                </a:lnTo>
                <a:lnTo>
                  <a:pt x="14199" y="8077"/>
                </a:lnTo>
                <a:lnTo>
                  <a:pt x="15661" y="8077"/>
                </a:lnTo>
                <a:lnTo>
                  <a:pt x="15661" y="6478"/>
                </a:lnTo>
                <a:lnTo>
                  <a:pt x="13336" y="6478"/>
                </a:lnTo>
                <a:cubicBezTo>
                  <a:pt x="13336" y="6478"/>
                  <a:pt x="13336" y="15100"/>
                  <a:pt x="13336" y="15100"/>
                </a:cubicBezTo>
                <a:close/>
                <a:moveTo>
                  <a:pt x="20618" y="12960"/>
                </a:moveTo>
                <a:cubicBezTo>
                  <a:pt x="20618" y="16538"/>
                  <a:pt x="19299" y="19440"/>
                  <a:pt x="17673" y="19440"/>
                </a:cubicBezTo>
                <a:lnTo>
                  <a:pt x="7855" y="19440"/>
                </a:lnTo>
                <a:cubicBezTo>
                  <a:pt x="9481" y="19440"/>
                  <a:pt x="10800" y="16538"/>
                  <a:pt x="10800" y="12960"/>
                </a:cubicBezTo>
                <a:lnTo>
                  <a:pt x="10800" y="8640"/>
                </a:lnTo>
                <a:cubicBezTo>
                  <a:pt x="10800" y="5062"/>
                  <a:pt x="12119" y="2160"/>
                  <a:pt x="13745" y="2160"/>
                </a:cubicBezTo>
                <a:lnTo>
                  <a:pt x="17673" y="2160"/>
                </a:lnTo>
                <a:cubicBezTo>
                  <a:pt x="19299" y="2160"/>
                  <a:pt x="20618" y="5062"/>
                  <a:pt x="20618" y="8640"/>
                </a:cubicBezTo>
                <a:cubicBezTo>
                  <a:pt x="20618" y="8640"/>
                  <a:pt x="20618" y="12960"/>
                  <a:pt x="20618" y="12960"/>
                </a:cubicBezTo>
                <a:close/>
                <a:moveTo>
                  <a:pt x="6607" y="15121"/>
                </a:moveTo>
                <a:lnTo>
                  <a:pt x="5673" y="15121"/>
                </a:lnTo>
                <a:lnTo>
                  <a:pt x="5350" y="11399"/>
                </a:lnTo>
                <a:cubicBezTo>
                  <a:pt x="5276" y="10527"/>
                  <a:pt x="5214" y="9718"/>
                  <a:pt x="5169" y="8730"/>
                </a:cubicBezTo>
                <a:lnTo>
                  <a:pt x="5157" y="8730"/>
                </a:lnTo>
                <a:cubicBezTo>
                  <a:pt x="5090" y="9705"/>
                  <a:pt x="5028" y="10527"/>
                  <a:pt x="4937" y="11399"/>
                </a:cubicBezTo>
                <a:lnTo>
                  <a:pt x="4574" y="15121"/>
                </a:lnTo>
                <a:lnTo>
                  <a:pt x="3629" y="15121"/>
                </a:lnTo>
                <a:lnTo>
                  <a:pt x="2723" y="6471"/>
                </a:lnTo>
                <a:lnTo>
                  <a:pt x="3646" y="6471"/>
                </a:lnTo>
                <a:lnTo>
                  <a:pt x="3935" y="10039"/>
                </a:lnTo>
                <a:cubicBezTo>
                  <a:pt x="4020" y="11066"/>
                  <a:pt x="4099" y="12182"/>
                  <a:pt x="4161" y="13055"/>
                </a:cubicBezTo>
                <a:lnTo>
                  <a:pt x="4172" y="13055"/>
                </a:lnTo>
                <a:cubicBezTo>
                  <a:pt x="4235" y="12118"/>
                  <a:pt x="4325" y="11078"/>
                  <a:pt x="4422" y="10013"/>
                </a:cubicBezTo>
                <a:lnTo>
                  <a:pt x="4744" y="6471"/>
                </a:lnTo>
                <a:lnTo>
                  <a:pt x="5662" y="6471"/>
                </a:lnTo>
                <a:lnTo>
                  <a:pt x="5967" y="10117"/>
                </a:lnTo>
                <a:cubicBezTo>
                  <a:pt x="6052" y="11130"/>
                  <a:pt x="6114" y="12054"/>
                  <a:pt x="6171" y="13017"/>
                </a:cubicBezTo>
                <a:lnTo>
                  <a:pt x="6182" y="13017"/>
                </a:lnTo>
                <a:cubicBezTo>
                  <a:pt x="6239" y="12054"/>
                  <a:pt x="6324" y="11040"/>
                  <a:pt x="6403" y="10013"/>
                </a:cubicBezTo>
                <a:lnTo>
                  <a:pt x="6715" y="6471"/>
                </a:lnTo>
                <a:lnTo>
                  <a:pt x="7592" y="6471"/>
                </a:lnTo>
                <a:cubicBezTo>
                  <a:pt x="7592" y="6471"/>
                  <a:pt x="6607" y="15121"/>
                  <a:pt x="6607" y="15121"/>
                </a:cubicBezTo>
                <a:close/>
                <a:moveTo>
                  <a:pt x="8940" y="15121"/>
                </a:moveTo>
                <a:lnTo>
                  <a:pt x="8080" y="15121"/>
                </a:lnTo>
                <a:lnTo>
                  <a:pt x="8080" y="8845"/>
                </a:lnTo>
                <a:lnTo>
                  <a:pt x="8940" y="8845"/>
                </a:lnTo>
                <a:cubicBezTo>
                  <a:pt x="8940" y="8845"/>
                  <a:pt x="8940" y="15121"/>
                  <a:pt x="8940" y="15121"/>
                </a:cubicBezTo>
                <a:close/>
                <a:moveTo>
                  <a:pt x="8510" y="6111"/>
                </a:moveTo>
                <a:cubicBezTo>
                  <a:pt x="8788" y="6111"/>
                  <a:pt x="8963" y="6535"/>
                  <a:pt x="8969" y="7100"/>
                </a:cubicBezTo>
                <a:cubicBezTo>
                  <a:pt x="8969" y="7638"/>
                  <a:pt x="8788" y="8076"/>
                  <a:pt x="8505" y="8076"/>
                </a:cubicBezTo>
                <a:cubicBezTo>
                  <a:pt x="8233" y="8076"/>
                  <a:pt x="8052" y="7638"/>
                  <a:pt x="8058" y="7100"/>
                </a:cubicBezTo>
                <a:cubicBezTo>
                  <a:pt x="8052" y="6535"/>
                  <a:pt x="8233" y="6111"/>
                  <a:pt x="8510" y="6111"/>
                </a:cubicBezTo>
                <a:moveTo>
                  <a:pt x="17673" y="0"/>
                </a:moveTo>
                <a:lnTo>
                  <a:pt x="3927" y="0"/>
                </a:lnTo>
                <a:cubicBezTo>
                  <a:pt x="1758" y="0"/>
                  <a:pt x="0" y="3869"/>
                  <a:pt x="0" y="8640"/>
                </a:cubicBezTo>
                <a:lnTo>
                  <a:pt x="0" y="12960"/>
                </a:lnTo>
                <a:cubicBezTo>
                  <a:pt x="0" y="17731"/>
                  <a:pt x="1758" y="21600"/>
                  <a:pt x="3927" y="21600"/>
                </a:cubicBezTo>
                <a:lnTo>
                  <a:pt x="17673" y="21600"/>
                </a:lnTo>
                <a:cubicBezTo>
                  <a:pt x="19842" y="21600"/>
                  <a:pt x="21600" y="17731"/>
                  <a:pt x="21600" y="12960"/>
                </a:cubicBezTo>
                <a:lnTo>
                  <a:pt x="21600" y="8640"/>
                </a:lnTo>
                <a:cubicBezTo>
                  <a:pt x="21600" y="3869"/>
                  <a:pt x="19842" y="0"/>
                  <a:pt x="17673" y="0"/>
                </a:cubicBezTo>
                <a:moveTo>
                  <a:pt x="17153" y="6119"/>
                </a:moveTo>
                <a:cubicBezTo>
                  <a:pt x="16876" y="6119"/>
                  <a:pt x="16696" y="6543"/>
                  <a:pt x="16701" y="7104"/>
                </a:cubicBezTo>
                <a:cubicBezTo>
                  <a:pt x="16696" y="7642"/>
                  <a:pt x="16876" y="8077"/>
                  <a:pt x="17147" y="8077"/>
                </a:cubicBezTo>
                <a:cubicBezTo>
                  <a:pt x="17429" y="8077"/>
                  <a:pt x="17610" y="7642"/>
                  <a:pt x="17610" y="7104"/>
                </a:cubicBezTo>
                <a:cubicBezTo>
                  <a:pt x="17604" y="6543"/>
                  <a:pt x="17429" y="6119"/>
                  <a:pt x="17153" y="6119"/>
                </a:cubicBezTo>
              </a:path>
            </a:pathLst>
          </a:custGeom>
          <a:solidFill>
            <a:schemeClr val="tx1"/>
          </a:solidFill>
          <a:ln w="12700">
            <a:miter lim="400000"/>
          </a:ln>
        </p:spPr>
        <p:txBody>
          <a:bodyPr lIns="14284" tIns="14284" rIns="14284" bIns="14284" anchor="ctr"/>
          <a:lstStyle/>
          <a:p>
            <a:pPr defTabSz="171399" eaLnBrk="1" hangingPunct="1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1125">
              <a:solidFill>
                <a:srgbClr val="FFFFFF"/>
              </a:solidFill>
              <a:effectLst>
                <a:outerShdw blurRad="38100" dist="12700" dir="5400000" rotWithShape="0">
                  <a:srgbClr val="000000">
                    <a:alpha val="50000"/>
                  </a:srgbClr>
                </a:outerShdw>
              </a:effectLst>
              <a:latin typeface="Gill Sans"/>
              <a:ea typeface="Calibri" charset="0"/>
              <a:cs typeface="Calibri" charset="0"/>
              <a:sym typeface="Gill Sans"/>
            </a:endParaRPr>
          </a:p>
        </p:txBody>
      </p:sp>
      <p:sp>
        <p:nvSpPr>
          <p:cNvPr id="58" name="Shape 2702"/>
          <p:cNvSpPr/>
          <p:nvPr userDrawn="1"/>
        </p:nvSpPr>
        <p:spPr>
          <a:xfrm>
            <a:off x="5229337" y="3153294"/>
            <a:ext cx="209550" cy="190500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0800" y="20520"/>
                </a:moveTo>
                <a:cubicBezTo>
                  <a:pt x="7396" y="20520"/>
                  <a:pt x="4399" y="18805"/>
                  <a:pt x="2638" y="16200"/>
                </a:cubicBezTo>
                <a:lnTo>
                  <a:pt x="9966" y="16200"/>
                </a:lnTo>
                <a:cubicBezTo>
                  <a:pt x="10478" y="17309"/>
                  <a:pt x="12251" y="18900"/>
                  <a:pt x="13500" y="18900"/>
                </a:cubicBezTo>
                <a:cubicBezTo>
                  <a:pt x="14973" y="18900"/>
                  <a:pt x="16200" y="17820"/>
                  <a:pt x="16200" y="15660"/>
                </a:cubicBezTo>
                <a:cubicBezTo>
                  <a:pt x="16200" y="13500"/>
                  <a:pt x="14973" y="12420"/>
                  <a:pt x="13500" y="12420"/>
                </a:cubicBezTo>
                <a:cubicBezTo>
                  <a:pt x="12241" y="12420"/>
                  <a:pt x="10447" y="13973"/>
                  <a:pt x="9953" y="15120"/>
                </a:cubicBezTo>
                <a:lnTo>
                  <a:pt x="2014" y="15120"/>
                </a:lnTo>
                <a:cubicBezTo>
                  <a:pt x="1359" y="13817"/>
                  <a:pt x="982" y="12354"/>
                  <a:pt x="982" y="10800"/>
                </a:cubicBezTo>
                <a:cubicBezTo>
                  <a:pt x="982" y="9246"/>
                  <a:pt x="1359" y="7783"/>
                  <a:pt x="2014" y="6480"/>
                </a:cubicBezTo>
                <a:lnTo>
                  <a:pt x="9966" y="6480"/>
                </a:lnTo>
                <a:cubicBezTo>
                  <a:pt x="10478" y="7589"/>
                  <a:pt x="12252" y="9180"/>
                  <a:pt x="13500" y="9180"/>
                </a:cubicBezTo>
                <a:cubicBezTo>
                  <a:pt x="14973" y="9180"/>
                  <a:pt x="16200" y="8100"/>
                  <a:pt x="16200" y="5940"/>
                </a:cubicBezTo>
                <a:cubicBezTo>
                  <a:pt x="16200" y="3780"/>
                  <a:pt x="14973" y="2700"/>
                  <a:pt x="13500" y="2700"/>
                </a:cubicBezTo>
                <a:cubicBezTo>
                  <a:pt x="12241" y="2700"/>
                  <a:pt x="10447" y="4253"/>
                  <a:pt x="9953" y="5400"/>
                </a:cubicBezTo>
                <a:lnTo>
                  <a:pt x="2638" y="5400"/>
                </a:lnTo>
                <a:cubicBezTo>
                  <a:pt x="4399" y="2796"/>
                  <a:pt x="7396" y="1080"/>
                  <a:pt x="10800" y="1080"/>
                </a:cubicBezTo>
                <a:cubicBezTo>
                  <a:pt x="16038" y="1080"/>
                  <a:pt x="20306" y="5145"/>
                  <a:pt x="20590" y="10260"/>
                </a:cubicBezTo>
                <a:lnTo>
                  <a:pt x="10652" y="10260"/>
                </a:lnTo>
                <a:cubicBezTo>
                  <a:pt x="10140" y="9151"/>
                  <a:pt x="8367" y="7560"/>
                  <a:pt x="7118" y="7560"/>
                </a:cubicBezTo>
                <a:cubicBezTo>
                  <a:pt x="5645" y="7560"/>
                  <a:pt x="4418" y="8640"/>
                  <a:pt x="4418" y="10800"/>
                </a:cubicBezTo>
                <a:cubicBezTo>
                  <a:pt x="4418" y="12960"/>
                  <a:pt x="5645" y="14040"/>
                  <a:pt x="7118" y="14040"/>
                </a:cubicBezTo>
                <a:cubicBezTo>
                  <a:pt x="8377" y="14040"/>
                  <a:pt x="10171" y="12488"/>
                  <a:pt x="10665" y="11340"/>
                </a:cubicBezTo>
                <a:lnTo>
                  <a:pt x="20590" y="11340"/>
                </a:lnTo>
                <a:cubicBezTo>
                  <a:pt x="20306" y="16456"/>
                  <a:pt x="16038" y="20520"/>
                  <a:pt x="10800" y="20520"/>
                </a:cubicBezTo>
                <a:moveTo>
                  <a:pt x="10800" y="0"/>
                </a:moveTo>
                <a:cubicBezTo>
                  <a:pt x="4835" y="0"/>
                  <a:pt x="0" y="4835"/>
                  <a:pt x="0" y="10800"/>
                </a:cubicBezTo>
                <a:cubicBezTo>
                  <a:pt x="0" y="16765"/>
                  <a:pt x="4835" y="21600"/>
                  <a:pt x="10800" y="21600"/>
                </a:cubicBezTo>
                <a:cubicBezTo>
                  <a:pt x="16765" y="21600"/>
                  <a:pt x="21600" y="16765"/>
                  <a:pt x="21600" y="10800"/>
                </a:cubicBezTo>
                <a:cubicBezTo>
                  <a:pt x="21600" y="4835"/>
                  <a:pt x="16765" y="0"/>
                  <a:pt x="10800" y="0"/>
                </a:cubicBezTo>
              </a:path>
            </a:pathLst>
          </a:custGeom>
          <a:solidFill>
            <a:schemeClr val="tx1"/>
          </a:solidFill>
          <a:ln w="12700">
            <a:miter lim="400000"/>
          </a:ln>
        </p:spPr>
        <p:txBody>
          <a:bodyPr lIns="14284" tIns="14284" rIns="14284" bIns="14284" anchor="ctr"/>
          <a:lstStyle/>
          <a:p>
            <a:pPr defTabSz="171399" eaLnBrk="1" hangingPunct="1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1125">
              <a:solidFill>
                <a:srgbClr val="FFFFFF"/>
              </a:solidFill>
              <a:effectLst>
                <a:outerShdw blurRad="38100" dist="12700" dir="5400000" rotWithShape="0">
                  <a:srgbClr val="000000">
                    <a:alpha val="50000"/>
                  </a:srgbClr>
                </a:outerShdw>
              </a:effectLst>
              <a:latin typeface="Gill Sans"/>
              <a:ea typeface="Calibri" charset="0"/>
              <a:cs typeface="Calibri" charset="0"/>
              <a:sym typeface="Gill Sans"/>
            </a:endParaRPr>
          </a:p>
        </p:txBody>
      </p:sp>
      <p:sp>
        <p:nvSpPr>
          <p:cNvPr id="59" name="Shape 2705"/>
          <p:cNvSpPr/>
          <p:nvPr userDrawn="1"/>
        </p:nvSpPr>
        <p:spPr>
          <a:xfrm>
            <a:off x="8468070" y="2686571"/>
            <a:ext cx="209550" cy="209550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982" y="3820"/>
                </a:moveTo>
                <a:lnTo>
                  <a:pt x="7853" y="2877"/>
                </a:lnTo>
                <a:lnTo>
                  <a:pt x="7853" y="8838"/>
                </a:lnTo>
                <a:lnTo>
                  <a:pt x="982" y="8838"/>
                </a:lnTo>
                <a:cubicBezTo>
                  <a:pt x="982" y="8838"/>
                  <a:pt x="982" y="3820"/>
                  <a:pt x="982" y="3820"/>
                </a:cubicBezTo>
                <a:close/>
                <a:moveTo>
                  <a:pt x="0" y="9819"/>
                </a:moveTo>
                <a:lnTo>
                  <a:pt x="8835" y="9819"/>
                </a:lnTo>
                <a:lnTo>
                  <a:pt x="8835" y="1752"/>
                </a:lnTo>
                <a:lnTo>
                  <a:pt x="0" y="2964"/>
                </a:lnTo>
                <a:cubicBezTo>
                  <a:pt x="0" y="2964"/>
                  <a:pt x="0" y="9819"/>
                  <a:pt x="0" y="9819"/>
                </a:cubicBezTo>
                <a:close/>
                <a:moveTo>
                  <a:pt x="20618" y="8838"/>
                </a:moveTo>
                <a:lnTo>
                  <a:pt x="11771" y="8838"/>
                </a:lnTo>
                <a:lnTo>
                  <a:pt x="11771" y="2339"/>
                </a:lnTo>
                <a:lnTo>
                  <a:pt x="20618" y="1125"/>
                </a:lnTo>
                <a:cubicBezTo>
                  <a:pt x="20618" y="1125"/>
                  <a:pt x="20618" y="8838"/>
                  <a:pt x="20618" y="8838"/>
                </a:cubicBezTo>
                <a:close/>
                <a:moveTo>
                  <a:pt x="10789" y="1484"/>
                </a:moveTo>
                <a:lnTo>
                  <a:pt x="10789" y="9819"/>
                </a:lnTo>
                <a:lnTo>
                  <a:pt x="21600" y="9819"/>
                </a:lnTo>
                <a:lnTo>
                  <a:pt x="21600" y="0"/>
                </a:lnTo>
                <a:cubicBezTo>
                  <a:pt x="21600" y="0"/>
                  <a:pt x="10789" y="1484"/>
                  <a:pt x="10789" y="1484"/>
                </a:cubicBezTo>
                <a:close/>
                <a:moveTo>
                  <a:pt x="982" y="12763"/>
                </a:moveTo>
                <a:lnTo>
                  <a:pt x="7853" y="12763"/>
                </a:lnTo>
                <a:lnTo>
                  <a:pt x="7853" y="18722"/>
                </a:lnTo>
                <a:lnTo>
                  <a:pt x="982" y="17780"/>
                </a:lnTo>
                <a:cubicBezTo>
                  <a:pt x="982" y="17780"/>
                  <a:pt x="982" y="12763"/>
                  <a:pt x="982" y="12763"/>
                </a:cubicBezTo>
                <a:close/>
                <a:moveTo>
                  <a:pt x="0" y="18635"/>
                </a:moveTo>
                <a:lnTo>
                  <a:pt x="8835" y="19848"/>
                </a:lnTo>
                <a:lnTo>
                  <a:pt x="8835" y="11782"/>
                </a:lnTo>
                <a:lnTo>
                  <a:pt x="0" y="11782"/>
                </a:lnTo>
                <a:cubicBezTo>
                  <a:pt x="0" y="11782"/>
                  <a:pt x="0" y="18635"/>
                  <a:pt x="0" y="18635"/>
                </a:cubicBezTo>
                <a:close/>
                <a:moveTo>
                  <a:pt x="11771" y="12763"/>
                </a:moveTo>
                <a:lnTo>
                  <a:pt x="20618" y="12763"/>
                </a:lnTo>
                <a:lnTo>
                  <a:pt x="20618" y="20475"/>
                </a:lnTo>
                <a:lnTo>
                  <a:pt x="11771" y="19261"/>
                </a:lnTo>
                <a:cubicBezTo>
                  <a:pt x="11771" y="19261"/>
                  <a:pt x="11771" y="12763"/>
                  <a:pt x="11771" y="12763"/>
                </a:cubicBezTo>
                <a:close/>
                <a:moveTo>
                  <a:pt x="10789" y="20116"/>
                </a:moveTo>
                <a:lnTo>
                  <a:pt x="21600" y="21600"/>
                </a:lnTo>
                <a:lnTo>
                  <a:pt x="21600" y="11782"/>
                </a:lnTo>
                <a:lnTo>
                  <a:pt x="10789" y="11782"/>
                </a:lnTo>
                <a:cubicBezTo>
                  <a:pt x="10789" y="11782"/>
                  <a:pt x="10789" y="20116"/>
                  <a:pt x="10789" y="20116"/>
                </a:cubicBezTo>
                <a:close/>
              </a:path>
            </a:pathLst>
          </a:custGeom>
          <a:solidFill>
            <a:schemeClr val="tx1"/>
          </a:solidFill>
          <a:ln w="12700">
            <a:miter lim="400000"/>
          </a:ln>
        </p:spPr>
        <p:txBody>
          <a:bodyPr lIns="14284" tIns="14284" rIns="14284" bIns="14284" anchor="ctr"/>
          <a:lstStyle/>
          <a:p>
            <a:pPr defTabSz="171399" eaLnBrk="1" hangingPunct="1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1125">
              <a:solidFill>
                <a:srgbClr val="FFFFFF"/>
              </a:solidFill>
              <a:effectLst>
                <a:outerShdw blurRad="38100" dist="12700" dir="5400000" rotWithShape="0">
                  <a:srgbClr val="000000">
                    <a:alpha val="50000"/>
                  </a:srgbClr>
                </a:outerShdw>
              </a:effectLst>
              <a:latin typeface="Gill Sans"/>
              <a:ea typeface="Calibri" charset="0"/>
              <a:cs typeface="Calibri" charset="0"/>
              <a:sym typeface="Gill Sans"/>
            </a:endParaRPr>
          </a:p>
        </p:txBody>
      </p:sp>
      <p:sp>
        <p:nvSpPr>
          <p:cNvPr id="60" name="Shape 2706"/>
          <p:cNvSpPr/>
          <p:nvPr userDrawn="1"/>
        </p:nvSpPr>
        <p:spPr>
          <a:xfrm>
            <a:off x="8886258" y="2686571"/>
            <a:ext cx="152400" cy="209550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20250" y="13745"/>
                </a:moveTo>
                <a:cubicBezTo>
                  <a:pt x="20250" y="14016"/>
                  <a:pt x="19948" y="14236"/>
                  <a:pt x="19575" y="14236"/>
                </a:cubicBezTo>
                <a:cubicBezTo>
                  <a:pt x="19202" y="14236"/>
                  <a:pt x="18900" y="14016"/>
                  <a:pt x="18900" y="13745"/>
                </a:cubicBezTo>
                <a:lnTo>
                  <a:pt x="18900" y="6873"/>
                </a:lnTo>
                <a:cubicBezTo>
                  <a:pt x="18900" y="6602"/>
                  <a:pt x="19202" y="6382"/>
                  <a:pt x="19575" y="6382"/>
                </a:cubicBezTo>
                <a:cubicBezTo>
                  <a:pt x="19948" y="6382"/>
                  <a:pt x="20250" y="6602"/>
                  <a:pt x="20250" y="6873"/>
                </a:cubicBezTo>
                <a:cubicBezTo>
                  <a:pt x="20250" y="6873"/>
                  <a:pt x="20250" y="13745"/>
                  <a:pt x="20250" y="13745"/>
                </a:cubicBezTo>
                <a:close/>
                <a:moveTo>
                  <a:pt x="17550" y="16691"/>
                </a:moveTo>
                <a:lnTo>
                  <a:pt x="4050" y="16691"/>
                </a:lnTo>
                <a:lnTo>
                  <a:pt x="4050" y="6382"/>
                </a:lnTo>
                <a:lnTo>
                  <a:pt x="17550" y="6382"/>
                </a:lnTo>
                <a:cubicBezTo>
                  <a:pt x="17550" y="6382"/>
                  <a:pt x="17550" y="16691"/>
                  <a:pt x="17550" y="16691"/>
                </a:cubicBezTo>
                <a:close/>
                <a:moveTo>
                  <a:pt x="14850" y="20127"/>
                </a:moveTo>
                <a:cubicBezTo>
                  <a:pt x="14850" y="20399"/>
                  <a:pt x="14548" y="20618"/>
                  <a:pt x="14175" y="20618"/>
                </a:cubicBezTo>
                <a:cubicBezTo>
                  <a:pt x="13802" y="20618"/>
                  <a:pt x="13500" y="20399"/>
                  <a:pt x="13500" y="20127"/>
                </a:cubicBezTo>
                <a:lnTo>
                  <a:pt x="13500" y="17673"/>
                </a:lnTo>
                <a:lnTo>
                  <a:pt x="14850" y="17673"/>
                </a:lnTo>
                <a:cubicBezTo>
                  <a:pt x="14850" y="17673"/>
                  <a:pt x="14850" y="20127"/>
                  <a:pt x="14850" y="20127"/>
                </a:cubicBezTo>
                <a:close/>
                <a:moveTo>
                  <a:pt x="8100" y="20127"/>
                </a:moveTo>
                <a:cubicBezTo>
                  <a:pt x="8100" y="20399"/>
                  <a:pt x="7798" y="20618"/>
                  <a:pt x="7425" y="20618"/>
                </a:cubicBezTo>
                <a:cubicBezTo>
                  <a:pt x="7052" y="20618"/>
                  <a:pt x="6750" y="20399"/>
                  <a:pt x="6750" y="20127"/>
                </a:cubicBezTo>
                <a:lnTo>
                  <a:pt x="6750" y="17673"/>
                </a:lnTo>
                <a:lnTo>
                  <a:pt x="8100" y="17673"/>
                </a:lnTo>
                <a:cubicBezTo>
                  <a:pt x="8100" y="17673"/>
                  <a:pt x="8100" y="20127"/>
                  <a:pt x="8100" y="20127"/>
                </a:cubicBezTo>
                <a:close/>
                <a:moveTo>
                  <a:pt x="10800" y="1964"/>
                </a:moveTo>
                <a:cubicBezTo>
                  <a:pt x="14242" y="1964"/>
                  <a:pt x="17075" y="3464"/>
                  <a:pt x="17492" y="5400"/>
                </a:cubicBezTo>
                <a:lnTo>
                  <a:pt x="4108" y="5400"/>
                </a:lnTo>
                <a:cubicBezTo>
                  <a:pt x="4525" y="3464"/>
                  <a:pt x="7358" y="1964"/>
                  <a:pt x="10800" y="1964"/>
                </a:cubicBezTo>
                <a:moveTo>
                  <a:pt x="2700" y="13745"/>
                </a:moveTo>
                <a:cubicBezTo>
                  <a:pt x="2700" y="14016"/>
                  <a:pt x="2398" y="14236"/>
                  <a:pt x="2025" y="14236"/>
                </a:cubicBezTo>
                <a:cubicBezTo>
                  <a:pt x="1652" y="14236"/>
                  <a:pt x="1350" y="14016"/>
                  <a:pt x="1350" y="13745"/>
                </a:cubicBezTo>
                <a:lnTo>
                  <a:pt x="1350" y="6873"/>
                </a:lnTo>
                <a:cubicBezTo>
                  <a:pt x="1350" y="6602"/>
                  <a:pt x="1652" y="6382"/>
                  <a:pt x="2025" y="6382"/>
                </a:cubicBezTo>
                <a:cubicBezTo>
                  <a:pt x="2398" y="6382"/>
                  <a:pt x="2700" y="6602"/>
                  <a:pt x="2700" y="6873"/>
                </a:cubicBezTo>
                <a:cubicBezTo>
                  <a:pt x="2700" y="6873"/>
                  <a:pt x="2700" y="13745"/>
                  <a:pt x="2700" y="13745"/>
                </a:cubicBezTo>
                <a:close/>
                <a:moveTo>
                  <a:pt x="19575" y="5400"/>
                </a:moveTo>
                <a:cubicBezTo>
                  <a:pt x="19336" y="5400"/>
                  <a:pt x="19112" y="5435"/>
                  <a:pt x="18900" y="5491"/>
                </a:cubicBezTo>
                <a:lnTo>
                  <a:pt x="18900" y="5400"/>
                </a:lnTo>
                <a:lnTo>
                  <a:pt x="18847" y="5400"/>
                </a:lnTo>
                <a:cubicBezTo>
                  <a:pt x="18595" y="3873"/>
                  <a:pt x="17191" y="2553"/>
                  <a:pt x="15171" y="1763"/>
                </a:cubicBezTo>
                <a:lnTo>
                  <a:pt x="16087" y="763"/>
                </a:lnTo>
                <a:lnTo>
                  <a:pt x="16076" y="758"/>
                </a:lnTo>
                <a:cubicBezTo>
                  <a:pt x="16148" y="681"/>
                  <a:pt x="16200" y="592"/>
                  <a:pt x="16200" y="491"/>
                </a:cubicBezTo>
                <a:cubicBezTo>
                  <a:pt x="16200" y="220"/>
                  <a:pt x="15898" y="0"/>
                  <a:pt x="15525" y="0"/>
                </a:cubicBezTo>
                <a:cubicBezTo>
                  <a:pt x="15291" y="0"/>
                  <a:pt x="15095" y="93"/>
                  <a:pt x="14974" y="223"/>
                </a:cubicBezTo>
                <a:lnTo>
                  <a:pt x="14963" y="219"/>
                </a:lnTo>
                <a:lnTo>
                  <a:pt x="13915" y="1362"/>
                </a:lnTo>
                <a:cubicBezTo>
                  <a:pt x="12956" y="1119"/>
                  <a:pt x="11905" y="982"/>
                  <a:pt x="10800" y="982"/>
                </a:cubicBezTo>
                <a:cubicBezTo>
                  <a:pt x="9695" y="982"/>
                  <a:pt x="8644" y="1119"/>
                  <a:pt x="7685" y="1362"/>
                </a:cubicBezTo>
                <a:lnTo>
                  <a:pt x="6637" y="219"/>
                </a:lnTo>
                <a:lnTo>
                  <a:pt x="6626" y="223"/>
                </a:lnTo>
                <a:cubicBezTo>
                  <a:pt x="6505" y="93"/>
                  <a:pt x="6309" y="0"/>
                  <a:pt x="6075" y="0"/>
                </a:cubicBezTo>
                <a:cubicBezTo>
                  <a:pt x="5702" y="0"/>
                  <a:pt x="5400" y="220"/>
                  <a:pt x="5400" y="491"/>
                </a:cubicBezTo>
                <a:cubicBezTo>
                  <a:pt x="5400" y="592"/>
                  <a:pt x="5452" y="681"/>
                  <a:pt x="5524" y="758"/>
                </a:cubicBezTo>
                <a:lnTo>
                  <a:pt x="5513" y="763"/>
                </a:lnTo>
                <a:lnTo>
                  <a:pt x="6430" y="1763"/>
                </a:lnTo>
                <a:cubicBezTo>
                  <a:pt x="4409" y="2553"/>
                  <a:pt x="3005" y="3873"/>
                  <a:pt x="2753" y="5400"/>
                </a:cubicBezTo>
                <a:lnTo>
                  <a:pt x="2700" y="5400"/>
                </a:lnTo>
                <a:lnTo>
                  <a:pt x="2700" y="5491"/>
                </a:lnTo>
                <a:cubicBezTo>
                  <a:pt x="2488" y="5435"/>
                  <a:pt x="2263" y="5400"/>
                  <a:pt x="2025" y="5400"/>
                </a:cubicBezTo>
                <a:cubicBezTo>
                  <a:pt x="907" y="5400"/>
                  <a:pt x="0" y="6060"/>
                  <a:pt x="0" y="6873"/>
                </a:cubicBezTo>
                <a:lnTo>
                  <a:pt x="0" y="13745"/>
                </a:lnTo>
                <a:cubicBezTo>
                  <a:pt x="0" y="14559"/>
                  <a:pt x="907" y="15218"/>
                  <a:pt x="2025" y="15218"/>
                </a:cubicBezTo>
                <a:cubicBezTo>
                  <a:pt x="2263" y="15218"/>
                  <a:pt x="2488" y="15183"/>
                  <a:pt x="2700" y="15128"/>
                </a:cubicBezTo>
                <a:lnTo>
                  <a:pt x="2700" y="16691"/>
                </a:lnTo>
                <a:cubicBezTo>
                  <a:pt x="2700" y="17233"/>
                  <a:pt x="3305" y="17673"/>
                  <a:pt x="4050" y="17673"/>
                </a:cubicBezTo>
                <a:lnTo>
                  <a:pt x="5400" y="17673"/>
                </a:lnTo>
                <a:lnTo>
                  <a:pt x="5400" y="20127"/>
                </a:lnTo>
                <a:cubicBezTo>
                  <a:pt x="5400" y="20941"/>
                  <a:pt x="6307" y="21600"/>
                  <a:pt x="7425" y="21600"/>
                </a:cubicBezTo>
                <a:cubicBezTo>
                  <a:pt x="8543" y="21600"/>
                  <a:pt x="9450" y="20941"/>
                  <a:pt x="9450" y="20127"/>
                </a:cubicBezTo>
                <a:lnTo>
                  <a:pt x="9450" y="17673"/>
                </a:lnTo>
                <a:lnTo>
                  <a:pt x="12150" y="17673"/>
                </a:lnTo>
                <a:lnTo>
                  <a:pt x="12150" y="20127"/>
                </a:lnTo>
                <a:cubicBezTo>
                  <a:pt x="12150" y="20941"/>
                  <a:pt x="13056" y="21600"/>
                  <a:pt x="14175" y="21600"/>
                </a:cubicBezTo>
                <a:cubicBezTo>
                  <a:pt x="15294" y="21600"/>
                  <a:pt x="16200" y="20941"/>
                  <a:pt x="16200" y="20127"/>
                </a:cubicBezTo>
                <a:lnTo>
                  <a:pt x="16200" y="17673"/>
                </a:lnTo>
                <a:lnTo>
                  <a:pt x="17550" y="17673"/>
                </a:lnTo>
                <a:cubicBezTo>
                  <a:pt x="18295" y="17673"/>
                  <a:pt x="18900" y="17233"/>
                  <a:pt x="18900" y="16691"/>
                </a:cubicBezTo>
                <a:lnTo>
                  <a:pt x="18900" y="15128"/>
                </a:lnTo>
                <a:cubicBezTo>
                  <a:pt x="19112" y="15183"/>
                  <a:pt x="19336" y="15218"/>
                  <a:pt x="19575" y="15218"/>
                </a:cubicBezTo>
                <a:cubicBezTo>
                  <a:pt x="20694" y="15218"/>
                  <a:pt x="21600" y="14559"/>
                  <a:pt x="21600" y="13745"/>
                </a:cubicBezTo>
                <a:lnTo>
                  <a:pt x="21600" y="6873"/>
                </a:lnTo>
                <a:cubicBezTo>
                  <a:pt x="21600" y="6060"/>
                  <a:pt x="20694" y="5400"/>
                  <a:pt x="19575" y="5400"/>
                </a:cubicBezTo>
                <a:moveTo>
                  <a:pt x="12825" y="3436"/>
                </a:moveTo>
                <a:cubicBezTo>
                  <a:pt x="12452" y="3436"/>
                  <a:pt x="12150" y="3656"/>
                  <a:pt x="12150" y="3927"/>
                </a:cubicBezTo>
                <a:cubicBezTo>
                  <a:pt x="12150" y="4199"/>
                  <a:pt x="12452" y="4418"/>
                  <a:pt x="12825" y="4418"/>
                </a:cubicBezTo>
                <a:cubicBezTo>
                  <a:pt x="13198" y="4418"/>
                  <a:pt x="13500" y="4199"/>
                  <a:pt x="13500" y="3927"/>
                </a:cubicBezTo>
                <a:cubicBezTo>
                  <a:pt x="13500" y="3656"/>
                  <a:pt x="13198" y="3436"/>
                  <a:pt x="12825" y="3436"/>
                </a:cubicBezTo>
                <a:moveTo>
                  <a:pt x="8775" y="3436"/>
                </a:moveTo>
                <a:cubicBezTo>
                  <a:pt x="8402" y="3436"/>
                  <a:pt x="8100" y="3656"/>
                  <a:pt x="8100" y="3927"/>
                </a:cubicBezTo>
                <a:cubicBezTo>
                  <a:pt x="8100" y="4199"/>
                  <a:pt x="8402" y="4418"/>
                  <a:pt x="8775" y="4418"/>
                </a:cubicBezTo>
                <a:cubicBezTo>
                  <a:pt x="9148" y="4418"/>
                  <a:pt x="9450" y="4199"/>
                  <a:pt x="9450" y="3927"/>
                </a:cubicBezTo>
                <a:cubicBezTo>
                  <a:pt x="9450" y="3656"/>
                  <a:pt x="9148" y="3436"/>
                  <a:pt x="8775" y="3436"/>
                </a:cubicBezTo>
              </a:path>
            </a:pathLst>
          </a:custGeom>
          <a:solidFill>
            <a:schemeClr val="tx1"/>
          </a:solidFill>
          <a:ln w="12700">
            <a:miter lim="400000"/>
          </a:ln>
        </p:spPr>
        <p:txBody>
          <a:bodyPr lIns="14284" tIns="14284" rIns="14284" bIns="14284" anchor="ctr"/>
          <a:lstStyle/>
          <a:p>
            <a:pPr defTabSz="171399" eaLnBrk="1" hangingPunct="1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1125">
              <a:solidFill>
                <a:srgbClr val="FFFFFF"/>
              </a:solidFill>
              <a:effectLst>
                <a:outerShdw blurRad="38100" dist="12700" dir="5400000" rotWithShape="0">
                  <a:srgbClr val="000000">
                    <a:alpha val="50000"/>
                  </a:srgbClr>
                </a:outerShdw>
              </a:effectLst>
              <a:latin typeface="Gill Sans"/>
              <a:ea typeface="Calibri" charset="0"/>
              <a:cs typeface="Calibri" charset="0"/>
              <a:sym typeface="Gill Sans"/>
            </a:endParaRPr>
          </a:p>
        </p:txBody>
      </p:sp>
      <p:sp>
        <p:nvSpPr>
          <p:cNvPr id="61" name="Shape 2637"/>
          <p:cNvSpPr/>
          <p:nvPr userDrawn="1"/>
        </p:nvSpPr>
        <p:spPr>
          <a:xfrm>
            <a:off x="4827351" y="1744874"/>
            <a:ext cx="114300" cy="209550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5400" y="8836"/>
                </a:moveTo>
                <a:lnTo>
                  <a:pt x="16200" y="8836"/>
                </a:lnTo>
                <a:lnTo>
                  <a:pt x="16200" y="11782"/>
                </a:lnTo>
                <a:cubicBezTo>
                  <a:pt x="16200" y="13409"/>
                  <a:pt x="13783" y="14727"/>
                  <a:pt x="10800" y="14727"/>
                </a:cubicBezTo>
                <a:cubicBezTo>
                  <a:pt x="7817" y="14727"/>
                  <a:pt x="5400" y="13409"/>
                  <a:pt x="5400" y="11782"/>
                </a:cubicBezTo>
                <a:cubicBezTo>
                  <a:pt x="5400" y="11782"/>
                  <a:pt x="5400" y="8836"/>
                  <a:pt x="5400" y="8836"/>
                </a:cubicBezTo>
                <a:close/>
                <a:moveTo>
                  <a:pt x="5400" y="3927"/>
                </a:moveTo>
                <a:cubicBezTo>
                  <a:pt x="5400" y="2301"/>
                  <a:pt x="7817" y="982"/>
                  <a:pt x="10800" y="982"/>
                </a:cubicBezTo>
                <a:cubicBezTo>
                  <a:pt x="13783" y="982"/>
                  <a:pt x="16200" y="2301"/>
                  <a:pt x="16200" y="3927"/>
                </a:cubicBezTo>
                <a:lnTo>
                  <a:pt x="16200" y="7855"/>
                </a:lnTo>
                <a:lnTo>
                  <a:pt x="5400" y="7855"/>
                </a:lnTo>
                <a:cubicBezTo>
                  <a:pt x="5400" y="7855"/>
                  <a:pt x="5400" y="3927"/>
                  <a:pt x="5400" y="3927"/>
                </a:cubicBezTo>
                <a:close/>
                <a:moveTo>
                  <a:pt x="10800" y="15709"/>
                </a:moveTo>
                <a:cubicBezTo>
                  <a:pt x="14777" y="15709"/>
                  <a:pt x="18000" y="13951"/>
                  <a:pt x="18000" y="11782"/>
                </a:cubicBezTo>
                <a:lnTo>
                  <a:pt x="18000" y="3927"/>
                </a:lnTo>
                <a:cubicBezTo>
                  <a:pt x="18000" y="1758"/>
                  <a:pt x="14777" y="0"/>
                  <a:pt x="10800" y="0"/>
                </a:cubicBezTo>
                <a:cubicBezTo>
                  <a:pt x="6823" y="0"/>
                  <a:pt x="3600" y="1758"/>
                  <a:pt x="3600" y="3927"/>
                </a:cubicBezTo>
                <a:lnTo>
                  <a:pt x="3600" y="11782"/>
                </a:lnTo>
                <a:cubicBezTo>
                  <a:pt x="3600" y="13951"/>
                  <a:pt x="6823" y="15709"/>
                  <a:pt x="10800" y="15709"/>
                </a:cubicBezTo>
                <a:moveTo>
                  <a:pt x="21600" y="11782"/>
                </a:moveTo>
                <a:lnTo>
                  <a:pt x="21600" y="10309"/>
                </a:lnTo>
                <a:cubicBezTo>
                  <a:pt x="21600" y="10038"/>
                  <a:pt x="21197" y="9818"/>
                  <a:pt x="20700" y="9818"/>
                </a:cubicBezTo>
                <a:cubicBezTo>
                  <a:pt x="20203" y="9818"/>
                  <a:pt x="19800" y="10038"/>
                  <a:pt x="19800" y="10309"/>
                </a:cubicBezTo>
                <a:lnTo>
                  <a:pt x="19800" y="11782"/>
                </a:lnTo>
                <a:cubicBezTo>
                  <a:pt x="19800" y="14493"/>
                  <a:pt x="15771" y="16691"/>
                  <a:pt x="10800" y="16691"/>
                </a:cubicBezTo>
                <a:cubicBezTo>
                  <a:pt x="5829" y="16691"/>
                  <a:pt x="1800" y="14493"/>
                  <a:pt x="1800" y="11782"/>
                </a:cubicBezTo>
                <a:lnTo>
                  <a:pt x="1800" y="10309"/>
                </a:lnTo>
                <a:cubicBezTo>
                  <a:pt x="1800" y="10038"/>
                  <a:pt x="1397" y="9818"/>
                  <a:pt x="900" y="9818"/>
                </a:cubicBezTo>
                <a:cubicBezTo>
                  <a:pt x="403" y="9818"/>
                  <a:pt x="0" y="10038"/>
                  <a:pt x="0" y="10309"/>
                </a:cubicBezTo>
                <a:lnTo>
                  <a:pt x="0" y="11782"/>
                </a:lnTo>
                <a:cubicBezTo>
                  <a:pt x="0" y="14870"/>
                  <a:pt x="4358" y="17398"/>
                  <a:pt x="9900" y="17648"/>
                </a:cubicBezTo>
                <a:lnTo>
                  <a:pt x="9900" y="20618"/>
                </a:lnTo>
                <a:lnTo>
                  <a:pt x="3600" y="20618"/>
                </a:lnTo>
                <a:cubicBezTo>
                  <a:pt x="3103" y="20618"/>
                  <a:pt x="2700" y="20838"/>
                  <a:pt x="2700" y="21110"/>
                </a:cubicBezTo>
                <a:cubicBezTo>
                  <a:pt x="2700" y="21381"/>
                  <a:pt x="3103" y="21600"/>
                  <a:pt x="3600" y="21600"/>
                </a:cubicBezTo>
                <a:lnTo>
                  <a:pt x="18000" y="21600"/>
                </a:lnTo>
                <a:cubicBezTo>
                  <a:pt x="18497" y="21600"/>
                  <a:pt x="18900" y="21381"/>
                  <a:pt x="18900" y="21110"/>
                </a:cubicBezTo>
                <a:cubicBezTo>
                  <a:pt x="18900" y="20838"/>
                  <a:pt x="18497" y="20618"/>
                  <a:pt x="18000" y="20618"/>
                </a:cubicBezTo>
                <a:lnTo>
                  <a:pt x="11700" y="20618"/>
                </a:lnTo>
                <a:lnTo>
                  <a:pt x="11700" y="17648"/>
                </a:lnTo>
                <a:cubicBezTo>
                  <a:pt x="17243" y="17398"/>
                  <a:pt x="21600" y="14870"/>
                  <a:pt x="21600" y="11782"/>
                </a:cubicBezTo>
              </a:path>
            </a:pathLst>
          </a:custGeom>
          <a:solidFill>
            <a:schemeClr val="tx1"/>
          </a:solidFill>
          <a:ln w="12700">
            <a:miter lim="400000"/>
          </a:ln>
        </p:spPr>
        <p:txBody>
          <a:bodyPr lIns="14284" tIns="14284" rIns="14284" bIns="14284" anchor="ctr"/>
          <a:lstStyle/>
          <a:p>
            <a:pPr defTabSz="171399" eaLnBrk="1" hangingPunct="1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1125">
              <a:solidFill>
                <a:srgbClr val="FFFFFF"/>
              </a:solidFill>
              <a:effectLst>
                <a:outerShdw blurRad="38100" dist="12700" dir="5400000" rotWithShape="0">
                  <a:srgbClr val="000000">
                    <a:alpha val="50000"/>
                  </a:srgbClr>
                </a:outerShdw>
              </a:effectLst>
              <a:latin typeface="Gill Sans"/>
              <a:ea typeface="Calibri" charset="0"/>
              <a:cs typeface="Calibri" charset="0"/>
              <a:sym typeface="Gill Sans"/>
            </a:endParaRPr>
          </a:p>
        </p:txBody>
      </p:sp>
      <p:sp>
        <p:nvSpPr>
          <p:cNvPr id="62" name="Shape 2642"/>
          <p:cNvSpPr/>
          <p:nvPr userDrawn="1"/>
        </p:nvSpPr>
        <p:spPr>
          <a:xfrm>
            <a:off x="5224052" y="1754399"/>
            <a:ext cx="209550" cy="190500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6382" y="10800"/>
                </a:moveTo>
                <a:cubicBezTo>
                  <a:pt x="6653" y="10800"/>
                  <a:pt x="6873" y="10559"/>
                  <a:pt x="6873" y="10260"/>
                </a:cubicBezTo>
                <a:cubicBezTo>
                  <a:pt x="6873" y="9962"/>
                  <a:pt x="6653" y="9720"/>
                  <a:pt x="6382" y="9720"/>
                </a:cubicBezTo>
                <a:cubicBezTo>
                  <a:pt x="6110" y="9720"/>
                  <a:pt x="5891" y="9962"/>
                  <a:pt x="5891" y="10260"/>
                </a:cubicBezTo>
                <a:cubicBezTo>
                  <a:pt x="5891" y="10559"/>
                  <a:pt x="6110" y="10800"/>
                  <a:pt x="6382" y="10800"/>
                </a:cubicBezTo>
                <a:moveTo>
                  <a:pt x="3436" y="10800"/>
                </a:moveTo>
                <a:cubicBezTo>
                  <a:pt x="3708" y="10800"/>
                  <a:pt x="3927" y="11042"/>
                  <a:pt x="3927" y="11340"/>
                </a:cubicBezTo>
                <a:cubicBezTo>
                  <a:pt x="3927" y="11639"/>
                  <a:pt x="3708" y="11880"/>
                  <a:pt x="3436" y="11880"/>
                </a:cubicBezTo>
                <a:cubicBezTo>
                  <a:pt x="3165" y="11880"/>
                  <a:pt x="2945" y="11639"/>
                  <a:pt x="2945" y="11340"/>
                </a:cubicBezTo>
                <a:cubicBezTo>
                  <a:pt x="2945" y="11042"/>
                  <a:pt x="3165" y="10800"/>
                  <a:pt x="3436" y="10800"/>
                </a:cubicBezTo>
                <a:moveTo>
                  <a:pt x="3436" y="12960"/>
                </a:moveTo>
                <a:cubicBezTo>
                  <a:pt x="4249" y="12960"/>
                  <a:pt x="4909" y="12235"/>
                  <a:pt x="4909" y="11340"/>
                </a:cubicBezTo>
                <a:cubicBezTo>
                  <a:pt x="4909" y="10446"/>
                  <a:pt x="4249" y="9720"/>
                  <a:pt x="3436" y="9720"/>
                </a:cubicBezTo>
                <a:cubicBezTo>
                  <a:pt x="2623" y="9720"/>
                  <a:pt x="1964" y="10446"/>
                  <a:pt x="1964" y="11340"/>
                </a:cubicBezTo>
                <a:cubicBezTo>
                  <a:pt x="1964" y="12235"/>
                  <a:pt x="2623" y="12960"/>
                  <a:pt x="3436" y="12960"/>
                </a:cubicBezTo>
                <a:moveTo>
                  <a:pt x="14236" y="18360"/>
                </a:moveTo>
                <a:lnTo>
                  <a:pt x="2455" y="18360"/>
                </a:lnTo>
                <a:cubicBezTo>
                  <a:pt x="2183" y="18360"/>
                  <a:pt x="1964" y="18602"/>
                  <a:pt x="1964" y="18900"/>
                </a:cubicBezTo>
                <a:cubicBezTo>
                  <a:pt x="1964" y="19199"/>
                  <a:pt x="2183" y="19440"/>
                  <a:pt x="2455" y="19440"/>
                </a:cubicBezTo>
                <a:lnTo>
                  <a:pt x="14236" y="19440"/>
                </a:lnTo>
                <a:cubicBezTo>
                  <a:pt x="14508" y="19440"/>
                  <a:pt x="14727" y="19199"/>
                  <a:pt x="14727" y="18900"/>
                </a:cubicBezTo>
                <a:cubicBezTo>
                  <a:pt x="14727" y="18602"/>
                  <a:pt x="14508" y="18360"/>
                  <a:pt x="14236" y="18360"/>
                </a:cubicBezTo>
                <a:moveTo>
                  <a:pt x="20618" y="18105"/>
                </a:moveTo>
                <a:lnTo>
                  <a:pt x="16691" y="16377"/>
                </a:lnTo>
                <a:lnTo>
                  <a:pt x="16691" y="12784"/>
                </a:lnTo>
                <a:lnTo>
                  <a:pt x="20618" y="11056"/>
                </a:lnTo>
                <a:cubicBezTo>
                  <a:pt x="20618" y="11056"/>
                  <a:pt x="20618" y="18105"/>
                  <a:pt x="20618" y="18105"/>
                </a:cubicBezTo>
                <a:close/>
                <a:moveTo>
                  <a:pt x="15709" y="19440"/>
                </a:moveTo>
                <a:cubicBezTo>
                  <a:pt x="15709" y="20037"/>
                  <a:pt x="15269" y="20520"/>
                  <a:pt x="14727" y="20520"/>
                </a:cubicBezTo>
                <a:lnTo>
                  <a:pt x="1964" y="20520"/>
                </a:lnTo>
                <a:cubicBezTo>
                  <a:pt x="1422" y="20520"/>
                  <a:pt x="982" y="20037"/>
                  <a:pt x="982" y="19440"/>
                </a:cubicBezTo>
                <a:lnTo>
                  <a:pt x="982" y="9720"/>
                </a:lnTo>
                <a:cubicBezTo>
                  <a:pt x="982" y="9124"/>
                  <a:pt x="1422" y="8640"/>
                  <a:pt x="1964" y="8640"/>
                </a:cubicBezTo>
                <a:lnTo>
                  <a:pt x="14727" y="8640"/>
                </a:lnTo>
                <a:cubicBezTo>
                  <a:pt x="15269" y="8640"/>
                  <a:pt x="15709" y="9124"/>
                  <a:pt x="15709" y="9720"/>
                </a:cubicBezTo>
                <a:cubicBezTo>
                  <a:pt x="15709" y="9720"/>
                  <a:pt x="15709" y="19440"/>
                  <a:pt x="15709" y="19440"/>
                </a:cubicBezTo>
                <a:close/>
                <a:moveTo>
                  <a:pt x="1964" y="4320"/>
                </a:moveTo>
                <a:cubicBezTo>
                  <a:pt x="1964" y="2531"/>
                  <a:pt x="3282" y="1080"/>
                  <a:pt x="4909" y="1080"/>
                </a:cubicBezTo>
                <a:cubicBezTo>
                  <a:pt x="6536" y="1080"/>
                  <a:pt x="7855" y="2531"/>
                  <a:pt x="7855" y="4320"/>
                </a:cubicBezTo>
                <a:cubicBezTo>
                  <a:pt x="7855" y="6110"/>
                  <a:pt x="6536" y="7560"/>
                  <a:pt x="4909" y="7560"/>
                </a:cubicBezTo>
                <a:cubicBezTo>
                  <a:pt x="3282" y="7560"/>
                  <a:pt x="1964" y="6110"/>
                  <a:pt x="1964" y="4320"/>
                </a:cubicBezTo>
                <a:moveTo>
                  <a:pt x="9190" y="7560"/>
                </a:moveTo>
                <a:lnTo>
                  <a:pt x="7501" y="7560"/>
                </a:lnTo>
                <a:cubicBezTo>
                  <a:pt x="7839" y="7233"/>
                  <a:pt x="8122" y="6840"/>
                  <a:pt x="8342" y="6404"/>
                </a:cubicBezTo>
                <a:cubicBezTo>
                  <a:pt x="8562" y="6842"/>
                  <a:pt x="8851" y="7232"/>
                  <a:pt x="9190" y="7560"/>
                </a:cubicBezTo>
                <a:moveTo>
                  <a:pt x="11782" y="1080"/>
                </a:moveTo>
                <a:cubicBezTo>
                  <a:pt x="13409" y="1080"/>
                  <a:pt x="14727" y="2531"/>
                  <a:pt x="14727" y="4320"/>
                </a:cubicBezTo>
                <a:cubicBezTo>
                  <a:pt x="14727" y="6110"/>
                  <a:pt x="13409" y="7560"/>
                  <a:pt x="11782" y="7560"/>
                </a:cubicBezTo>
                <a:cubicBezTo>
                  <a:pt x="10155" y="7560"/>
                  <a:pt x="8836" y="6110"/>
                  <a:pt x="8836" y="4320"/>
                </a:cubicBezTo>
                <a:cubicBezTo>
                  <a:pt x="8836" y="2531"/>
                  <a:pt x="10155" y="1080"/>
                  <a:pt x="11782" y="1080"/>
                </a:cubicBezTo>
                <a:moveTo>
                  <a:pt x="21109" y="9720"/>
                </a:moveTo>
                <a:cubicBezTo>
                  <a:pt x="21030" y="9720"/>
                  <a:pt x="20958" y="9745"/>
                  <a:pt x="20892" y="9782"/>
                </a:cubicBezTo>
                <a:lnTo>
                  <a:pt x="20890" y="9777"/>
                </a:lnTo>
                <a:lnTo>
                  <a:pt x="16691" y="11625"/>
                </a:lnTo>
                <a:lnTo>
                  <a:pt x="16691" y="9720"/>
                </a:lnTo>
                <a:cubicBezTo>
                  <a:pt x="16691" y="8527"/>
                  <a:pt x="15812" y="7560"/>
                  <a:pt x="14727" y="7560"/>
                </a:cubicBezTo>
                <a:lnTo>
                  <a:pt x="14373" y="7560"/>
                </a:lnTo>
                <a:cubicBezTo>
                  <a:pt x="15191" y="6768"/>
                  <a:pt x="15709" y="5612"/>
                  <a:pt x="15709" y="4320"/>
                </a:cubicBezTo>
                <a:cubicBezTo>
                  <a:pt x="15709" y="1934"/>
                  <a:pt x="13951" y="0"/>
                  <a:pt x="11782" y="0"/>
                </a:cubicBezTo>
                <a:cubicBezTo>
                  <a:pt x="10302" y="0"/>
                  <a:pt x="9015" y="901"/>
                  <a:pt x="8345" y="2231"/>
                </a:cubicBezTo>
                <a:cubicBezTo>
                  <a:pt x="7676" y="901"/>
                  <a:pt x="6389" y="0"/>
                  <a:pt x="4909" y="0"/>
                </a:cubicBezTo>
                <a:cubicBezTo>
                  <a:pt x="2740" y="0"/>
                  <a:pt x="982" y="1934"/>
                  <a:pt x="982" y="4320"/>
                </a:cubicBezTo>
                <a:cubicBezTo>
                  <a:pt x="982" y="5612"/>
                  <a:pt x="1501" y="6768"/>
                  <a:pt x="2317" y="7560"/>
                </a:cubicBezTo>
                <a:lnTo>
                  <a:pt x="1964" y="7560"/>
                </a:lnTo>
                <a:cubicBezTo>
                  <a:pt x="879" y="7560"/>
                  <a:pt x="0" y="8527"/>
                  <a:pt x="0" y="9720"/>
                </a:cubicBezTo>
                <a:lnTo>
                  <a:pt x="0" y="19440"/>
                </a:lnTo>
                <a:cubicBezTo>
                  <a:pt x="0" y="20633"/>
                  <a:pt x="879" y="21600"/>
                  <a:pt x="1964" y="21600"/>
                </a:cubicBezTo>
                <a:lnTo>
                  <a:pt x="14727" y="21600"/>
                </a:lnTo>
                <a:cubicBezTo>
                  <a:pt x="15812" y="21600"/>
                  <a:pt x="16691" y="20633"/>
                  <a:pt x="16691" y="19440"/>
                </a:cubicBezTo>
                <a:lnTo>
                  <a:pt x="16691" y="17536"/>
                </a:lnTo>
                <a:lnTo>
                  <a:pt x="20890" y="19383"/>
                </a:lnTo>
                <a:lnTo>
                  <a:pt x="20891" y="19379"/>
                </a:lnTo>
                <a:cubicBezTo>
                  <a:pt x="20958" y="19415"/>
                  <a:pt x="21030" y="19440"/>
                  <a:pt x="21109" y="19440"/>
                </a:cubicBezTo>
                <a:cubicBezTo>
                  <a:pt x="21380" y="19440"/>
                  <a:pt x="21600" y="19199"/>
                  <a:pt x="21600" y="18900"/>
                </a:cubicBezTo>
                <a:lnTo>
                  <a:pt x="21600" y="10260"/>
                </a:lnTo>
                <a:cubicBezTo>
                  <a:pt x="21600" y="9962"/>
                  <a:pt x="21380" y="9720"/>
                  <a:pt x="21109" y="9720"/>
                </a:cubicBezTo>
                <a:moveTo>
                  <a:pt x="11782" y="5400"/>
                </a:moveTo>
                <a:cubicBezTo>
                  <a:pt x="12324" y="5400"/>
                  <a:pt x="12764" y="4916"/>
                  <a:pt x="12764" y="4320"/>
                </a:cubicBezTo>
                <a:cubicBezTo>
                  <a:pt x="12764" y="3724"/>
                  <a:pt x="12324" y="3240"/>
                  <a:pt x="11782" y="3240"/>
                </a:cubicBezTo>
                <a:cubicBezTo>
                  <a:pt x="11240" y="3240"/>
                  <a:pt x="10800" y="3724"/>
                  <a:pt x="10800" y="4320"/>
                </a:cubicBezTo>
                <a:cubicBezTo>
                  <a:pt x="10800" y="4916"/>
                  <a:pt x="11240" y="5400"/>
                  <a:pt x="11782" y="5400"/>
                </a:cubicBezTo>
                <a:moveTo>
                  <a:pt x="4909" y="5400"/>
                </a:moveTo>
                <a:cubicBezTo>
                  <a:pt x="5451" y="5400"/>
                  <a:pt x="5891" y="4916"/>
                  <a:pt x="5891" y="4320"/>
                </a:cubicBezTo>
                <a:cubicBezTo>
                  <a:pt x="5891" y="3724"/>
                  <a:pt x="5451" y="3240"/>
                  <a:pt x="4909" y="3240"/>
                </a:cubicBezTo>
                <a:cubicBezTo>
                  <a:pt x="4367" y="3240"/>
                  <a:pt x="3927" y="3724"/>
                  <a:pt x="3927" y="4320"/>
                </a:cubicBezTo>
                <a:cubicBezTo>
                  <a:pt x="3927" y="4916"/>
                  <a:pt x="4367" y="5400"/>
                  <a:pt x="4909" y="5400"/>
                </a:cubicBezTo>
              </a:path>
            </a:pathLst>
          </a:custGeom>
          <a:solidFill>
            <a:schemeClr val="tx1"/>
          </a:solidFill>
          <a:ln w="12700">
            <a:miter lim="400000"/>
          </a:ln>
        </p:spPr>
        <p:txBody>
          <a:bodyPr lIns="14284" tIns="14284" rIns="14284" bIns="14284" anchor="ctr"/>
          <a:lstStyle/>
          <a:p>
            <a:pPr defTabSz="171399" eaLnBrk="1" hangingPunct="1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1125">
              <a:solidFill>
                <a:srgbClr val="FFFFFF"/>
              </a:solidFill>
              <a:effectLst>
                <a:outerShdw blurRad="38100" dist="12700" dir="5400000" rotWithShape="0">
                  <a:srgbClr val="000000">
                    <a:alpha val="50000"/>
                  </a:srgbClr>
                </a:outerShdw>
              </a:effectLst>
              <a:latin typeface="Gill Sans"/>
              <a:ea typeface="Calibri" charset="0"/>
              <a:cs typeface="Calibri" charset="0"/>
              <a:sym typeface="Gill Sans"/>
            </a:endParaRPr>
          </a:p>
        </p:txBody>
      </p:sp>
      <p:sp>
        <p:nvSpPr>
          <p:cNvPr id="63" name="Shape 2893"/>
          <p:cNvSpPr/>
          <p:nvPr userDrawn="1"/>
        </p:nvSpPr>
        <p:spPr>
          <a:xfrm>
            <a:off x="921903" y="5306489"/>
            <a:ext cx="209550" cy="209550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2907" y="14380"/>
                </a:moveTo>
                <a:cubicBezTo>
                  <a:pt x="12819" y="14469"/>
                  <a:pt x="12764" y="14592"/>
                  <a:pt x="12764" y="14727"/>
                </a:cubicBezTo>
                <a:cubicBezTo>
                  <a:pt x="12764" y="14999"/>
                  <a:pt x="12984" y="15218"/>
                  <a:pt x="13255" y="15218"/>
                </a:cubicBezTo>
                <a:cubicBezTo>
                  <a:pt x="13390" y="15218"/>
                  <a:pt x="13513" y="15164"/>
                  <a:pt x="13602" y="15074"/>
                </a:cubicBezTo>
                <a:lnTo>
                  <a:pt x="17529" y="11147"/>
                </a:lnTo>
                <a:cubicBezTo>
                  <a:pt x="17618" y="11058"/>
                  <a:pt x="17673" y="10936"/>
                  <a:pt x="17673" y="10800"/>
                </a:cubicBezTo>
                <a:cubicBezTo>
                  <a:pt x="17673" y="10665"/>
                  <a:pt x="17618" y="10542"/>
                  <a:pt x="17529" y="10453"/>
                </a:cubicBezTo>
                <a:lnTo>
                  <a:pt x="13602" y="6526"/>
                </a:lnTo>
                <a:cubicBezTo>
                  <a:pt x="13513" y="6437"/>
                  <a:pt x="13390" y="6382"/>
                  <a:pt x="13255" y="6382"/>
                </a:cubicBezTo>
                <a:cubicBezTo>
                  <a:pt x="12984" y="6382"/>
                  <a:pt x="12764" y="6601"/>
                  <a:pt x="12764" y="6873"/>
                </a:cubicBezTo>
                <a:cubicBezTo>
                  <a:pt x="12764" y="7008"/>
                  <a:pt x="12819" y="7131"/>
                  <a:pt x="12907" y="7220"/>
                </a:cubicBezTo>
                <a:lnTo>
                  <a:pt x="15997" y="10309"/>
                </a:lnTo>
                <a:lnTo>
                  <a:pt x="491" y="10309"/>
                </a:lnTo>
                <a:cubicBezTo>
                  <a:pt x="220" y="10309"/>
                  <a:pt x="0" y="10529"/>
                  <a:pt x="0" y="10800"/>
                </a:cubicBezTo>
                <a:cubicBezTo>
                  <a:pt x="0" y="11071"/>
                  <a:pt x="220" y="11291"/>
                  <a:pt x="491" y="11291"/>
                </a:cubicBezTo>
                <a:lnTo>
                  <a:pt x="15997" y="11291"/>
                </a:lnTo>
                <a:cubicBezTo>
                  <a:pt x="15997" y="11291"/>
                  <a:pt x="12907" y="14380"/>
                  <a:pt x="12907" y="14380"/>
                </a:cubicBezTo>
                <a:close/>
                <a:moveTo>
                  <a:pt x="21109" y="0"/>
                </a:moveTo>
                <a:lnTo>
                  <a:pt x="3436" y="0"/>
                </a:lnTo>
                <a:cubicBezTo>
                  <a:pt x="3166" y="0"/>
                  <a:pt x="2945" y="220"/>
                  <a:pt x="2945" y="491"/>
                </a:cubicBezTo>
                <a:lnTo>
                  <a:pt x="2945" y="7855"/>
                </a:lnTo>
                <a:cubicBezTo>
                  <a:pt x="2945" y="8126"/>
                  <a:pt x="3166" y="8345"/>
                  <a:pt x="3436" y="8345"/>
                </a:cubicBezTo>
                <a:cubicBezTo>
                  <a:pt x="3707" y="8345"/>
                  <a:pt x="3927" y="8126"/>
                  <a:pt x="3927" y="7855"/>
                </a:cubicBezTo>
                <a:lnTo>
                  <a:pt x="3927" y="982"/>
                </a:lnTo>
                <a:lnTo>
                  <a:pt x="20618" y="982"/>
                </a:lnTo>
                <a:lnTo>
                  <a:pt x="20618" y="20618"/>
                </a:lnTo>
                <a:lnTo>
                  <a:pt x="3927" y="20618"/>
                </a:lnTo>
                <a:lnTo>
                  <a:pt x="3927" y="13745"/>
                </a:lnTo>
                <a:cubicBezTo>
                  <a:pt x="3927" y="13475"/>
                  <a:pt x="3707" y="13255"/>
                  <a:pt x="3436" y="13255"/>
                </a:cubicBezTo>
                <a:cubicBezTo>
                  <a:pt x="3166" y="13255"/>
                  <a:pt x="2945" y="13475"/>
                  <a:pt x="2945" y="13745"/>
                </a:cubicBezTo>
                <a:lnTo>
                  <a:pt x="2945" y="21109"/>
                </a:lnTo>
                <a:cubicBezTo>
                  <a:pt x="2945" y="21380"/>
                  <a:pt x="3166" y="21600"/>
                  <a:pt x="3436" y="21600"/>
                </a:cubicBezTo>
                <a:lnTo>
                  <a:pt x="21109" y="21600"/>
                </a:lnTo>
                <a:cubicBezTo>
                  <a:pt x="21380" y="21600"/>
                  <a:pt x="21600" y="21380"/>
                  <a:pt x="21600" y="21109"/>
                </a:cubicBezTo>
                <a:lnTo>
                  <a:pt x="21600" y="491"/>
                </a:lnTo>
                <a:cubicBezTo>
                  <a:pt x="21600" y="220"/>
                  <a:pt x="21380" y="0"/>
                  <a:pt x="21109" y="0"/>
                </a:cubicBezTo>
              </a:path>
            </a:pathLst>
          </a:custGeom>
          <a:solidFill>
            <a:schemeClr val="tx1"/>
          </a:solidFill>
          <a:ln w="12700">
            <a:miter lim="400000"/>
          </a:ln>
        </p:spPr>
        <p:txBody>
          <a:bodyPr lIns="14284" tIns="14284" rIns="14284" bIns="14284" anchor="ctr"/>
          <a:lstStyle/>
          <a:p>
            <a:pPr defTabSz="171399" eaLnBrk="1" hangingPunct="1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1125">
              <a:solidFill>
                <a:srgbClr val="FFFFFF"/>
              </a:solidFill>
              <a:effectLst>
                <a:outerShdw blurRad="38100" dist="12700" dir="5400000" rotWithShape="0">
                  <a:srgbClr val="000000">
                    <a:alpha val="50000"/>
                  </a:srgbClr>
                </a:outerShdw>
              </a:effectLst>
              <a:latin typeface="Gill Sans"/>
              <a:ea typeface="Calibri" charset="0"/>
              <a:cs typeface="Calibri" charset="0"/>
              <a:sym typeface="Gill Sans"/>
            </a:endParaRPr>
          </a:p>
        </p:txBody>
      </p:sp>
      <p:sp>
        <p:nvSpPr>
          <p:cNvPr id="64" name="Shape 2894"/>
          <p:cNvSpPr/>
          <p:nvPr userDrawn="1"/>
        </p:nvSpPr>
        <p:spPr>
          <a:xfrm>
            <a:off x="1342859" y="5306489"/>
            <a:ext cx="209550" cy="209550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21109" y="10309"/>
                </a:moveTo>
                <a:lnTo>
                  <a:pt x="5604" y="10309"/>
                </a:lnTo>
                <a:lnTo>
                  <a:pt x="8693" y="7220"/>
                </a:lnTo>
                <a:cubicBezTo>
                  <a:pt x="8781" y="7131"/>
                  <a:pt x="8836" y="7008"/>
                  <a:pt x="8836" y="6873"/>
                </a:cubicBezTo>
                <a:cubicBezTo>
                  <a:pt x="8836" y="6601"/>
                  <a:pt x="8616" y="6382"/>
                  <a:pt x="8345" y="6382"/>
                </a:cubicBezTo>
                <a:cubicBezTo>
                  <a:pt x="8210" y="6382"/>
                  <a:pt x="8087" y="6437"/>
                  <a:pt x="7998" y="6526"/>
                </a:cubicBezTo>
                <a:lnTo>
                  <a:pt x="4071" y="10453"/>
                </a:lnTo>
                <a:cubicBezTo>
                  <a:pt x="3982" y="10542"/>
                  <a:pt x="3927" y="10665"/>
                  <a:pt x="3927" y="10800"/>
                </a:cubicBezTo>
                <a:cubicBezTo>
                  <a:pt x="3927" y="10936"/>
                  <a:pt x="3982" y="11058"/>
                  <a:pt x="4071" y="11147"/>
                </a:cubicBezTo>
                <a:lnTo>
                  <a:pt x="7998" y="15074"/>
                </a:lnTo>
                <a:cubicBezTo>
                  <a:pt x="8087" y="15164"/>
                  <a:pt x="8210" y="15218"/>
                  <a:pt x="8345" y="15218"/>
                </a:cubicBezTo>
                <a:cubicBezTo>
                  <a:pt x="8616" y="15218"/>
                  <a:pt x="8836" y="14999"/>
                  <a:pt x="8836" y="14727"/>
                </a:cubicBezTo>
                <a:cubicBezTo>
                  <a:pt x="8836" y="14592"/>
                  <a:pt x="8781" y="14469"/>
                  <a:pt x="8693" y="14380"/>
                </a:cubicBezTo>
                <a:lnTo>
                  <a:pt x="5604" y="11291"/>
                </a:lnTo>
                <a:lnTo>
                  <a:pt x="21109" y="11291"/>
                </a:lnTo>
                <a:cubicBezTo>
                  <a:pt x="21380" y="11291"/>
                  <a:pt x="21600" y="11071"/>
                  <a:pt x="21600" y="10800"/>
                </a:cubicBezTo>
                <a:cubicBezTo>
                  <a:pt x="21600" y="10529"/>
                  <a:pt x="21380" y="10309"/>
                  <a:pt x="21109" y="10309"/>
                </a:cubicBezTo>
                <a:moveTo>
                  <a:pt x="18164" y="13255"/>
                </a:moveTo>
                <a:cubicBezTo>
                  <a:pt x="17893" y="13255"/>
                  <a:pt x="17673" y="13475"/>
                  <a:pt x="17673" y="13745"/>
                </a:cubicBezTo>
                <a:lnTo>
                  <a:pt x="17673" y="20618"/>
                </a:lnTo>
                <a:lnTo>
                  <a:pt x="982" y="20618"/>
                </a:lnTo>
                <a:lnTo>
                  <a:pt x="982" y="982"/>
                </a:lnTo>
                <a:lnTo>
                  <a:pt x="17673" y="982"/>
                </a:lnTo>
                <a:lnTo>
                  <a:pt x="17673" y="7855"/>
                </a:lnTo>
                <a:cubicBezTo>
                  <a:pt x="17673" y="8126"/>
                  <a:pt x="17893" y="8345"/>
                  <a:pt x="18164" y="8345"/>
                </a:cubicBezTo>
                <a:cubicBezTo>
                  <a:pt x="18434" y="8345"/>
                  <a:pt x="18655" y="8126"/>
                  <a:pt x="18655" y="7855"/>
                </a:cubicBezTo>
                <a:lnTo>
                  <a:pt x="18655" y="491"/>
                </a:lnTo>
                <a:cubicBezTo>
                  <a:pt x="18655" y="220"/>
                  <a:pt x="18434" y="0"/>
                  <a:pt x="18164" y="0"/>
                </a:cubicBezTo>
                <a:lnTo>
                  <a:pt x="491" y="0"/>
                </a:lnTo>
                <a:cubicBezTo>
                  <a:pt x="220" y="0"/>
                  <a:pt x="0" y="220"/>
                  <a:pt x="0" y="491"/>
                </a:cubicBezTo>
                <a:lnTo>
                  <a:pt x="0" y="21109"/>
                </a:lnTo>
                <a:cubicBezTo>
                  <a:pt x="0" y="21380"/>
                  <a:pt x="220" y="21600"/>
                  <a:pt x="491" y="21600"/>
                </a:cubicBezTo>
                <a:lnTo>
                  <a:pt x="18164" y="21600"/>
                </a:lnTo>
                <a:cubicBezTo>
                  <a:pt x="18434" y="21600"/>
                  <a:pt x="18655" y="21380"/>
                  <a:pt x="18655" y="21109"/>
                </a:cubicBezTo>
                <a:lnTo>
                  <a:pt x="18655" y="13745"/>
                </a:lnTo>
                <a:cubicBezTo>
                  <a:pt x="18655" y="13475"/>
                  <a:pt x="18434" y="13255"/>
                  <a:pt x="18164" y="13255"/>
                </a:cubicBezTo>
              </a:path>
            </a:pathLst>
          </a:custGeom>
          <a:solidFill>
            <a:schemeClr val="tx1"/>
          </a:solidFill>
          <a:ln w="12700">
            <a:miter lim="400000"/>
          </a:ln>
        </p:spPr>
        <p:txBody>
          <a:bodyPr lIns="14284" tIns="14284" rIns="14284" bIns="14284" anchor="ctr"/>
          <a:lstStyle/>
          <a:p>
            <a:pPr defTabSz="171399" eaLnBrk="1" hangingPunct="1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1125">
              <a:solidFill>
                <a:srgbClr val="FFFFFF"/>
              </a:solidFill>
              <a:effectLst>
                <a:outerShdw blurRad="38100" dist="12700" dir="5400000" rotWithShape="0">
                  <a:srgbClr val="000000">
                    <a:alpha val="50000"/>
                  </a:srgbClr>
                </a:outerShdw>
              </a:effectLst>
              <a:latin typeface="Gill Sans"/>
              <a:ea typeface="Calibri" charset="0"/>
              <a:cs typeface="Calibri" charset="0"/>
              <a:sym typeface="Gill Sans"/>
            </a:endParaRPr>
          </a:p>
        </p:txBody>
      </p:sp>
      <p:sp>
        <p:nvSpPr>
          <p:cNvPr id="65" name="Shape 2895"/>
          <p:cNvSpPr/>
          <p:nvPr userDrawn="1"/>
        </p:nvSpPr>
        <p:spPr>
          <a:xfrm>
            <a:off x="942809" y="4414953"/>
            <a:ext cx="104775" cy="209550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20618" y="15709"/>
                </a:moveTo>
                <a:cubicBezTo>
                  <a:pt x="20347" y="15709"/>
                  <a:pt x="20102" y="15764"/>
                  <a:pt x="19924" y="15853"/>
                </a:cubicBezTo>
                <a:lnTo>
                  <a:pt x="11782" y="19924"/>
                </a:lnTo>
                <a:lnTo>
                  <a:pt x="11782" y="491"/>
                </a:lnTo>
                <a:cubicBezTo>
                  <a:pt x="11782" y="220"/>
                  <a:pt x="11342" y="0"/>
                  <a:pt x="10800" y="0"/>
                </a:cubicBezTo>
                <a:cubicBezTo>
                  <a:pt x="10258" y="0"/>
                  <a:pt x="9818" y="220"/>
                  <a:pt x="9818" y="491"/>
                </a:cubicBezTo>
                <a:lnTo>
                  <a:pt x="9818" y="19924"/>
                </a:lnTo>
                <a:lnTo>
                  <a:pt x="1676" y="15853"/>
                </a:lnTo>
                <a:cubicBezTo>
                  <a:pt x="1498" y="15764"/>
                  <a:pt x="1253" y="15709"/>
                  <a:pt x="982" y="15709"/>
                </a:cubicBezTo>
                <a:cubicBezTo>
                  <a:pt x="440" y="15709"/>
                  <a:pt x="0" y="15929"/>
                  <a:pt x="0" y="16200"/>
                </a:cubicBezTo>
                <a:cubicBezTo>
                  <a:pt x="0" y="16336"/>
                  <a:pt x="110" y="16458"/>
                  <a:pt x="288" y="16547"/>
                </a:cubicBezTo>
                <a:lnTo>
                  <a:pt x="10106" y="21456"/>
                </a:lnTo>
                <a:cubicBezTo>
                  <a:pt x="10284" y="21545"/>
                  <a:pt x="10529" y="21600"/>
                  <a:pt x="10800" y="21600"/>
                </a:cubicBezTo>
                <a:cubicBezTo>
                  <a:pt x="11071" y="21600"/>
                  <a:pt x="11316" y="21545"/>
                  <a:pt x="11494" y="21456"/>
                </a:cubicBezTo>
                <a:lnTo>
                  <a:pt x="21312" y="16547"/>
                </a:lnTo>
                <a:cubicBezTo>
                  <a:pt x="21490" y="16458"/>
                  <a:pt x="21600" y="16336"/>
                  <a:pt x="21600" y="16200"/>
                </a:cubicBezTo>
                <a:cubicBezTo>
                  <a:pt x="21600" y="15929"/>
                  <a:pt x="21160" y="15709"/>
                  <a:pt x="20618" y="15709"/>
                </a:cubicBezTo>
              </a:path>
            </a:pathLst>
          </a:custGeom>
          <a:solidFill>
            <a:schemeClr val="tx1"/>
          </a:solidFill>
          <a:ln w="12700">
            <a:miter lim="400000"/>
          </a:ln>
        </p:spPr>
        <p:txBody>
          <a:bodyPr lIns="14284" tIns="14284" rIns="14284" bIns="14284" anchor="ctr"/>
          <a:lstStyle/>
          <a:p>
            <a:pPr defTabSz="171399" eaLnBrk="1" hangingPunct="1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1125">
              <a:solidFill>
                <a:srgbClr val="FFFFFF"/>
              </a:solidFill>
              <a:effectLst>
                <a:outerShdw blurRad="38100" dist="12700" dir="5400000" rotWithShape="0">
                  <a:srgbClr val="000000">
                    <a:alpha val="50000"/>
                  </a:srgbClr>
                </a:outerShdw>
              </a:effectLst>
              <a:latin typeface="Gill Sans"/>
              <a:ea typeface="Calibri" charset="0"/>
              <a:cs typeface="Calibri" charset="0"/>
              <a:sym typeface="Gill Sans"/>
            </a:endParaRPr>
          </a:p>
        </p:txBody>
      </p:sp>
      <p:sp>
        <p:nvSpPr>
          <p:cNvPr id="66" name="Shape 2896"/>
          <p:cNvSpPr/>
          <p:nvPr userDrawn="1"/>
        </p:nvSpPr>
        <p:spPr>
          <a:xfrm>
            <a:off x="1342859" y="4414953"/>
            <a:ext cx="104775" cy="209550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21312" y="5053"/>
                </a:moveTo>
                <a:lnTo>
                  <a:pt x="11494" y="144"/>
                </a:lnTo>
                <a:cubicBezTo>
                  <a:pt x="11316" y="55"/>
                  <a:pt x="11071" y="0"/>
                  <a:pt x="10800" y="0"/>
                </a:cubicBezTo>
                <a:cubicBezTo>
                  <a:pt x="10529" y="0"/>
                  <a:pt x="10284" y="55"/>
                  <a:pt x="10106" y="144"/>
                </a:cubicBezTo>
                <a:lnTo>
                  <a:pt x="288" y="5053"/>
                </a:lnTo>
                <a:cubicBezTo>
                  <a:pt x="110" y="5142"/>
                  <a:pt x="0" y="5264"/>
                  <a:pt x="0" y="5400"/>
                </a:cubicBezTo>
                <a:cubicBezTo>
                  <a:pt x="0" y="5671"/>
                  <a:pt x="440" y="5891"/>
                  <a:pt x="982" y="5891"/>
                </a:cubicBezTo>
                <a:cubicBezTo>
                  <a:pt x="1253" y="5891"/>
                  <a:pt x="1498" y="5836"/>
                  <a:pt x="1676" y="5747"/>
                </a:cubicBezTo>
                <a:lnTo>
                  <a:pt x="9818" y="1676"/>
                </a:lnTo>
                <a:lnTo>
                  <a:pt x="9818" y="21109"/>
                </a:lnTo>
                <a:cubicBezTo>
                  <a:pt x="9818" y="21380"/>
                  <a:pt x="10258" y="21600"/>
                  <a:pt x="10800" y="21600"/>
                </a:cubicBezTo>
                <a:cubicBezTo>
                  <a:pt x="11342" y="21600"/>
                  <a:pt x="11782" y="21380"/>
                  <a:pt x="11782" y="21109"/>
                </a:cubicBezTo>
                <a:lnTo>
                  <a:pt x="11782" y="1676"/>
                </a:lnTo>
                <a:lnTo>
                  <a:pt x="19924" y="5747"/>
                </a:lnTo>
                <a:cubicBezTo>
                  <a:pt x="20102" y="5836"/>
                  <a:pt x="20347" y="5891"/>
                  <a:pt x="20618" y="5891"/>
                </a:cubicBezTo>
                <a:cubicBezTo>
                  <a:pt x="21160" y="5891"/>
                  <a:pt x="21600" y="5671"/>
                  <a:pt x="21600" y="5400"/>
                </a:cubicBezTo>
                <a:cubicBezTo>
                  <a:pt x="21600" y="5264"/>
                  <a:pt x="21490" y="5142"/>
                  <a:pt x="21312" y="5053"/>
                </a:cubicBezTo>
              </a:path>
            </a:pathLst>
          </a:custGeom>
          <a:solidFill>
            <a:schemeClr val="tx1"/>
          </a:solidFill>
          <a:ln w="12700">
            <a:miter lim="400000"/>
          </a:ln>
        </p:spPr>
        <p:txBody>
          <a:bodyPr lIns="14284" tIns="14284" rIns="14284" bIns="14284" anchor="ctr"/>
          <a:lstStyle/>
          <a:p>
            <a:pPr defTabSz="171399" eaLnBrk="1" hangingPunct="1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1125">
              <a:solidFill>
                <a:srgbClr val="FFFFFF"/>
              </a:solidFill>
              <a:effectLst>
                <a:outerShdw blurRad="38100" dist="12700" dir="5400000" rotWithShape="0">
                  <a:srgbClr val="000000">
                    <a:alpha val="50000"/>
                  </a:srgbClr>
                </a:outerShdw>
              </a:effectLst>
              <a:latin typeface="Gill Sans"/>
              <a:ea typeface="Calibri" charset="0"/>
              <a:cs typeface="Calibri" charset="0"/>
              <a:sym typeface="Gill Sans"/>
            </a:endParaRPr>
          </a:p>
        </p:txBody>
      </p:sp>
      <p:sp>
        <p:nvSpPr>
          <p:cNvPr id="67" name="Shape 2897"/>
          <p:cNvSpPr/>
          <p:nvPr userDrawn="1"/>
        </p:nvSpPr>
        <p:spPr>
          <a:xfrm>
            <a:off x="1690521" y="4467341"/>
            <a:ext cx="209550" cy="104775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21109" y="9818"/>
                </a:moveTo>
                <a:lnTo>
                  <a:pt x="1676" y="9818"/>
                </a:lnTo>
                <a:lnTo>
                  <a:pt x="5747" y="1676"/>
                </a:lnTo>
                <a:cubicBezTo>
                  <a:pt x="5836" y="1499"/>
                  <a:pt x="5891" y="1253"/>
                  <a:pt x="5891" y="982"/>
                </a:cubicBezTo>
                <a:cubicBezTo>
                  <a:pt x="5891" y="439"/>
                  <a:pt x="5671" y="0"/>
                  <a:pt x="5400" y="0"/>
                </a:cubicBezTo>
                <a:cubicBezTo>
                  <a:pt x="5265" y="0"/>
                  <a:pt x="5142" y="110"/>
                  <a:pt x="5053" y="288"/>
                </a:cubicBezTo>
                <a:lnTo>
                  <a:pt x="144" y="10106"/>
                </a:lnTo>
                <a:cubicBezTo>
                  <a:pt x="55" y="10284"/>
                  <a:pt x="0" y="10530"/>
                  <a:pt x="0" y="10800"/>
                </a:cubicBezTo>
                <a:cubicBezTo>
                  <a:pt x="0" y="11071"/>
                  <a:pt x="55" y="11317"/>
                  <a:pt x="144" y="11494"/>
                </a:cubicBezTo>
                <a:lnTo>
                  <a:pt x="5053" y="21312"/>
                </a:lnTo>
                <a:cubicBezTo>
                  <a:pt x="5142" y="21491"/>
                  <a:pt x="5265" y="21600"/>
                  <a:pt x="5400" y="21600"/>
                </a:cubicBezTo>
                <a:cubicBezTo>
                  <a:pt x="5671" y="21600"/>
                  <a:pt x="5891" y="21161"/>
                  <a:pt x="5891" y="20618"/>
                </a:cubicBezTo>
                <a:cubicBezTo>
                  <a:pt x="5891" y="20348"/>
                  <a:pt x="5836" y="20102"/>
                  <a:pt x="5747" y="19924"/>
                </a:cubicBezTo>
                <a:lnTo>
                  <a:pt x="1676" y="11782"/>
                </a:lnTo>
                <a:lnTo>
                  <a:pt x="21109" y="11782"/>
                </a:lnTo>
                <a:cubicBezTo>
                  <a:pt x="21380" y="11782"/>
                  <a:pt x="21600" y="11343"/>
                  <a:pt x="21600" y="10800"/>
                </a:cubicBezTo>
                <a:cubicBezTo>
                  <a:pt x="21600" y="10257"/>
                  <a:pt x="21380" y="9818"/>
                  <a:pt x="21109" y="9818"/>
                </a:cubicBezTo>
              </a:path>
            </a:pathLst>
          </a:custGeom>
          <a:solidFill>
            <a:schemeClr val="tx1"/>
          </a:solidFill>
          <a:ln w="12700">
            <a:miter lim="400000"/>
          </a:ln>
        </p:spPr>
        <p:txBody>
          <a:bodyPr lIns="14284" tIns="14284" rIns="14284" bIns="14284" anchor="ctr"/>
          <a:lstStyle/>
          <a:p>
            <a:pPr defTabSz="171399" eaLnBrk="1" hangingPunct="1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1125">
              <a:solidFill>
                <a:srgbClr val="FFFFFF"/>
              </a:solidFill>
              <a:effectLst>
                <a:outerShdw blurRad="38100" dist="12700" dir="5400000" rotWithShape="0">
                  <a:srgbClr val="000000">
                    <a:alpha val="50000"/>
                  </a:srgbClr>
                </a:outerShdw>
              </a:effectLst>
              <a:latin typeface="Gill Sans"/>
              <a:ea typeface="Calibri" charset="0"/>
              <a:cs typeface="Calibri" charset="0"/>
              <a:sym typeface="Gill Sans"/>
            </a:endParaRPr>
          </a:p>
        </p:txBody>
      </p:sp>
      <p:sp>
        <p:nvSpPr>
          <p:cNvPr id="68" name="Shape 2898"/>
          <p:cNvSpPr/>
          <p:nvPr userDrawn="1"/>
        </p:nvSpPr>
        <p:spPr>
          <a:xfrm>
            <a:off x="2090571" y="4467341"/>
            <a:ext cx="209550" cy="104775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21456" y="10106"/>
                </a:moveTo>
                <a:lnTo>
                  <a:pt x="16547" y="288"/>
                </a:lnTo>
                <a:cubicBezTo>
                  <a:pt x="16458" y="110"/>
                  <a:pt x="16336" y="0"/>
                  <a:pt x="16200" y="0"/>
                </a:cubicBezTo>
                <a:cubicBezTo>
                  <a:pt x="15929" y="0"/>
                  <a:pt x="15709" y="439"/>
                  <a:pt x="15709" y="982"/>
                </a:cubicBezTo>
                <a:cubicBezTo>
                  <a:pt x="15709" y="1253"/>
                  <a:pt x="15764" y="1499"/>
                  <a:pt x="15853" y="1676"/>
                </a:cubicBezTo>
                <a:lnTo>
                  <a:pt x="19924" y="9818"/>
                </a:lnTo>
                <a:lnTo>
                  <a:pt x="491" y="9818"/>
                </a:lnTo>
                <a:cubicBezTo>
                  <a:pt x="220" y="9818"/>
                  <a:pt x="0" y="10257"/>
                  <a:pt x="0" y="10800"/>
                </a:cubicBezTo>
                <a:cubicBezTo>
                  <a:pt x="0" y="11343"/>
                  <a:pt x="220" y="11782"/>
                  <a:pt x="491" y="11782"/>
                </a:cubicBezTo>
                <a:lnTo>
                  <a:pt x="19924" y="11782"/>
                </a:lnTo>
                <a:lnTo>
                  <a:pt x="15853" y="19924"/>
                </a:lnTo>
                <a:cubicBezTo>
                  <a:pt x="15764" y="20102"/>
                  <a:pt x="15709" y="20347"/>
                  <a:pt x="15709" y="20618"/>
                </a:cubicBezTo>
                <a:cubicBezTo>
                  <a:pt x="15709" y="21161"/>
                  <a:pt x="15929" y="21600"/>
                  <a:pt x="16200" y="21600"/>
                </a:cubicBezTo>
                <a:cubicBezTo>
                  <a:pt x="16336" y="21600"/>
                  <a:pt x="16458" y="21491"/>
                  <a:pt x="16547" y="21312"/>
                </a:cubicBezTo>
                <a:lnTo>
                  <a:pt x="21456" y="11494"/>
                </a:lnTo>
                <a:cubicBezTo>
                  <a:pt x="21545" y="11317"/>
                  <a:pt x="21600" y="11071"/>
                  <a:pt x="21600" y="10800"/>
                </a:cubicBezTo>
                <a:cubicBezTo>
                  <a:pt x="21600" y="10529"/>
                  <a:pt x="21545" y="10284"/>
                  <a:pt x="21456" y="10106"/>
                </a:cubicBezTo>
              </a:path>
            </a:pathLst>
          </a:custGeom>
          <a:solidFill>
            <a:schemeClr val="tx1"/>
          </a:solidFill>
          <a:ln w="12700">
            <a:miter lim="400000"/>
          </a:ln>
        </p:spPr>
        <p:txBody>
          <a:bodyPr lIns="14284" tIns="14284" rIns="14284" bIns="14284" anchor="ctr"/>
          <a:lstStyle/>
          <a:p>
            <a:pPr defTabSz="171399" eaLnBrk="1" hangingPunct="1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1125">
              <a:solidFill>
                <a:srgbClr val="FFFFFF"/>
              </a:solidFill>
              <a:effectLst>
                <a:outerShdw blurRad="38100" dist="12700" dir="5400000" rotWithShape="0">
                  <a:srgbClr val="000000">
                    <a:alpha val="50000"/>
                  </a:srgbClr>
                </a:outerShdw>
              </a:effectLst>
              <a:latin typeface="Gill Sans"/>
              <a:ea typeface="Calibri" charset="0"/>
              <a:cs typeface="Calibri" charset="0"/>
              <a:sym typeface="Gill Sans"/>
            </a:endParaRPr>
          </a:p>
        </p:txBody>
      </p:sp>
      <p:sp>
        <p:nvSpPr>
          <p:cNvPr id="69" name="Shape 2899"/>
          <p:cNvSpPr/>
          <p:nvPr userDrawn="1"/>
        </p:nvSpPr>
        <p:spPr>
          <a:xfrm>
            <a:off x="2500146" y="4472103"/>
            <a:ext cx="190500" cy="95250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21060" y="0"/>
                </a:moveTo>
                <a:cubicBezTo>
                  <a:pt x="20911" y="0"/>
                  <a:pt x="20776" y="121"/>
                  <a:pt x="20678" y="316"/>
                </a:cubicBezTo>
                <a:lnTo>
                  <a:pt x="10800" y="19033"/>
                </a:lnTo>
                <a:lnTo>
                  <a:pt x="922" y="316"/>
                </a:lnTo>
                <a:cubicBezTo>
                  <a:pt x="824" y="121"/>
                  <a:pt x="689" y="0"/>
                  <a:pt x="540" y="0"/>
                </a:cubicBezTo>
                <a:cubicBezTo>
                  <a:pt x="242" y="0"/>
                  <a:pt x="0" y="483"/>
                  <a:pt x="0" y="1080"/>
                </a:cubicBezTo>
                <a:cubicBezTo>
                  <a:pt x="0" y="1378"/>
                  <a:pt x="60" y="1648"/>
                  <a:pt x="158" y="1844"/>
                </a:cubicBezTo>
                <a:lnTo>
                  <a:pt x="10418" y="21284"/>
                </a:lnTo>
                <a:cubicBezTo>
                  <a:pt x="10516" y="21480"/>
                  <a:pt x="10651" y="21600"/>
                  <a:pt x="10800" y="21600"/>
                </a:cubicBezTo>
                <a:cubicBezTo>
                  <a:pt x="10949" y="21600"/>
                  <a:pt x="11084" y="21480"/>
                  <a:pt x="11182" y="21284"/>
                </a:cubicBezTo>
                <a:lnTo>
                  <a:pt x="21442" y="1844"/>
                </a:lnTo>
                <a:cubicBezTo>
                  <a:pt x="21540" y="1648"/>
                  <a:pt x="21600" y="1378"/>
                  <a:pt x="21600" y="1080"/>
                </a:cubicBezTo>
                <a:cubicBezTo>
                  <a:pt x="21600" y="483"/>
                  <a:pt x="21358" y="0"/>
                  <a:pt x="21060" y="0"/>
                </a:cubicBezTo>
              </a:path>
            </a:pathLst>
          </a:custGeom>
          <a:solidFill>
            <a:schemeClr val="tx1"/>
          </a:solidFill>
          <a:ln w="12700">
            <a:miter lim="400000"/>
          </a:ln>
        </p:spPr>
        <p:txBody>
          <a:bodyPr lIns="14284" tIns="14284" rIns="14284" bIns="14284" anchor="ctr"/>
          <a:lstStyle/>
          <a:p>
            <a:pPr defTabSz="171399" eaLnBrk="1" hangingPunct="1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1125">
              <a:solidFill>
                <a:srgbClr val="FFFFFF"/>
              </a:solidFill>
              <a:effectLst>
                <a:outerShdw blurRad="38100" dist="12700" dir="5400000" rotWithShape="0">
                  <a:srgbClr val="000000">
                    <a:alpha val="50000"/>
                  </a:srgbClr>
                </a:outerShdw>
              </a:effectLst>
              <a:latin typeface="Gill Sans"/>
              <a:ea typeface="Calibri" charset="0"/>
              <a:cs typeface="Calibri" charset="0"/>
              <a:sym typeface="Gill Sans"/>
            </a:endParaRPr>
          </a:p>
        </p:txBody>
      </p:sp>
      <p:sp>
        <p:nvSpPr>
          <p:cNvPr id="70" name="Shape 2900"/>
          <p:cNvSpPr/>
          <p:nvPr userDrawn="1"/>
        </p:nvSpPr>
        <p:spPr>
          <a:xfrm>
            <a:off x="2900196" y="4472103"/>
            <a:ext cx="190500" cy="95250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21442" y="19756"/>
                </a:moveTo>
                <a:lnTo>
                  <a:pt x="11182" y="316"/>
                </a:lnTo>
                <a:cubicBezTo>
                  <a:pt x="11084" y="121"/>
                  <a:pt x="10949" y="0"/>
                  <a:pt x="10800" y="0"/>
                </a:cubicBezTo>
                <a:cubicBezTo>
                  <a:pt x="10651" y="0"/>
                  <a:pt x="10516" y="121"/>
                  <a:pt x="10418" y="316"/>
                </a:cubicBezTo>
                <a:lnTo>
                  <a:pt x="158" y="19756"/>
                </a:lnTo>
                <a:cubicBezTo>
                  <a:pt x="60" y="19953"/>
                  <a:pt x="0" y="20222"/>
                  <a:pt x="0" y="20520"/>
                </a:cubicBezTo>
                <a:cubicBezTo>
                  <a:pt x="0" y="21117"/>
                  <a:pt x="242" y="21600"/>
                  <a:pt x="540" y="21600"/>
                </a:cubicBezTo>
                <a:cubicBezTo>
                  <a:pt x="689" y="21600"/>
                  <a:pt x="824" y="21480"/>
                  <a:pt x="922" y="21284"/>
                </a:cubicBezTo>
                <a:lnTo>
                  <a:pt x="10800" y="2567"/>
                </a:lnTo>
                <a:lnTo>
                  <a:pt x="20678" y="21284"/>
                </a:lnTo>
                <a:cubicBezTo>
                  <a:pt x="20776" y="21480"/>
                  <a:pt x="20911" y="21600"/>
                  <a:pt x="21060" y="21600"/>
                </a:cubicBezTo>
                <a:cubicBezTo>
                  <a:pt x="21358" y="21600"/>
                  <a:pt x="21600" y="21117"/>
                  <a:pt x="21600" y="20520"/>
                </a:cubicBezTo>
                <a:cubicBezTo>
                  <a:pt x="21600" y="20222"/>
                  <a:pt x="21540" y="19953"/>
                  <a:pt x="21442" y="19756"/>
                </a:cubicBezTo>
              </a:path>
            </a:pathLst>
          </a:custGeom>
          <a:solidFill>
            <a:schemeClr val="tx1"/>
          </a:solidFill>
          <a:ln w="12700">
            <a:miter lim="400000"/>
          </a:ln>
        </p:spPr>
        <p:txBody>
          <a:bodyPr lIns="14284" tIns="14284" rIns="14284" bIns="14284" anchor="ctr"/>
          <a:lstStyle/>
          <a:p>
            <a:pPr defTabSz="171399" eaLnBrk="1" hangingPunct="1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1125">
              <a:solidFill>
                <a:srgbClr val="FFFFFF"/>
              </a:solidFill>
              <a:effectLst>
                <a:outerShdw blurRad="38100" dist="12700" dir="5400000" rotWithShape="0">
                  <a:srgbClr val="000000">
                    <a:alpha val="50000"/>
                  </a:srgbClr>
                </a:outerShdw>
              </a:effectLst>
              <a:latin typeface="Gill Sans"/>
              <a:ea typeface="Calibri" charset="0"/>
              <a:cs typeface="Calibri" charset="0"/>
              <a:sym typeface="Gill Sans"/>
            </a:endParaRPr>
          </a:p>
        </p:txBody>
      </p:sp>
      <p:sp>
        <p:nvSpPr>
          <p:cNvPr id="71" name="Shape 2901"/>
          <p:cNvSpPr/>
          <p:nvPr userDrawn="1"/>
        </p:nvSpPr>
        <p:spPr>
          <a:xfrm>
            <a:off x="3347871" y="4424478"/>
            <a:ext cx="95250" cy="190500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2567" y="10800"/>
                </a:moveTo>
                <a:lnTo>
                  <a:pt x="21284" y="922"/>
                </a:lnTo>
                <a:cubicBezTo>
                  <a:pt x="21480" y="824"/>
                  <a:pt x="21600" y="689"/>
                  <a:pt x="21600" y="540"/>
                </a:cubicBezTo>
                <a:cubicBezTo>
                  <a:pt x="21600" y="242"/>
                  <a:pt x="21117" y="0"/>
                  <a:pt x="20520" y="0"/>
                </a:cubicBezTo>
                <a:cubicBezTo>
                  <a:pt x="20222" y="0"/>
                  <a:pt x="19953" y="61"/>
                  <a:pt x="19756" y="158"/>
                </a:cubicBezTo>
                <a:lnTo>
                  <a:pt x="316" y="10418"/>
                </a:lnTo>
                <a:cubicBezTo>
                  <a:pt x="121" y="10516"/>
                  <a:pt x="0" y="10651"/>
                  <a:pt x="0" y="10800"/>
                </a:cubicBezTo>
                <a:cubicBezTo>
                  <a:pt x="0" y="10949"/>
                  <a:pt x="120" y="11084"/>
                  <a:pt x="316" y="11182"/>
                </a:cubicBezTo>
                <a:lnTo>
                  <a:pt x="19756" y="21442"/>
                </a:lnTo>
                <a:cubicBezTo>
                  <a:pt x="19953" y="21540"/>
                  <a:pt x="20222" y="21600"/>
                  <a:pt x="20520" y="21600"/>
                </a:cubicBezTo>
                <a:cubicBezTo>
                  <a:pt x="21117" y="21600"/>
                  <a:pt x="21600" y="21358"/>
                  <a:pt x="21600" y="21060"/>
                </a:cubicBezTo>
                <a:cubicBezTo>
                  <a:pt x="21600" y="20911"/>
                  <a:pt x="21480" y="20776"/>
                  <a:pt x="21284" y="20678"/>
                </a:cubicBezTo>
                <a:cubicBezTo>
                  <a:pt x="21284" y="20678"/>
                  <a:pt x="2567" y="10800"/>
                  <a:pt x="2567" y="10800"/>
                </a:cubicBezTo>
                <a:close/>
              </a:path>
            </a:pathLst>
          </a:custGeom>
          <a:solidFill>
            <a:schemeClr val="tx1"/>
          </a:solidFill>
          <a:ln w="12700">
            <a:miter lim="400000"/>
          </a:ln>
        </p:spPr>
        <p:txBody>
          <a:bodyPr lIns="14284" tIns="14284" rIns="14284" bIns="14284" anchor="ctr"/>
          <a:lstStyle/>
          <a:p>
            <a:pPr defTabSz="171399" eaLnBrk="1" hangingPunct="1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1125">
              <a:solidFill>
                <a:srgbClr val="FFFFFF"/>
              </a:solidFill>
              <a:effectLst>
                <a:outerShdw blurRad="38100" dist="12700" dir="5400000" rotWithShape="0">
                  <a:srgbClr val="000000">
                    <a:alpha val="50000"/>
                  </a:srgbClr>
                </a:outerShdw>
              </a:effectLst>
              <a:latin typeface="Gill Sans"/>
              <a:ea typeface="Calibri" charset="0"/>
              <a:cs typeface="Calibri" charset="0"/>
              <a:sym typeface="Gill Sans"/>
            </a:endParaRPr>
          </a:p>
        </p:txBody>
      </p:sp>
      <p:sp>
        <p:nvSpPr>
          <p:cNvPr id="72" name="Shape 2902"/>
          <p:cNvSpPr/>
          <p:nvPr userDrawn="1"/>
        </p:nvSpPr>
        <p:spPr>
          <a:xfrm>
            <a:off x="3768002" y="4424478"/>
            <a:ext cx="95250" cy="190500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21284" y="10418"/>
                </a:moveTo>
                <a:lnTo>
                  <a:pt x="1844" y="158"/>
                </a:lnTo>
                <a:cubicBezTo>
                  <a:pt x="1648" y="61"/>
                  <a:pt x="1378" y="0"/>
                  <a:pt x="1080" y="0"/>
                </a:cubicBezTo>
                <a:cubicBezTo>
                  <a:pt x="483" y="0"/>
                  <a:pt x="0" y="242"/>
                  <a:pt x="0" y="540"/>
                </a:cubicBezTo>
                <a:cubicBezTo>
                  <a:pt x="0" y="689"/>
                  <a:pt x="121" y="824"/>
                  <a:pt x="316" y="922"/>
                </a:cubicBezTo>
                <a:lnTo>
                  <a:pt x="19033" y="10800"/>
                </a:lnTo>
                <a:lnTo>
                  <a:pt x="316" y="20678"/>
                </a:lnTo>
                <a:cubicBezTo>
                  <a:pt x="121" y="20776"/>
                  <a:pt x="0" y="20911"/>
                  <a:pt x="0" y="21060"/>
                </a:cubicBezTo>
                <a:cubicBezTo>
                  <a:pt x="0" y="21358"/>
                  <a:pt x="483" y="21600"/>
                  <a:pt x="1080" y="21600"/>
                </a:cubicBezTo>
                <a:cubicBezTo>
                  <a:pt x="1378" y="21600"/>
                  <a:pt x="1648" y="21540"/>
                  <a:pt x="1844" y="21442"/>
                </a:cubicBezTo>
                <a:lnTo>
                  <a:pt x="21284" y="11182"/>
                </a:lnTo>
                <a:cubicBezTo>
                  <a:pt x="21479" y="11084"/>
                  <a:pt x="21600" y="10949"/>
                  <a:pt x="21600" y="10800"/>
                </a:cubicBezTo>
                <a:cubicBezTo>
                  <a:pt x="21600" y="10651"/>
                  <a:pt x="21479" y="10516"/>
                  <a:pt x="21284" y="10418"/>
                </a:cubicBezTo>
              </a:path>
            </a:pathLst>
          </a:custGeom>
          <a:solidFill>
            <a:schemeClr val="tx1"/>
          </a:solidFill>
          <a:ln w="12700">
            <a:miter lim="400000"/>
          </a:ln>
        </p:spPr>
        <p:txBody>
          <a:bodyPr lIns="14284" tIns="14284" rIns="14284" bIns="14284" anchor="ctr"/>
          <a:lstStyle/>
          <a:p>
            <a:pPr defTabSz="171399" eaLnBrk="1" hangingPunct="1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1125">
              <a:solidFill>
                <a:srgbClr val="FFFFFF"/>
              </a:solidFill>
              <a:effectLst>
                <a:outerShdw blurRad="38100" dist="12700" dir="5400000" rotWithShape="0">
                  <a:srgbClr val="000000">
                    <a:alpha val="50000"/>
                  </a:srgbClr>
                </a:outerShdw>
              </a:effectLst>
              <a:latin typeface="Gill Sans"/>
              <a:ea typeface="Calibri" charset="0"/>
              <a:cs typeface="Calibri" charset="0"/>
              <a:sym typeface="Gill Sans"/>
            </a:endParaRPr>
          </a:p>
        </p:txBody>
      </p:sp>
      <p:sp>
        <p:nvSpPr>
          <p:cNvPr id="73" name="Shape 2903"/>
          <p:cNvSpPr/>
          <p:nvPr userDrawn="1"/>
        </p:nvSpPr>
        <p:spPr>
          <a:xfrm>
            <a:off x="909371" y="5765770"/>
            <a:ext cx="209550" cy="209550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0800" y="20618"/>
                </a:moveTo>
                <a:cubicBezTo>
                  <a:pt x="5377" y="20618"/>
                  <a:pt x="982" y="16223"/>
                  <a:pt x="982" y="10800"/>
                </a:cubicBezTo>
                <a:cubicBezTo>
                  <a:pt x="982" y="5377"/>
                  <a:pt x="5377" y="982"/>
                  <a:pt x="10800" y="982"/>
                </a:cubicBezTo>
                <a:cubicBezTo>
                  <a:pt x="16222" y="982"/>
                  <a:pt x="20618" y="5377"/>
                  <a:pt x="20618" y="10800"/>
                </a:cubicBezTo>
                <a:cubicBezTo>
                  <a:pt x="20618" y="16223"/>
                  <a:pt x="16222" y="20618"/>
                  <a:pt x="10800" y="20618"/>
                </a:cubicBezTo>
                <a:moveTo>
                  <a:pt x="10800" y="0"/>
                </a:moveTo>
                <a:cubicBezTo>
                  <a:pt x="4836" y="0"/>
                  <a:pt x="0" y="4835"/>
                  <a:pt x="0" y="10800"/>
                </a:cubicBezTo>
                <a:cubicBezTo>
                  <a:pt x="0" y="16765"/>
                  <a:pt x="4836" y="21600"/>
                  <a:pt x="10800" y="21600"/>
                </a:cubicBezTo>
                <a:cubicBezTo>
                  <a:pt x="16764" y="21600"/>
                  <a:pt x="21600" y="16765"/>
                  <a:pt x="21600" y="10800"/>
                </a:cubicBezTo>
                <a:cubicBezTo>
                  <a:pt x="21600" y="4835"/>
                  <a:pt x="16764" y="0"/>
                  <a:pt x="10800" y="0"/>
                </a:cubicBezTo>
                <a:moveTo>
                  <a:pt x="16200" y="8836"/>
                </a:moveTo>
                <a:cubicBezTo>
                  <a:pt x="16065" y="8836"/>
                  <a:pt x="15942" y="8891"/>
                  <a:pt x="15852" y="8980"/>
                </a:cubicBezTo>
                <a:lnTo>
                  <a:pt x="10800" y="13574"/>
                </a:lnTo>
                <a:lnTo>
                  <a:pt x="5747" y="8980"/>
                </a:lnTo>
                <a:cubicBezTo>
                  <a:pt x="5658" y="8891"/>
                  <a:pt x="5535" y="8836"/>
                  <a:pt x="5400" y="8836"/>
                </a:cubicBezTo>
                <a:cubicBezTo>
                  <a:pt x="5129" y="8836"/>
                  <a:pt x="4909" y="9056"/>
                  <a:pt x="4909" y="9327"/>
                </a:cubicBezTo>
                <a:cubicBezTo>
                  <a:pt x="4909" y="9463"/>
                  <a:pt x="4964" y="9586"/>
                  <a:pt x="5053" y="9674"/>
                </a:cubicBezTo>
                <a:lnTo>
                  <a:pt x="10453" y="14583"/>
                </a:lnTo>
                <a:cubicBezTo>
                  <a:pt x="10542" y="14673"/>
                  <a:pt x="10665" y="14727"/>
                  <a:pt x="10800" y="14727"/>
                </a:cubicBezTo>
                <a:cubicBezTo>
                  <a:pt x="10935" y="14727"/>
                  <a:pt x="11058" y="14673"/>
                  <a:pt x="11147" y="14583"/>
                </a:cubicBezTo>
                <a:lnTo>
                  <a:pt x="16547" y="9674"/>
                </a:lnTo>
                <a:cubicBezTo>
                  <a:pt x="16636" y="9586"/>
                  <a:pt x="16691" y="9463"/>
                  <a:pt x="16691" y="9327"/>
                </a:cubicBezTo>
                <a:cubicBezTo>
                  <a:pt x="16691" y="9056"/>
                  <a:pt x="16471" y="8836"/>
                  <a:pt x="16200" y="8836"/>
                </a:cubicBezTo>
              </a:path>
            </a:pathLst>
          </a:custGeom>
          <a:solidFill>
            <a:schemeClr val="tx1"/>
          </a:solidFill>
          <a:ln w="12700">
            <a:miter lim="400000"/>
          </a:ln>
        </p:spPr>
        <p:txBody>
          <a:bodyPr lIns="14284" tIns="14284" rIns="14284" bIns="14284" anchor="ctr"/>
          <a:lstStyle/>
          <a:p>
            <a:pPr defTabSz="171399" eaLnBrk="1" hangingPunct="1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1125">
              <a:solidFill>
                <a:srgbClr val="FFFFFF"/>
              </a:solidFill>
              <a:effectLst>
                <a:outerShdw blurRad="38100" dist="12700" dir="5400000" rotWithShape="0">
                  <a:srgbClr val="000000">
                    <a:alpha val="50000"/>
                  </a:srgbClr>
                </a:outerShdw>
              </a:effectLst>
              <a:latin typeface="Gill Sans"/>
              <a:ea typeface="Calibri" charset="0"/>
              <a:cs typeface="Calibri" charset="0"/>
              <a:sym typeface="Gill Sans"/>
            </a:endParaRPr>
          </a:p>
        </p:txBody>
      </p:sp>
      <p:sp>
        <p:nvSpPr>
          <p:cNvPr id="74" name="Shape 2904"/>
          <p:cNvSpPr/>
          <p:nvPr userDrawn="1"/>
        </p:nvSpPr>
        <p:spPr>
          <a:xfrm>
            <a:off x="1309421" y="5765770"/>
            <a:ext cx="209550" cy="209550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1147" y="7017"/>
                </a:moveTo>
                <a:cubicBezTo>
                  <a:pt x="11058" y="6927"/>
                  <a:pt x="10935" y="6873"/>
                  <a:pt x="10800" y="6873"/>
                </a:cubicBezTo>
                <a:cubicBezTo>
                  <a:pt x="10665" y="6873"/>
                  <a:pt x="10542" y="6927"/>
                  <a:pt x="10453" y="7017"/>
                </a:cubicBezTo>
                <a:lnTo>
                  <a:pt x="5053" y="11926"/>
                </a:lnTo>
                <a:cubicBezTo>
                  <a:pt x="4964" y="12015"/>
                  <a:pt x="4909" y="12138"/>
                  <a:pt x="4909" y="12273"/>
                </a:cubicBezTo>
                <a:cubicBezTo>
                  <a:pt x="4909" y="12544"/>
                  <a:pt x="5129" y="12764"/>
                  <a:pt x="5400" y="12764"/>
                </a:cubicBezTo>
                <a:cubicBezTo>
                  <a:pt x="5535" y="12764"/>
                  <a:pt x="5658" y="12709"/>
                  <a:pt x="5747" y="12620"/>
                </a:cubicBezTo>
                <a:lnTo>
                  <a:pt x="10800" y="8026"/>
                </a:lnTo>
                <a:lnTo>
                  <a:pt x="15853" y="12620"/>
                </a:lnTo>
                <a:cubicBezTo>
                  <a:pt x="15942" y="12709"/>
                  <a:pt x="16065" y="12764"/>
                  <a:pt x="16200" y="12764"/>
                </a:cubicBezTo>
                <a:cubicBezTo>
                  <a:pt x="16471" y="12764"/>
                  <a:pt x="16691" y="12544"/>
                  <a:pt x="16691" y="12273"/>
                </a:cubicBezTo>
                <a:cubicBezTo>
                  <a:pt x="16691" y="12138"/>
                  <a:pt x="16636" y="12015"/>
                  <a:pt x="16547" y="11926"/>
                </a:cubicBezTo>
                <a:cubicBezTo>
                  <a:pt x="16547" y="11926"/>
                  <a:pt x="11147" y="7017"/>
                  <a:pt x="11147" y="7017"/>
                </a:cubicBezTo>
                <a:close/>
                <a:moveTo>
                  <a:pt x="10800" y="20618"/>
                </a:moveTo>
                <a:cubicBezTo>
                  <a:pt x="5377" y="20618"/>
                  <a:pt x="982" y="16223"/>
                  <a:pt x="982" y="10800"/>
                </a:cubicBezTo>
                <a:cubicBezTo>
                  <a:pt x="982" y="5377"/>
                  <a:pt x="5377" y="982"/>
                  <a:pt x="10800" y="982"/>
                </a:cubicBezTo>
                <a:cubicBezTo>
                  <a:pt x="16222" y="982"/>
                  <a:pt x="20618" y="5377"/>
                  <a:pt x="20618" y="10800"/>
                </a:cubicBezTo>
                <a:cubicBezTo>
                  <a:pt x="20618" y="16223"/>
                  <a:pt x="16222" y="20618"/>
                  <a:pt x="10800" y="20618"/>
                </a:cubicBezTo>
                <a:moveTo>
                  <a:pt x="10800" y="0"/>
                </a:moveTo>
                <a:cubicBezTo>
                  <a:pt x="4836" y="0"/>
                  <a:pt x="0" y="4835"/>
                  <a:pt x="0" y="10800"/>
                </a:cubicBezTo>
                <a:cubicBezTo>
                  <a:pt x="0" y="16765"/>
                  <a:pt x="4836" y="21600"/>
                  <a:pt x="10800" y="21600"/>
                </a:cubicBezTo>
                <a:cubicBezTo>
                  <a:pt x="16764" y="21600"/>
                  <a:pt x="21600" y="16765"/>
                  <a:pt x="21600" y="10800"/>
                </a:cubicBezTo>
                <a:cubicBezTo>
                  <a:pt x="21600" y="4835"/>
                  <a:pt x="16764" y="0"/>
                  <a:pt x="10800" y="0"/>
                </a:cubicBezTo>
              </a:path>
            </a:pathLst>
          </a:custGeom>
          <a:solidFill>
            <a:schemeClr val="tx1"/>
          </a:solidFill>
          <a:ln w="12700">
            <a:miter lim="400000"/>
          </a:ln>
        </p:spPr>
        <p:txBody>
          <a:bodyPr lIns="14284" tIns="14284" rIns="14284" bIns="14284" anchor="ctr"/>
          <a:lstStyle/>
          <a:p>
            <a:pPr defTabSz="171399" eaLnBrk="1" hangingPunct="1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1125">
              <a:solidFill>
                <a:srgbClr val="FFFFFF"/>
              </a:solidFill>
              <a:effectLst>
                <a:outerShdw blurRad="38100" dist="12700" dir="5400000" rotWithShape="0">
                  <a:srgbClr val="000000">
                    <a:alpha val="50000"/>
                  </a:srgbClr>
                </a:outerShdw>
              </a:effectLst>
              <a:latin typeface="Gill Sans"/>
              <a:ea typeface="Calibri" charset="0"/>
              <a:cs typeface="Calibri" charset="0"/>
              <a:sym typeface="Gill Sans"/>
            </a:endParaRPr>
          </a:p>
        </p:txBody>
      </p:sp>
      <p:sp>
        <p:nvSpPr>
          <p:cNvPr id="75" name="Shape 2905"/>
          <p:cNvSpPr/>
          <p:nvPr userDrawn="1"/>
        </p:nvSpPr>
        <p:spPr>
          <a:xfrm>
            <a:off x="1709471" y="5765770"/>
            <a:ext cx="209550" cy="209550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0800" y="20618"/>
                </a:moveTo>
                <a:cubicBezTo>
                  <a:pt x="5377" y="20618"/>
                  <a:pt x="982" y="16223"/>
                  <a:pt x="982" y="10800"/>
                </a:cubicBezTo>
                <a:cubicBezTo>
                  <a:pt x="982" y="5378"/>
                  <a:pt x="5377" y="982"/>
                  <a:pt x="10800" y="982"/>
                </a:cubicBezTo>
                <a:cubicBezTo>
                  <a:pt x="16223" y="982"/>
                  <a:pt x="20618" y="5378"/>
                  <a:pt x="20618" y="10800"/>
                </a:cubicBezTo>
                <a:cubicBezTo>
                  <a:pt x="20618" y="16223"/>
                  <a:pt x="16223" y="20618"/>
                  <a:pt x="10800" y="20618"/>
                </a:cubicBezTo>
                <a:moveTo>
                  <a:pt x="10800" y="0"/>
                </a:moveTo>
                <a:cubicBezTo>
                  <a:pt x="4836" y="0"/>
                  <a:pt x="0" y="4835"/>
                  <a:pt x="0" y="10800"/>
                </a:cubicBezTo>
                <a:cubicBezTo>
                  <a:pt x="0" y="16765"/>
                  <a:pt x="4836" y="21600"/>
                  <a:pt x="10800" y="21600"/>
                </a:cubicBezTo>
                <a:cubicBezTo>
                  <a:pt x="16764" y="21600"/>
                  <a:pt x="21600" y="16765"/>
                  <a:pt x="21600" y="10800"/>
                </a:cubicBezTo>
                <a:cubicBezTo>
                  <a:pt x="21600" y="4835"/>
                  <a:pt x="16764" y="0"/>
                  <a:pt x="10800" y="0"/>
                </a:cubicBezTo>
                <a:moveTo>
                  <a:pt x="12764" y="5400"/>
                </a:moveTo>
                <a:cubicBezTo>
                  <a:pt x="12764" y="5129"/>
                  <a:pt x="12544" y="4909"/>
                  <a:pt x="12273" y="4909"/>
                </a:cubicBezTo>
                <a:cubicBezTo>
                  <a:pt x="12137" y="4909"/>
                  <a:pt x="12015" y="4964"/>
                  <a:pt x="11926" y="5053"/>
                </a:cubicBezTo>
                <a:lnTo>
                  <a:pt x="7017" y="10453"/>
                </a:lnTo>
                <a:cubicBezTo>
                  <a:pt x="6928" y="10542"/>
                  <a:pt x="6873" y="10665"/>
                  <a:pt x="6873" y="10800"/>
                </a:cubicBezTo>
                <a:cubicBezTo>
                  <a:pt x="6873" y="10936"/>
                  <a:pt x="6928" y="11058"/>
                  <a:pt x="7017" y="11147"/>
                </a:cubicBezTo>
                <a:lnTo>
                  <a:pt x="11926" y="16547"/>
                </a:lnTo>
                <a:cubicBezTo>
                  <a:pt x="12015" y="16636"/>
                  <a:pt x="12137" y="16691"/>
                  <a:pt x="12273" y="16691"/>
                </a:cubicBezTo>
                <a:cubicBezTo>
                  <a:pt x="12544" y="16691"/>
                  <a:pt x="12764" y="16471"/>
                  <a:pt x="12764" y="16200"/>
                </a:cubicBezTo>
                <a:cubicBezTo>
                  <a:pt x="12764" y="16065"/>
                  <a:pt x="12709" y="15942"/>
                  <a:pt x="12620" y="15853"/>
                </a:cubicBezTo>
                <a:lnTo>
                  <a:pt x="8026" y="10800"/>
                </a:lnTo>
                <a:lnTo>
                  <a:pt x="12620" y="5747"/>
                </a:lnTo>
                <a:cubicBezTo>
                  <a:pt x="12709" y="5658"/>
                  <a:pt x="12764" y="5536"/>
                  <a:pt x="12764" y="5400"/>
                </a:cubicBezTo>
              </a:path>
            </a:pathLst>
          </a:custGeom>
          <a:solidFill>
            <a:schemeClr val="tx1"/>
          </a:solidFill>
          <a:ln w="12700">
            <a:miter lim="400000"/>
          </a:ln>
        </p:spPr>
        <p:txBody>
          <a:bodyPr lIns="14284" tIns="14284" rIns="14284" bIns="14284" anchor="ctr"/>
          <a:lstStyle/>
          <a:p>
            <a:pPr defTabSz="171399" eaLnBrk="1" hangingPunct="1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1125">
              <a:solidFill>
                <a:srgbClr val="FFFFFF"/>
              </a:solidFill>
              <a:effectLst>
                <a:outerShdw blurRad="38100" dist="12700" dir="5400000" rotWithShape="0">
                  <a:srgbClr val="000000">
                    <a:alpha val="50000"/>
                  </a:srgbClr>
                </a:outerShdw>
              </a:effectLst>
              <a:latin typeface="Gill Sans"/>
              <a:ea typeface="Calibri" charset="0"/>
              <a:cs typeface="Calibri" charset="0"/>
              <a:sym typeface="Gill Sans"/>
            </a:endParaRPr>
          </a:p>
        </p:txBody>
      </p:sp>
      <p:sp>
        <p:nvSpPr>
          <p:cNvPr id="76" name="Shape 2906"/>
          <p:cNvSpPr/>
          <p:nvPr userDrawn="1"/>
        </p:nvSpPr>
        <p:spPr>
          <a:xfrm>
            <a:off x="2109521" y="5765770"/>
            <a:ext cx="209550" cy="209550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0800" y="20618"/>
                </a:moveTo>
                <a:cubicBezTo>
                  <a:pt x="5377" y="20618"/>
                  <a:pt x="982" y="16223"/>
                  <a:pt x="982" y="10800"/>
                </a:cubicBezTo>
                <a:cubicBezTo>
                  <a:pt x="982" y="5378"/>
                  <a:pt x="5377" y="982"/>
                  <a:pt x="10800" y="982"/>
                </a:cubicBezTo>
                <a:cubicBezTo>
                  <a:pt x="16223" y="982"/>
                  <a:pt x="20618" y="5378"/>
                  <a:pt x="20618" y="10800"/>
                </a:cubicBezTo>
                <a:cubicBezTo>
                  <a:pt x="20618" y="16223"/>
                  <a:pt x="16223" y="20618"/>
                  <a:pt x="10800" y="20618"/>
                </a:cubicBezTo>
                <a:moveTo>
                  <a:pt x="10800" y="0"/>
                </a:moveTo>
                <a:cubicBezTo>
                  <a:pt x="4836" y="0"/>
                  <a:pt x="0" y="4835"/>
                  <a:pt x="0" y="10800"/>
                </a:cubicBezTo>
                <a:cubicBezTo>
                  <a:pt x="0" y="16765"/>
                  <a:pt x="4836" y="21600"/>
                  <a:pt x="10800" y="21600"/>
                </a:cubicBezTo>
                <a:cubicBezTo>
                  <a:pt x="16764" y="21600"/>
                  <a:pt x="21600" y="16765"/>
                  <a:pt x="21600" y="10800"/>
                </a:cubicBezTo>
                <a:cubicBezTo>
                  <a:pt x="21600" y="4835"/>
                  <a:pt x="16764" y="0"/>
                  <a:pt x="10800" y="0"/>
                </a:cubicBezTo>
                <a:moveTo>
                  <a:pt x="9674" y="5053"/>
                </a:moveTo>
                <a:cubicBezTo>
                  <a:pt x="9585" y="4964"/>
                  <a:pt x="9463" y="4909"/>
                  <a:pt x="9327" y="4909"/>
                </a:cubicBezTo>
                <a:cubicBezTo>
                  <a:pt x="9056" y="4909"/>
                  <a:pt x="8836" y="5129"/>
                  <a:pt x="8836" y="5400"/>
                </a:cubicBezTo>
                <a:cubicBezTo>
                  <a:pt x="8836" y="5536"/>
                  <a:pt x="8891" y="5658"/>
                  <a:pt x="8980" y="5747"/>
                </a:cubicBezTo>
                <a:lnTo>
                  <a:pt x="13574" y="10800"/>
                </a:lnTo>
                <a:lnTo>
                  <a:pt x="8980" y="15853"/>
                </a:lnTo>
                <a:cubicBezTo>
                  <a:pt x="8891" y="15942"/>
                  <a:pt x="8836" y="16065"/>
                  <a:pt x="8836" y="16200"/>
                </a:cubicBezTo>
                <a:cubicBezTo>
                  <a:pt x="8836" y="16471"/>
                  <a:pt x="9056" y="16691"/>
                  <a:pt x="9327" y="16691"/>
                </a:cubicBezTo>
                <a:cubicBezTo>
                  <a:pt x="9463" y="16691"/>
                  <a:pt x="9585" y="16636"/>
                  <a:pt x="9674" y="16547"/>
                </a:cubicBezTo>
                <a:lnTo>
                  <a:pt x="14583" y="11147"/>
                </a:lnTo>
                <a:cubicBezTo>
                  <a:pt x="14672" y="11058"/>
                  <a:pt x="14727" y="10936"/>
                  <a:pt x="14727" y="10800"/>
                </a:cubicBezTo>
                <a:cubicBezTo>
                  <a:pt x="14727" y="10665"/>
                  <a:pt x="14672" y="10542"/>
                  <a:pt x="14583" y="10453"/>
                </a:cubicBezTo>
                <a:cubicBezTo>
                  <a:pt x="14583" y="10453"/>
                  <a:pt x="9674" y="5053"/>
                  <a:pt x="9674" y="5053"/>
                </a:cubicBezTo>
                <a:close/>
              </a:path>
            </a:pathLst>
          </a:custGeom>
          <a:solidFill>
            <a:schemeClr val="tx1"/>
          </a:solidFill>
          <a:ln w="12700">
            <a:miter lim="400000"/>
          </a:ln>
        </p:spPr>
        <p:txBody>
          <a:bodyPr lIns="14284" tIns="14284" rIns="14284" bIns="14284" anchor="ctr"/>
          <a:lstStyle/>
          <a:p>
            <a:pPr defTabSz="171399" eaLnBrk="1" hangingPunct="1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1125">
              <a:solidFill>
                <a:srgbClr val="FFFFFF"/>
              </a:solidFill>
              <a:effectLst>
                <a:outerShdw blurRad="38100" dist="12700" dir="5400000" rotWithShape="0">
                  <a:srgbClr val="000000">
                    <a:alpha val="50000"/>
                  </a:srgbClr>
                </a:outerShdw>
              </a:effectLst>
              <a:latin typeface="Gill Sans"/>
              <a:ea typeface="Calibri" charset="0"/>
              <a:cs typeface="Calibri" charset="0"/>
              <a:sym typeface="Gill Sans"/>
            </a:endParaRPr>
          </a:p>
        </p:txBody>
      </p:sp>
      <p:sp>
        <p:nvSpPr>
          <p:cNvPr id="77" name="Shape 2907"/>
          <p:cNvSpPr/>
          <p:nvPr userDrawn="1"/>
        </p:nvSpPr>
        <p:spPr>
          <a:xfrm>
            <a:off x="2509571" y="5765770"/>
            <a:ext cx="209550" cy="209550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2973" y="235"/>
                </a:moveTo>
                <a:cubicBezTo>
                  <a:pt x="12909" y="205"/>
                  <a:pt x="12840" y="184"/>
                  <a:pt x="12764" y="184"/>
                </a:cubicBezTo>
                <a:cubicBezTo>
                  <a:pt x="12493" y="184"/>
                  <a:pt x="12273" y="404"/>
                  <a:pt x="12273" y="675"/>
                </a:cubicBezTo>
                <a:cubicBezTo>
                  <a:pt x="12273" y="946"/>
                  <a:pt x="12493" y="1166"/>
                  <a:pt x="12764" y="1166"/>
                </a:cubicBezTo>
                <a:lnTo>
                  <a:pt x="12764" y="1179"/>
                </a:lnTo>
                <a:cubicBezTo>
                  <a:pt x="17245" y="2089"/>
                  <a:pt x="20618" y="6050"/>
                  <a:pt x="20618" y="10800"/>
                </a:cubicBezTo>
                <a:cubicBezTo>
                  <a:pt x="20618" y="16223"/>
                  <a:pt x="16223" y="20618"/>
                  <a:pt x="10800" y="20618"/>
                </a:cubicBezTo>
                <a:cubicBezTo>
                  <a:pt x="5377" y="20618"/>
                  <a:pt x="982" y="16223"/>
                  <a:pt x="982" y="10800"/>
                </a:cubicBezTo>
                <a:cubicBezTo>
                  <a:pt x="982" y="6050"/>
                  <a:pt x="4355" y="2089"/>
                  <a:pt x="8836" y="1179"/>
                </a:cubicBezTo>
                <a:lnTo>
                  <a:pt x="8836" y="1166"/>
                </a:lnTo>
                <a:cubicBezTo>
                  <a:pt x="9107" y="1166"/>
                  <a:pt x="9327" y="946"/>
                  <a:pt x="9327" y="675"/>
                </a:cubicBezTo>
                <a:cubicBezTo>
                  <a:pt x="9327" y="404"/>
                  <a:pt x="9107" y="184"/>
                  <a:pt x="8836" y="184"/>
                </a:cubicBezTo>
                <a:cubicBezTo>
                  <a:pt x="8761" y="184"/>
                  <a:pt x="8691" y="205"/>
                  <a:pt x="8627" y="235"/>
                </a:cubicBezTo>
                <a:cubicBezTo>
                  <a:pt x="3706" y="1243"/>
                  <a:pt x="0" y="5582"/>
                  <a:pt x="0" y="10800"/>
                </a:cubicBezTo>
                <a:cubicBezTo>
                  <a:pt x="0" y="16765"/>
                  <a:pt x="4835" y="21600"/>
                  <a:pt x="10800" y="21600"/>
                </a:cubicBezTo>
                <a:cubicBezTo>
                  <a:pt x="16765" y="21600"/>
                  <a:pt x="21600" y="16765"/>
                  <a:pt x="21600" y="10800"/>
                </a:cubicBezTo>
                <a:cubicBezTo>
                  <a:pt x="21600" y="5582"/>
                  <a:pt x="17893" y="1243"/>
                  <a:pt x="12973" y="235"/>
                </a:cubicBezTo>
                <a:moveTo>
                  <a:pt x="6873" y="9818"/>
                </a:moveTo>
                <a:cubicBezTo>
                  <a:pt x="6602" y="9818"/>
                  <a:pt x="6382" y="10038"/>
                  <a:pt x="6382" y="10309"/>
                </a:cubicBezTo>
                <a:cubicBezTo>
                  <a:pt x="6382" y="10445"/>
                  <a:pt x="6437" y="10567"/>
                  <a:pt x="6526" y="10656"/>
                </a:cubicBezTo>
                <a:lnTo>
                  <a:pt x="10453" y="14583"/>
                </a:lnTo>
                <a:cubicBezTo>
                  <a:pt x="10542" y="14673"/>
                  <a:pt x="10664" y="14727"/>
                  <a:pt x="10800" y="14727"/>
                </a:cubicBezTo>
                <a:cubicBezTo>
                  <a:pt x="10936" y="14727"/>
                  <a:pt x="11059" y="14673"/>
                  <a:pt x="11147" y="14583"/>
                </a:cubicBezTo>
                <a:lnTo>
                  <a:pt x="15074" y="10656"/>
                </a:lnTo>
                <a:cubicBezTo>
                  <a:pt x="15163" y="10567"/>
                  <a:pt x="15218" y="10445"/>
                  <a:pt x="15218" y="10309"/>
                </a:cubicBezTo>
                <a:cubicBezTo>
                  <a:pt x="15218" y="10038"/>
                  <a:pt x="14998" y="9818"/>
                  <a:pt x="14727" y="9818"/>
                </a:cubicBezTo>
                <a:cubicBezTo>
                  <a:pt x="14592" y="9818"/>
                  <a:pt x="14469" y="9873"/>
                  <a:pt x="14380" y="9962"/>
                </a:cubicBezTo>
                <a:lnTo>
                  <a:pt x="11291" y="13051"/>
                </a:lnTo>
                <a:lnTo>
                  <a:pt x="11291" y="491"/>
                </a:lnTo>
                <a:cubicBezTo>
                  <a:pt x="11291" y="220"/>
                  <a:pt x="11071" y="0"/>
                  <a:pt x="10800" y="0"/>
                </a:cubicBezTo>
                <a:cubicBezTo>
                  <a:pt x="10529" y="0"/>
                  <a:pt x="10309" y="220"/>
                  <a:pt x="10309" y="491"/>
                </a:cubicBezTo>
                <a:lnTo>
                  <a:pt x="10309" y="13051"/>
                </a:lnTo>
                <a:lnTo>
                  <a:pt x="7220" y="9962"/>
                </a:lnTo>
                <a:cubicBezTo>
                  <a:pt x="7131" y="9873"/>
                  <a:pt x="7009" y="9818"/>
                  <a:pt x="6873" y="9818"/>
                </a:cubicBezTo>
              </a:path>
            </a:pathLst>
          </a:custGeom>
          <a:solidFill>
            <a:schemeClr val="tx1"/>
          </a:solidFill>
          <a:ln w="12700">
            <a:miter lim="400000"/>
          </a:ln>
        </p:spPr>
        <p:txBody>
          <a:bodyPr lIns="14284" tIns="14284" rIns="14284" bIns="14284" anchor="ctr"/>
          <a:lstStyle/>
          <a:p>
            <a:pPr defTabSz="171399" eaLnBrk="1" hangingPunct="1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1125">
              <a:solidFill>
                <a:srgbClr val="FFFFFF"/>
              </a:solidFill>
              <a:effectLst>
                <a:outerShdw blurRad="38100" dist="12700" dir="5400000" rotWithShape="0">
                  <a:srgbClr val="000000">
                    <a:alpha val="50000"/>
                  </a:srgbClr>
                </a:outerShdw>
              </a:effectLst>
              <a:latin typeface="Gill Sans"/>
              <a:ea typeface="Calibri" charset="0"/>
              <a:cs typeface="Calibri" charset="0"/>
              <a:sym typeface="Gill Sans"/>
            </a:endParaRPr>
          </a:p>
        </p:txBody>
      </p:sp>
      <p:sp>
        <p:nvSpPr>
          <p:cNvPr id="78" name="Shape 2908"/>
          <p:cNvSpPr/>
          <p:nvPr userDrawn="1"/>
        </p:nvSpPr>
        <p:spPr>
          <a:xfrm>
            <a:off x="2559812" y="5354114"/>
            <a:ext cx="209550" cy="114300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0800" y="19397"/>
                </a:moveTo>
                <a:lnTo>
                  <a:pt x="1638" y="1800"/>
                </a:lnTo>
                <a:lnTo>
                  <a:pt x="19962" y="1800"/>
                </a:lnTo>
                <a:cubicBezTo>
                  <a:pt x="19962" y="1800"/>
                  <a:pt x="10800" y="19397"/>
                  <a:pt x="10800" y="19397"/>
                </a:cubicBezTo>
                <a:close/>
                <a:moveTo>
                  <a:pt x="21600" y="900"/>
                </a:moveTo>
                <a:cubicBezTo>
                  <a:pt x="21600" y="403"/>
                  <a:pt x="21380" y="0"/>
                  <a:pt x="21109" y="0"/>
                </a:cubicBezTo>
                <a:lnTo>
                  <a:pt x="491" y="0"/>
                </a:lnTo>
                <a:cubicBezTo>
                  <a:pt x="220" y="0"/>
                  <a:pt x="0" y="403"/>
                  <a:pt x="0" y="900"/>
                </a:cubicBezTo>
                <a:cubicBezTo>
                  <a:pt x="0" y="1141"/>
                  <a:pt x="53" y="1357"/>
                  <a:pt x="137" y="1519"/>
                </a:cubicBezTo>
                <a:lnTo>
                  <a:pt x="136" y="1521"/>
                </a:lnTo>
                <a:lnTo>
                  <a:pt x="10445" y="21321"/>
                </a:lnTo>
                <a:lnTo>
                  <a:pt x="10446" y="21319"/>
                </a:lnTo>
                <a:cubicBezTo>
                  <a:pt x="10536" y="21491"/>
                  <a:pt x="10660" y="21600"/>
                  <a:pt x="10800" y="21600"/>
                </a:cubicBezTo>
                <a:cubicBezTo>
                  <a:pt x="10940" y="21600"/>
                  <a:pt x="11064" y="21491"/>
                  <a:pt x="11154" y="21319"/>
                </a:cubicBezTo>
                <a:lnTo>
                  <a:pt x="11155" y="21321"/>
                </a:lnTo>
                <a:lnTo>
                  <a:pt x="21464" y="1521"/>
                </a:lnTo>
                <a:lnTo>
                  <a:pt x="21463" y="1519"/>
                </a:lnTo>
                <a:cubicBezTo>
                  <a:pt x="21547" y="1357"/>
                  <a:pt x="21600" y="1141"/>
                  <a:pt x="21600" y="900"/>
                </a:cubicBezTo>
              </a:path>
            </a:pathLst>
          </a:custGeom>
          <a:solidFill>
            <a:schemeClr val="tx1"/>
          </a:solidFill>
          <a:ln w="12700">
            <a:miter lim="400000"/>
          </a:ln>
        </p:spPr>
        <p:txBody>
          <a:bodyPr lIns="14284" tIns="14284" rIns="14284" bIns="14284" anchor="ctr"/>
          <a:lstStyle/>
          <a:p>
            <a:pPr defTabSz="171399" eaLnBrk="1" hangingPunct="1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1125">
              <a:solidFill>
                <a:srgbClr val="FFFFFF"/>
              </a:solidFill>
              <a:effectLst>
                <a:outerShdw blurRad="38100" dist="12700" dir="5400000" rotWithShape="0">
                  <a:srgbClr val="000000">
                    <a:alpha val="50000"/>
                  </a:srgbClr>
                </a:outerShdw>
              </a:effectLst>
              <a:latin typeface="Gill Sans"/>
              <a:ea typeface="Calibri" charset="0"/>
              <a:cs typeface="Calibri" charset="0"/>
              <a:sym typeface="Gill Sans"/>
            </a:endParaRPr>
          </a:p>
        </p:txBody>
      </p:sp>
      <p:sp>
        <p:nvSpPr>
          <p:cNvPr id="79" name="Shape 2909"/>
          <p:cNvSpPr/>
          <p:nvPr userDrawn="1"/>
        </p:nvSpPr>
        <p:spPr>
          <a:xfrm>
            <a:off x="2959862" y="5354114"/>
            <a:ext cx="209550" cy="114300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638" y="19800"/>
                </a:moveTo>
                <a:lnTo>
                  <a:pt x="10800" y="2203"/>
                </a:lnTo>
                <a:lnTo>
                  <a:pt x="19962" y="19800"/>
                </a:lnTo>
                <a:cubicBezTo>
                  <a:pt x="19962" y="19800"/>
                  <a:pt x="1638" y="19800"/>
                  <a:pt x="1638" y="19800"/>
                </a:cubicBezTo>
                <a:close/>
                <a:moveTo>
                  <a:pt x="21463" y="20081"/>
                </a:moveTo>
                <a:lnTo>
                  <a:pt x="21464" y="20079"/>
                </a:lnTo>
                <a:lnTo>
                  <a:pt x="11155" y="279"/>
                </a:lnTo>
                <a:lnTo>
                  <a:pt x="11154" y="282"/>
                </a:lnTo>
                <a:cubicBezTo>
                  <a:pt x="11064" y="109"/>
                  <a:pt x="10940" y="0"/>
                  <a:pt x="10800" y="0"/>
                </a:cubicBezTo>
                <a:cubicBezTo>
                  <a:pt x="10660" y="0"/>
                  <a:pt x="10536" y="109"/>
                  <a:pt x="10446" y="282"/>
                </a:cubicBezTo>
                <a:lnTo>
                  <a:pt x="10445" y="279"/>
                </a:lnTo>
                <a:lnTo>
                  <a:pt x="136" y="20079"/>
                </a:lnTo>
                <a:lnTo>
                  <a:pt x="137" y="20081"/>
                </a:lnTo>
                <a:cubicBezTo>
                  <a:pt x="54" y="20243"/>
                  <a:pt x="0" y="20459"/>
                  <a:pt x="0" y="20700"/>
                </a:cubicBezTo>
                <a:cubicBezTo>
                  <a:pt x="0" y="21197"/>
                  <a:pt x="220" y="21600"/>
                  <a:pt x="491" y="21600"/>
                </a:cubicBezTo>
                <a:lnTo>
                  <a:pt x="21109" y="21600"/>
                </a:lnTo>
                <a:cubicBezTo>
                  <a:pt x="21380" y="21600"/>
                  <a:pt x="21600" y="21197"/>
                  <a:pt x="21600" y="20700"/>
                </a:cubicBezTo>
                <a:cubicBezTo>
                  <a:pt x="21600" y="20459"/>
                  <a:pt x="21547" y="20243"/>
                  <a:pt x="21463" y="20081"/>
                </a:cubicBezTo>
              </a:path>
            </a:pathLst>
          </a:custGeom>
          <a:solidFill>
            <a:schemeClr val="tx1"/>
          </a:solidFill>
          <a:ln w="12700">
            <a:miter lim="400000"/>
          </a:ln>
        </p:spPr>
        <p:txBody>
          <a:bodyPr lIns="14284" tIns="14284" rIns="14284" bIns="14284" anchor="ctr"/>
          <a:lstStyle/>
          <a:p>
            <a:pPr defTabSz="171399" eaLnBrk="1" hangingPunct="1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1125">
              <a:solidFill>
                <a:srgbClr val="FFFFFF"/>
              </a:solidFill>
              <a:effectLst>
                <a:outerShdw blurRad="38100" dist="12700" dir="5400000" rotWithShape="0">
                  <a:srgbClr val="000000">
                    <a:alpha val="50000"/>
                  </a:srgbClr>
                </a:outerShdw>
              </a:effectLst>
              <a:latin typeface="Gill Sans"/>
              <a:ea typeface="Calibri" charset="0"/>
              <a:cs typeface="Calibri" charset="0"/>
              <a:sym typeface="Gill Sans"/>
            </a:endParaRPr>
          </a:p>
        </p:txBody>
      </p:sp>
      <p:sp>
        <p:nvSpPr>
          <p:cNvPr id="80" name="Shape 2910"/>
          <p:cNvSpPr/>
          <p:nvPr userDrawn="1"/>
        </p:nvSpPr>
        <p:spPr>
          <a:xfrm>
            <a:off x="3407537" y="5306489"/>
            <a:ext cx="114300" cy="209550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9800" y="19962"/>
                </a:moveTo>
                <a:lnTo>
                  <a:pt x="2203" y="10800"/>
                </a:lnTo>
                <a:lnTo>
                  <a:pt x="19800" y="1638"/>
                </a:lnTo>
                <a:cubicBezTo>
                  <a:pt x="19800" y="1638"/>
                  <a:pt x="19800" y="19962"/>
                  <a:pt x="19800" y="19962"/>
                </a:cubicBezTo>
                <a:close/>
                <a:moveTo>
                  <a:pt x="20700" y="0"/>
                </a:moveTo>
                <a:cubicBezTo>
                  <a:pt x="20459" y="0"/>
                  <a:pt x="20243" y="53"/>
                  <a:pt x="20080" y="137"/>
                </a:cubicBezTo>
                <a:lnTo>
                  <a:pt x="20079" y="136"/>
                </a:lnTo>
                <a:lnTo>
                  <a:pt x="279" y="10445"/>
                </a:lnTo>
                <a:lnTo>
                  <a:pt x="281" y="10446"/>
                </a:lnTo>
                <a:cubicBezTo>
                  <a:pt x="109" y="10536"/>
                  <a:pt x="0" y="10660"/>
                  <a:pt x="0" y="10800"/>
                </a:cubicBezTo>
                <a:cubicBezTo>
                  <a:pt x="0" y="10940"/>
                  <a:pt x="109" y="11065"/>
                  <a:pt x="281" y="11154"/>
                </a:cubicBezTo>
                <a:lnTo>
                  <a:pt x="279" y="11155"/>
                </a:lnTo>
                <a:lnTo>
                  <a:pt x="20079" y="21465"/>
                </a:lnTo>
                <a:lnTo>
                  <a:pt x="20080" y="21463"/>
                </a:lnTo>
                <a:cubicBezTo>
                  <a:pt x="20243" y="21547"/>
                  <a:pt x="20459" y="21600"/>
                  <a:pt x="20700" y="21600"/>
                </a:cubicBezTo>
                <a:cubicBezTo>
                  <a:pt x="21197" y="21600"/>
                  <a:pt x="21600" y="21380"/>
                  <a:pt x="21600" y="21109"/>
                </a:cubicBezTo>
                <a:lnTo>
                  <a:pt x="21600" y="491"/>
                </a:lnTo>
                <a:cubicBezTo>
                  <a:pt x="21600" y="220"/>
                  <a:pt x="21197" y="0"/>
                  <a:pt x="20700" y="0"/>
                </a:cubicBezTo>
              </a:path>
            </a:pathLst>
          </a:custGeom>
          <a:solidFill>
            <a:schemeClr val="tx1"/>
          </a:solidFill>
          <a:ln w="12700">
            <a:miter lim="400000"/>
          </a:ln>
        </p:spPr>
        <p:txBody>
          <a:bodyPr lIns="14284" tIns="14284" rIns="14284" bIns="14284" anchor="ctr"/>
          <a:lstStyle/>
          <a:p>
            <a:pPr defTabSz="171399" eaLnBrk="1" hangingPunct="1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1125">
              <a:solidFill>
                <a:srgbClr val="FFFFFF"/>
              </a:solidFill>
              <a:effectLst>
                <a:outerShdw blurRad="38100" dist="12700" dir="5400000" rotWithShape="0">
                  <a:srgbClr val="000000">
                    <a:alpha val="50000"/>
                  </a:srgbClr>
                </a:outerShdw>
              </a:effectLst>
              <a:latin typeface="Gill Sans"/>
              <a:ea typeface="Calibri" charset="0"/>
              <a:cs typeface="Calibri" charset="0"/>
              <a:sym typeface="Gill Sans"/>
            </a:endParaRPr>
          </a:p>
        </p:txBody>
      </p:sp>
      <p:sp>
        <p:nvSpPr>
          <p:cNvPr id="81" name="Shape 2911"/>
          <p:cNvSpPr/>
          <p:nvPr userDrawn="1"/>
        </p:nvSpPr>
        <p:spPr>
          <a:xfrm>
            <a:off x="3758477" y="5306489"/>
            <a:ext cx="114300" cy="209550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800" y="19962"/>
                </a:moveTo>
                <a:lnTo>
                  <a:pt x="1800" y="1638"/>
                </a:lnTo>
                <a:lnTo>
                  <a:pt x="19397" y="10800"/>
                </a:lnTo>
                <a:cubicBezTo>
                  <a:pt x="19397" y="10800"/>
                  <a:pt x="1800" y="19962"/>
                  <a:pt x="1800" y="19962"/>
                </a:cubicBezTo>
                <a:close/>
                <a:moveTo>
                  <a:pt x="21600" y="10800"/>
                </a:moveTo>
                <a:cubicBezTo>
                  <a:pt x="21600" y="10660"/>
                  <a:pt x="21491" y="10536"/>
                  <a:pt x="21318" y="10446"/>
                </a:cubicBezTo>
                <a:lnTo>
                  <a:pt x="21321" y="10445"/>
                </a:lnTo>
                <a:lnTo>
                  <a:pt x="1521" y="136"/>
                </a:lnTo>
                <a:lnTo>
                  <a:pt x="1519" y="137"/>
                </a:lnTo>
                <a:cubicBezTo>
                  <a:pt x="1357" y="53"/>
                  <a:pt x="1141" y="0"/>
                  <a:pt x="900" y="0"/>
                </a:cubicBezTo>
                <a:cubicBezTo>
                  <a:pt x="403" y="0"/>
                  <a:pt x="0" y="220"/>
                  <a:pt x="0" y="491"/>
                </a:cubicBezTo>
                <a:lnTo>
                  <a:pt x="0" y="21109"/>
                </a:lnTo>
                <a:cubicBezTo>
                  <a:pt x="0" y="21380"/>
                  <a:pt x="403" y="21600"/>
                  <a:pt x="900" y="21600"/>
                </a:cubicBezTo>
                <a:cubicBezTo>
                  <a:pt x="1141" y="21600"/>
                  <a:pt x="1357" y="21547"/>
                  <a:pt x="1519" y="21463"/>
                </a:cubicBezTo>
                <a:lnTo>
                  <a:pt x="1521" y="21465"/>
                </a:lnTo>
                <a:lnTo>
                  <a:pt x="21321" y="11155"/>
                </a:lnTo>
                <a:lnTo>
                  <a:pt x="21318" y="11154"/>
                </a:lnTo>
                <a:cubicBezTo>
                  <a:pt x="21491" y="11065"/>
                  <a:pt x="21600" y="10940"/>
                  <a:pt x="21600" y="10800"/>
                </a:cubicBezTo>
              </a:path>
            </a:pathLst>
          </a:custGeom>
          <a:solidFill>
            <a:schemeClr val="tx1"/>
          </a:solidFill>
          <a:ln w="12700">
            <a:miter lim="400000"/>
          </a:ln>
        </p:spPr>
        <p:txBody>
          <a:bodyPr lIns="14284" tIns="14284" rIns="14284" bIns="14284" anchor="ctr"/>
          <a:lstStyle/>
          <a:p>
            <a:pPr defTabSz="171399" eaLnBrk="1" hangingPunct="1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1125">
              <a:solidFill>
                <a:srgbClr val="FFFFFF"/>
              </a:solidFill>
              <a:effectLst>
                <a:outerShdw blurRad="38100" dist="12700" dir="5400000" rotWithShape="0">
                  <a:srgbClr val="000000">
                    <a:alpha val="50000"/>
                  </a:srgbClr>
                </a:outerShdw>
              </a:effectLst>
              <a:latin typeface="Gill Sans"/>
              <a:ea typeface="Calibri" charset="0"/>
              <a:cs typeface="Calibri" charset="0"/>
              <a:sym typeface="Gill Sans"/>
            </a:endParaRPr>
          </a:p>
        </p:txBody>
      </p:sp>
      <p:sp>
        <p:nvSpPr>
          <p:cNvPr id="82" name="Shape 2912"/>
          <p:cNvSpPr/>
          <p:nvPr userDrawn="1"/>
        </p:nvSpPr>
        <p:spPr>
          <a:xfrm>
            <a:off x="2902052" y="5765770"/>
            <a:ext cx="209550" cy="209550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21456" y="10453"/>
                </a:moveTo>
                <a:lnTo>
                  <a:pt x="18511" y="7507"/>
                </a:lnTo>
                <a:cubicBezTo>
                  <a:pt x="18422" y="7419"/>
                  <a:pt x="18299" y="7364"/>
                  <a:pt x="18164" y="7364"/>
                </a:cubicBezTo>
                <a:cubicBezTo>
                  <a:pt x="17892" y="7364"/>
                  <a:pt x="17673" y="7584"/>
                  <a:pt x="17673" y="7855"/>
                </a:cubicBezTo>
                <a:cubicBezTo>
                  <a:pt x="17673" y="7990"/>
                  <a:pt x="17728" y="8113"/>
                  <a:pt x="17817" y="8202"/>
                </a:cubicBezTo>
                <a:lnTo>
                  <a:pt x="19924" y="10309"/>
                </a:lnTo>
                <a:lnTo>
                  <a:pt x="11291" y="10309"/>
                </a:lnTo>
                <a:lnTo>
                  <a:pt x="11291" y="1676"/>
                </a:lnTo>
                <a:lnTo>
                  <a:pt x="13398" y="3783"/>
                </a:lnTo>
                <a:cubicBezTo>
                  <a:pt x="13487" y="3873"/>
                  <a:pt x="13610" y="3927"/>
                  <a:pt x="13745" y="3927"/>
                </a:cubicBezTo>
                <a:cubicBezTo>
                  <a:pt x="14017" y="3927"/>
                  <a:pt x="14236" y="3708"/>
                  <a:pt x="14236" y="3436"/>
                </a:cubicBezTo>
                <a:cubicBezTo>
                  <a:pt x="14236" y="3301"/>
                  <a:pt x="14181" y="3178"/>
                  <a:pt x="14093" y="3089"/>
                </a:cubicBezTo>
                <a:lnTo>
                  <a:pt x="11147" y="144"/>
                </a:lnTo>
                <a:cubicBezTo>
                  <a:pt x="11058" y="55"/>
                  <a:pt x="10936" y="0"/>
                  <a:pt x="10800" y="0"/>
                </a:cubicBezTo>
                <a:cubicBezTo>
                  <a:pt x="10665" y="0"/>
                  <a:pt x="10542" y="55"/>
                  <a:pt x="10453" y="144"/>
                </a:cubicBezTo>
                <a:lnTo>
                  <a:pt x="7507" y="3089"/>
                </a:lnTo>
                <a:cubicBezTo>
                  <a:pt x="7418" y="3178"/>
                  <a:pt x="7364" y="3301"/>
                  <a:pt x="7364" y="3436"/>
                </a:cubicBezTo>
                <a:cubicBezTo>
                  <a:pt x="7364" y="3708"/>
                  <a:pt x="7583" y="3927"/>
                  <a:pt x="7855" y="3927"/>
                </a:cubicBezTo>
                <a:cubicBezTo>
                  <a:pt x="7990" y="3927"/>
                  <a:pt x="8113" y="3873"/>
                  <a:pt x="8202" y="3783"/>
                </a:cubicBezTo>
                <a:lnTo>
                  <a:pt x="10309" y="1676"/>
                </a:lnTo>
                <a:lnTo>
                  <a:pt x="10309" y="10309"/>
                </a:lnTo>
                <a:lnTo>
                  <a:pt x="1676" y="10309"/>
                </a:lnTo>
                <a:lnTo>
                  <a:pt x="3783" y="8202"/>
                </a:lnTo>
                <a:cubicBezTo>
                  <a:pt x="3873" y="8113"/>
                  <a:pt x="3927" y="7990"/>
                  <a:pt x="3927" y="7855"/>
                </a:cubicBezTo>
                <a:cubicBezTo>
                  <a:pt x="3927" y="7584"/>
                  <a:pt x="3708" y="7364"/>
                  <a:pt x="3436" y="7364"/>
                </a:cubicBezTo>
                <a:cubicBezTo>
                  <a:pt x="3301" y="7364"/>
                  <a:pt x="3178" y="7419"/>
                  <a:pt x="3089" y="7507"/>
                </a:cubicBezTo>
                <a:lnTo>
                  <a:pt x="144" y="10453"/>
                </a:lnTo>
                <a:cubicBezTo>
                  <a:pt x="55" y="10542"/>
                  <a:pt x="0" y="10665"/>
                  <a:pt x="0" y="10800"/>
                </a:cubicBezTo>
                <a:cubicBezTo>
                  <a:pt x="0" y="10936"/>
                  <a:pt x="55" y="11058"/>
                  <a:pt x="144" y="11148"/>
                </a:cubicBezTo>
                <a:lnTo>
                  <a:pt x="3089" y="14093"/>
                </a:lnTo>
                <a:cubicBezTo>
                  <a:pt x="3178" y="14182"/>
                  <a:pt x="3301" y="14236"/>
                  <a:pt x="3436" y="14236"/>
                </a:cubicBezTo>
                <a:cubicBezTo>
                  <a:pt x="3708" y="14236"/>
                  <a:pt x="3927" y="14017"/>
                  <a:pt x="3927" y="13745"/>
                </a:cubicBezTo>
                <a:cubicBezTo>
                  <a:pt x="3927" y="13610"/>
                  <a:pt x="3873" y="13488"/>
                  <a:pt x="3783" y="13398"/>
                </a:cubicBezTo>
                <a:lnTo>
                  <a:pt x="1676" y="11291"/>
                </a:lnTo>
                <a:lnTo>
                  <a:pt x="10309" y="11291"/>
                </a:lnTo>
                <a:lnTo>
                  <a:pt x="10309" y="19924"/>
                </a:lnTo>
                <a:lnTo>
                  <a:pt x="8202" y="17817"/>
                </a:lnTo>
                <a:cubicBezTo>
                  <a:pt x="8113" y="17728"/>
                  <a:pt x="7990" y="17673"/>
                  <a:pt x="7855" y="17673"/>
                </a:cubicBezTo>
                <a:cubicBezTo>
                  <a:pt x="7583" y="17673"/>
                  <a:pt x="7364" y="17893"/>
                  <a:pt x="7364" y="18164"/>
                </a:cubicBezTo>
                <a:cubicBezTo>
                  <a:pt x="7364" y="18300"/>
                  <a:pt x="7418" y="18422"/>
                  <a:pt x="7507" y="18511"/>
                </a:cubicBezTo>
                <a:lnTo>
                  <a:pt x="10453" y="21456"/>
                </a:lnTo>
                <a:cubicBezTo>
                  <a:pt x="10542" y="21545"/>
                  <a:pt x="10665" y="21600"/>
                  <a:pt x="10800" y="21600"/>
                </a:cubicBezTo>
                <a:cubicBezTo>
                  <a:pt x="10936" y="21600"/>
                  <a:pt x="11058" y="21545"/>
                  <a:pt x="11147" y="21456"/>
                </a:cubicBezTo>
                <a:lnTo>
                  <a:pt x="14093" y="18511"/>
                </a:lnTo>
                <a:cubicBezTo>
                  <a:pt x="14182" y="18422"/>
                  <a:pt x="14236" y="18300"/>
                  <a:pt x="14236" y="18164"/>
                </a:cubicBezTo>
                <a:cubicBezTo>
                  <a:pt x="14236" y="17893"/>
                  <a:pt x="14017" y="17673"/>
                  <a:pt x="13745" y="17673"/>
                </a:cubicBezTo>
                <a:cubicBezTo>
                  <a:pt x="13610" y="17673"/>
                  <a:pt x="13487" y="17728"/>
                  <a:pt x="13398" y="17817"/>
                </a:cubicBezTo>
                <a:lnTo>
                  <a:pt x="11291" y="19924"/>
                </a:lnTo>
                <a:lnTo>
                  <a:pt x="11291" y="11291"/>
                </a:lnTo>
                <a:lnTo>
                  <a:pt x="19924" y="11291"/>
                </a:lnTo>
                <a:lnTo>
                  <a:pt x="17817" y="13398"/>
                </a:lnTo>
                <a:cubicBezTo>
                  <a:pt x="17728" y="13488"/>
                  <a:pt x="17673" y="13610"/>
                  <a:pt x="17673" y="13745"/>
                </a:cubicBezTo>
                <a:cubicBezTo>
                  <a:pt x="17673" y="14017"/>
                  <a:pt x="17892" y="14236"/>
                  <a:pt x="18164" y="14236"/>
                </a:cubicBezTo>
                <a:cubicBezTo>
                  <a:pt x="18299" y="14236"/>
                  <a:pt x="18422" y="14182"/>
                  <a:pt x="18511" y="14093"/>
                </a:cubicBezTo>
                <a:lnTo>
                  <a:pt x="21456" y="11148"/>
                </a:lnTo>
                <a:cubicBezTo>
                  <a:pt x="21545" y="11058"/>
                  <a:pt x="21600" y="10936"/>
                  <a:pt x="21600" y="10800"/>
                </a:cubicBezTo>
                <a:cubicBezTo>
                  <a:pt x="21600" y="10665"/>
                  <a:pt x="21545" y="10542"/>
                  <a:pt x="21456" y="10453"/>
                </a:cubicBezTo>
              </a:path>
            </a:pathLst>
          </a:custGeom>
          <a:solidFill>
            <a:schemeClr val="tx1"/>
          </a:solidFill>
          <a:ln w="12700">
            <a:miter lim="400000"/>
          </a:ln>
        </p:spPr>
        <p:txBody>
          <a:bodyPr lIns="14284" tIns="14284" rIns="14284" bIns="14284" anchor="ctr"/>
          <a:lstStyle/>
          <a:p>
            <a:pPr defTabSz="171399" eaLnBrk="1" hangingPunct="1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1125">
              <a:solidFill>
                <a:srgbClr val="FFFFFF"/>
              </a:solidFill>
              <a:effectLst>
                <a:outerShdw blurRad="38100" dist="12700" dir="5400000" rotWithShape="0">
                  <a:srgbClr val="000000">
                    <a:alpha val="50000"/>
                  </a:srgbClr>
                </a:outerShdw>
              </a:effectLst>
              <a:latin typeface="Gill Sans"/>
              <a:ea typeface="Calibri" charset="0"/>
              <a:cs typeface="Calibri" charset="0"/>
              <a:sym typeface="Gill Sans"/>
            </a:endParaRPr>
          </a:p>
        </p:txBody>
      </p:sp>
      <p:sp>
        <p:nvSpPr>
          <p:cNvPr id="83" name="Shape 2913"/>
          <p:cNvSpPr/>
          <p:nvPr userDrawn="1"/>
        </p:nvSpPr>
        <p:spPr>
          <a:xfrm>
            <a:off x="873433" y="4832297"/>
            <a:ext cx="209550" cy="202429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20618" y="19636"/>
                </a:moveTo>
                <a:cubicBezTo>
                  <a:pt x="20618" y="20178"/>
                  <a:pt x="20178" y="20618"/>
                  <a:pt x="19636" y="20618"/>
                </a:cubicBezTo>
                <a:lnTo>
                  <a:pt x="1964" y="20618"/>
                </a:lnTo>
                <a:cubicBezTo>
                  <a:pt x="1422" y="20618"/>
                  <a:pt x="982" y="20178"/>
                  <a:pt x="982" y="19636"/>
                </a:cubicBezTo>
                <a:lnTo>
                  <a:pt x="982" y="1964"/>
                </a:lnTo>
                <a:cubicBezTo>
                  <a:pt x="982" y="1422"/>
                  <a:pt x="1422" y="982"/>
                  <a:pt x="1964" y="982"/>
                </a:cubicBezTo>
                <a:lnTo>
                  <a:pt x="19636" y="982"/>
                </a:lnTo>
                <a:cubicBezTo>
                  <a:pt x="20178" y="982"/>
                  <a:pt x="20618" y="1422"/>
                  <a:pt x="20618" y="1964"/>
                </a:cubicBezTo>
                <a:cubicBezTo>
                  <a:pt x="20618" y="1964"/>
                  <a:pt x="20618" y="19636"/>
                  <a:pt x="20618" y="19636"/>
                </a:cubicBezTo>
                <a:close/>
                <a:moveTo>
                  <a:pt x="19636" y="0"/>
                </a:moveTo>
                <a:lnTo>
                  <a:pt x="1964" y="0"/>
                </a:lnTo>
                <a:cubicBezTo>
                  <a:pt x="879" y="0"/>
                  <a:pt x="0" y="879"/>
                  <a:pt x="0" y="1964"/>
                </a:cubicBezTo>
                <a:lnTo>
                  <a:pt x="0" y="19636"/>
                </a:lnTo>
                <a:cubicBezTo>
                  <a:pt x="0" y="20721"/>
                  <a:pt x="879" y="21600"/>
                  <a:pt x="1964" y="21600"/>
                </a:cubicBezTo>
                <a:lnTo>
                  <a:pt x="19636" y="21600"/>
                </a:lnTo>
                <a:cubicBezTo>
                  <a:pt x="20721" y="21600"/>
                  <a:pt x="21600" y="20721"/>
                  <a:pt x="21600" y="19636"/>
                </a:cubicBezTo>
                <a:lnTo>
                  <a:pt x="21600" y="1964"/>
                </a:lnTo>
                <a:cubicBezTo>
                  <a:pt x="21600" y="879"/>
                  <a:pt x="20721" y="0"/>
                  <a:pt x="19636" y="0"/>
                </a:cubicBezTo>
                <a:moveTo>
                  <a:pt x="16200" y="7855"/>
                </a:moveTo>
                <a:cubicBezTo>
                  <a:pt x="16073" y="7855"/>
                  <a:pt x="15959" y="7905"/>
                  <a:pt x="15873" y="7985"/>
                </a:cubicBezTo>
                <a:lnTo>
                  <a:pt x="15870" y="7982"/>
                </a:lnTo>
                <a:lnTo>
                  <a:pt x="10800" y="12591"/>
                </a:lnTo>
                <a:lnTo>
                  <a:pt x="5730" y="7982"/>
                </a:lnTo>
                <a:lnTo>
                  <a:pt x="5727" y="7985"/>
                </a:lnTo>
                <a:cubicBezTo>
                  <a:pt x="5641" y="7905"/>
                  <a:pt x="5527" y="7855"/>
                  <a:pt x="5400" y="7855"/>
                </a:cubicBezTo>
                <a:cubicBezTo>
                  <a:pt x="5129" y="7855"/>
                  <a:pt x="4909" y="8074"/>
                  <a:pt x="4909" y="8345"/>
                </a:cubicBezTo>
                <a:cubicBezTo>
                  <a:pt x="4909" y="8489"/>
                  <a:pt x="4973" y="8616"/>
                  <a:pt x="5073" y="8706"/>
                </a:cubicBezTo>
                <a:lnTo>
                  <a:pt x="5070" y="8709"/>
                </a:lnTo>
                <a:lnTo>
                  <a:pt x="10470" y="13618"/>
                </a:lnTo>
                <a:lnTo>
                  <a:pt x="10473" y="13615"/>
                </a:lnTo>
                <a:cubicBezTo>
                  <a:pt x="10559" y="13695"/>
                  <a:pt x="10673" y="13745"/>
                  <a:pt x="10800" y="13745"/>
                </a:cubicBezTo>
                <a:cubicBezTo>
                  <a:pt x="10927" y="13745"/>
                  <a:pt x="11041" y="13695"/>
                  <a:pt x="11127" y="13615"/>
                </a:cubicBezTo>
                <a:lnTo>
                  <a:pt x="11130" y="13618"/>
                </a:lnTo>
                <a:lnTo>
                  <a:pt x="16530" y="8709"/>
                </a:lnTo>
                <a:lnTo>
                  <a:pt x="16527" y="8706"/>
                </a:lnTo>
                <a:cubicBezTo>
                  <a:pt x="16627" y="8616"/>
                  <a:pt x="16691" y="8489"/>
                  <a:pt x="16691" y="8345"/>
                </a:cubicBezTo>
                <a:cubicBezTo>
                  <a:pt x="16691" y="8074"/>
                  <a:pt x="16471" y="7855"/>
                  <a:pt x="16200" y="7855"/>
                </a:cubicBezTo>
              </a:path>
            </a:pathLst>
          </a:custGeom>
          <a:solidFill>
            <a:schemeClr val="tx1"/>
          </a:solidFill>
          <a:ln w="12700">
            <a:miter lim="400000"/>
          </a:ln>
        </p:spPr>
        <p:txBody>
          <a:bodyPr lIns="14284" tIns="14284" rIns="14284" bIns="14284" anchor="ctr"/>
          <a:lstStyle/>
          <a:p>
            <a:pPr defTabSz="171399" eaLnBrk="1" hangingPunct="1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1125">
              <a:solidFill>
                <a:srgbClr val="FFFFFF"/>
              </a:solidFill>
              <a:effectLst>
                <a:outerShdw blurRad="38100" dist="12700" dir="5400000" rotWithShape="0">
                  <a:srgbClr val="000000">
                    <a:alpha val="50000"/>
                  </a:srgbClr>
                </a:outerShdw>
              </a:effectLst>
              <a:latin typeface="Gill Sans"/>
              <a:ea typeface="Calibri" charset="0"/>
              <a:cs typeface="Calibri" charset="0"/>
              <a:sym typeface="Gill Sans"/>
            </a:endParaRPr>
          </a:p>
        </p:txBody>
      </p:sp>
      <p:sp>
        <p:nvSpPr>
          <p:cNvPr id="84" name="Shape 2914"/>
          <p:cNvSpPr/>
          <p:nvPr userDrawn="1"/>
        </p:nvSpPr>
        <p:spPr>
          <a:xfrm>
            <a:off x="1273483" y="4832297"/>
            <a:ext cx="209550" cy="202429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6530" y="12891"/>
                </a:moveTo>
                <a:lnTo>
                  <a:pt x="11130" y="7982"/>
                </a:lnTo>
                <a:lnTo>
                  <a:pt x="11128" y="7985"/>
                </a:lnTo>
                <a:cubicBezTo>
                  <a:pt x="11040" y="7906"/>
                  <a:pt x="10927" y="7855"/>
                  <a:pt x="10800" y="7855"/>
                </a:cubicBezTo>
                <a:cubicBezTo>
                  <a:pt x="10673" y="7855"/>
                  <a:pt x="10559" y="7906"/>
                  <a:pt x="10473" y="7985"/>
                </a:cubicBezTo>
                <a:lnTo>
                  <a:pt x="10469" y="7982"/>
                </a:lnTo>
                <a:lnTo>
                  <a:pt x="5069" y="12891"/>
                </a:lnTo>
                <a:lnTo>
                  <a:pt x="5073" y="12895"/>
                </a:lnTo>
                <a:cubicBezTo>
                  <a:pt x="4973" y="12984"/>
                  <a:pt x="4909" y="13111"/>
                  <a:pt x="4909" y="13255"/>
                </a:cubicBezTo>
                <a:cubicBezTo>
                  <a:pt x="4909" y="13526"/>
                  <a:pt x="5129" y="13745"/>
                  <a:pt x="5400" y="13745"/>
                </a:cubicBezTo>
                <a:cubicBezTo>
                  <a:pt x="5527" y="13745"/>
                  <a:pt x="5640" y="13694"/>
                  <a:pt x="5728" y="13615"/>
                </a:cubicBezTo>
                <a:lnTo>
                  <a:pt x="5730" y="13618"/>
                </a:lnTo>
                <a:lnTo>
                  <a:pt x="10800" y="9009"/>
                </a:lnTo>
                <a:lnTo>
                  <a:pt x="15869" y="13618"/>
                </a:lnTo>
                <a:lnTo>
                  <a:pt x="15873" y="13615"/>
                </a:lnTo>
                <a:cubicBezTo>
                  <a:pt x="15959" y="13694"/>
                  <a:pt x="16073" y="13745"/>
                  <a:pt x="16200" y="13745"/>
                </a:cubicBezTo>
                <a:cubicBezTo>
                  <a:pt x="16471" y="13745"/>
                  <a:pt x="16691" y="13526"/>
                  <a:pt x="16691" y="13255"/>
                </a:cubicBezTo>
                <a:cubicBezTo>
                  <a:pt x="16691" y="13111"/>
                  <a:pt x="16627" y="12984"/>
                  <a:pt x="16527" y="12895"/>
                </a:cubicBezTo>
                <a:cubicBezTo>
                  <a:pt x="16527" y="12895"/>
                  <a:pt x="16530" y="12891"/>
                  <a:pt x="16530" y="12891"/>
                </a:cubicBezTo>
                <a:close/>
                <a:moveTo>
                  <a:pt x="20618" y="19636"/>
                </a:moveTo>
                <a:cubicBezTo>
                  <a:pt x="20618" y="20179"/>
                  <a:pt x="20179" y="20618"/>
                  <a:pt x="19636" y="20618"/>
                </a:cubicBezTo>
                <a:lnTo>
                  <a:pt x="1964" y="20618"/>
                </a:lnTo>
                <a:cubicBezTo>
                  <a:pt x="1422" y="20618"/>
                  <a:pt x="982" y="20179"/>
                  <a:pt x="982" y="19636"/>
                </a:cubicBezTo>
                <a:lnTo>
                  <a:pt x="982" y="1964"/>
                </a:lnTo>
                <a:cubicBezTo>
                  <a:pt x="982" y="1421"/>
                  <a:pt x="1422" y="982"/>
                  <a:pt x="1964" y="982"/>
                </a:cubicBezTo>
                <a:lnTo>
                  <a:pt x="19636" y="982"/>
                </a:lnTo>
                <a:cubicBezTo>
                  <a:pt x="20179" y="982"/>
                  <a:pt x="20618" y="1421"/>
                  <a:pt x="20618" y="1964"/>
                </a:cubicBezTo>
                <a:cubicBezTo>
                  <a:pt x="20618" y="1964"/>
                  <a:pt x="20618" y="19636"/>
                  <a:pt x="20618" y="19636"/>
                </a:cubicBezTo>
                <a:close/>
                <a:moveTo>
                  <a:pt x="19636" y="0"/>
                </a:moveTo>
                <a:lnTo>
                  <a:pt x="1964" y="0"/>
                </a:lnTo>
                <a:cubicBezTo>
                  <a:pt x="879" y="0"/>
                  <a:pt x="0" y="879"/>
                  <a:pt x="0" y="1964"/>
                </a:cubicBezTo>
                <a:lnTo>
                  <a:pt x="0" y="19636"/>
                </a:lnTo>
                <a:cubicBezTo>
                  <a:pt x="0" y="20721"/>
                  <a:pt x="879" y="21600"/>
                  <a:pt x="1964" y="21600"/>
                </a:cubicBezTo>
                <a:lnTo>
                  <a:pt x="19636" y="21600"/>
                </a:lnTo>
                <a:cubicBezTo>
                  <a:pt x="20721" y="21600"/>
                  <a:pt x="21600" y="20721"/>
                  <a:pt x="21600" y="19636"/>
                </a:cubicBezTo>
                <a:lnTo>
                  <a:pt x="21600" y="1964"/>
                </a:lnTo>
                <a:cubicBezTo>
                  <a:pt x="21600" y="879"/>
                  <a:pt x="20721" y="0"/>
                  <a:pt x="19636" y="0"/>
                </a:cubicBezTo>
              </a:path>
            </a:pathLst>
          </a:custGeom>
          <a:solidFill>
            <a:schemeClr val="tx1"/>
          </a:solidFill>
          <a:ln w="12700">
            <a:miter lim="400000"/>
          </a:ln>
        </p:spPr>
        <p:txBody>
          <a:bodyPr lIns="14284" tIns="14284" rIns="14284" bIns="14284" anchor="ctr"/>
          <a:lstStyle/>
          <a:p>
            <a:pPr defTabSz="171399" eaLnBrk="1" hangingPunct="1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1125">
              <a:solidFill>
                <a:srgbClr val="FFFFFF"/>
              </a:solidFill>
              <a:effectLst>
                <a:outerShdw blurRad="38100" dist="12700" dir="5400000" rotWithShape="0">
                  <a:srgbClr val="000000">
                    <a:alpha val="50000"/>
                  </a:srgbClr>
                </a:outerShdw>
              </a:effectLst>
              <a:latin typeface="Gill Sans"/>
              <a:ea typeface="Calibri" charset="0"/>
              <a:cs typeface="Calibri" charset="0"/>
              <a:sym typeface="Gill Sans"/>
            </a:endParaRPr>
          </a:p>
        </p:txBody>
      </p:sp>
      <p:sp>
        <p:nvSpPr>
          <p:cNvPr id="85" name="Shape 2915"/>
          <p:cNvSpPr/>
          <p:nvPr userDrawn="1"/>
        </p:nvSpPr>
        <p:spPr>
          <a:xfrm>
            <a:off x="1673533" y="4832297"/>
            <a:ext cx="209550" cy="202429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20618" y="19636"/>
                </a:moveTo>
                <a:cubicBezTo>
                  <a:pt x="20618" y="20178"/>
                  <a:pt x="20178" y="20618"/>
                  <a:pt x="19636" y="20618"/>
                </a:cubicBezTo>
                <a:lnTo>
                  <a:pt x="1964" y="20618"/>
                </a:lnTo>
                <a:cubicBezTo>
                  <a:pt x="1422" y="20618"/>
                  <a:pt x="982" y="20178"/>
                  <a:pt x="982" y="19636"/>
                </a:cubicBezTo>
                <a:lnTo>
                  <a:pt x="982" y="1964"/>
                </a:lnTo>
                <a:cubicBezTo>
                  <a:pt x="982" y="1422"/>
                  <a:pt x="1422" y="982"/>
                  <a:pt x="1964" y="982"/>
                </a:cubicBezTo>
                <a:lnTo>
                  <a:pt x="19636" y="982"/>
                </a:lnTo>
                <a:cubicBezTo>
                  <a:pt x="20178" y="982"/>
                  <a:pt x="20618" y="1422"/>
                  <a:pt x="20618" y="1964"/>
                </a:cubicBezTo>
                <a:cubicBezTo>
                  <a:pt x="20618" y="1964"/>
                  <a:pt x="20618" y="19636"/>
                  <a:pt x="20618" y="19636"/>
                </a:cubicBezTo>
                <a:close/>
                <a:moveTo>
                  <a:pt x="19636" y="0"/>
                </a:moveTo>
                <a:lnTo>
                  <a:pt x="1964" y="0"/>
                </a:lnTo>
                <a:cubicBezTo>
                  <a:pt x="879" y="0"/>
                  <a:pt x="0" y="879"/>
                  <a:pt x="0" y="1964"/>
                </a:cubicBezTo>
                <a:lnTo>
                  <a:pt x="0" y="19636"/>
                </a:lnTo>
                <a:cubicBezTo>
                  <a:pt x="0" y="20721"/>
                  <a:pt x="879" y="21600"/>
                  <a:pt x="1964" y="21600"/>
                </a:cubicBezTo>
                <a:lnTo>
                  <a:pt x="19636" y="21600"/>
                </a:lnTo>
                <a:cubicBezTo>
                  <a:pt x="20721" y="21600"/>
                  <a:pt x="21600" y="20721"/>
                  <a:pt x="21600" y="19636"/>
                </a:cubicBezTo>
                <a:lnTo>
                  <a:pt x="21600" y="1964"/>
                </a:lnTo>
                <a:cubicBezTo>
                  <a:pt x="21600" y="879"/>
                  <a:pt x="20721" y="0"/>
                  <a:pt x="19636" y="0"/>
                </a:cubicBezTo>
                <a:moveTo>
                  <a:pt x="12273" y="4909"/>
                </a:moveTo>
                <a:cubicBezTo>
                  <a:pt x="12128" y="4909"/>
                  <a:pt x="12002" y="4974"/>
                  <a:pt x="11912" y="5073"/>
                </a:cubicBezTo>
                <a:lnTo>
                  <a:pt x="11909" y="5070"/>
                </a:lnTo>
                <a:lnTo>
                  <a:pt x="7000" y="10470"/>
                </a:lnTo>
                <a:lnTo>
                  <a:pt x="7003" y="10473"/>
                </a:lnTo>
                <a:cubicBezTo>
                  <a:pt x="6924" y="10559"/>
                  <a:pt x="6873" y="10673"/>
                  <a:pt x="6873" y="10800"/>
                </a:cubicBezTo>
                <a:cubicBezTo>
                  <a:pt x="6873" y="10927"/>
                  <a:pt x="6924" y="11041"/>
                  <a:pt x="7003" y="11127"/>
                </a:cubicBezTo>
                <a:lnTo>
                  <a:pt x="7000" y="11130"/>
                </a:lnTo>
                <a:lnTo>
                  <a:pt x="11909" y="16530"/>
                </a:lnTo>
                <a:lnTo>
                  <a:pt x="11912" y="16527"/>
                </a:lnTo>
                <a:cubicBezTo>
                  <a:pt x="12002" y="16627"/>
                  <a:pt x="12128" y="16691"/>
                  <a:pt x="12273" y="16691"/>
                </a:cubicBezTo>
                <a:cubicBezTo>
                  <a:pt x="12544" y="16691"/>
                  <a:pt x="12764" y="16471"/>
                  <a:pt x="12764" y="16200"/>
                </a:cubicBezTo>
                <a:cubicBezTo>
                  <a:pt x="12764" y="16073"/>
                  <a:pt x="12713" y="15960"/>
                  <a:pt x="12633" y="15873"/>
                </a:cubicBezTo>
                <a:lnTo>
                  <a:pt x="12636" y="15870"/>
                </a:lnTo>
                <a:lnTo>
                  <a:pt x="8027" y="10800"/>
                </a:lnTo>
                <a:lnTo>
                  <a:pt x="12636" y="5730"/>
                </a:lnTo>
                <a:lnTo>
                  <a:pt x="12633" y="5728"/>
                </a:lnTo>
                <a:cubicBezTo>
                  <a:pt x="12713" y="5641"/>
                  <a:pt x="12764" y="5527"/>
                  <a:pt x="12764" y="5400"/>
                </a:cubicBezTo>
                <a:cubicBezTo>
                  <a:pt x="12764" y="5129"/>
                  <a:pt x="12544" y="4909"/>
                  <a:pt x="12273" y="4909"/>
                </a:cubicBezTo>
              </a:path>
            </a:pathLst>
          </a:custGeom>
          <a:solidFill>
            <a:schemeClr val="tx1"/>
          </a:solidFill>
          <a:ln w="12700">
            <a:miter lim="400000"/>
          </a:ln>
        </p:spPr>
        <p:txBody>
          <a:bodyPr lIns="14284" tIns="14284" rIns="14284" bIns="14284" anchor="ctr"/>
          <a:lstStyle/>
          <a:p>
            <a:pPr defTabSz="171399" eaLnBrk="1" hangingPunct="1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1125">
              <a:solidFill>
                <a:srgbClr val="FFFFFF"/>
              </a:solidFill>
              <a:effectLst>
                <a:outerShdw blurRad="38100" dist="12700" dir="5400000" rotWithShape="0">
                  <a:srgbClr val="000000">
                    <a:alpha val="50000"/>
                  </a:srgbClr>
                </a:outerShdw>
              </a:effectLst>
              <a:latin typeface="Gill Sans"/>
              <a:ea typeface="Calibri" charset="0"/>
              <a:cs typeface="Calibri" charset="0"/>
              <a:sym typeface="Gill Sans"/>
            </a:endParaRPr>
          </a:p>
        </p:txBody>
      </p:sp>
      <p:sp>
        <p:nvSpPr>
          <p:cNvPr id="86" name="Shape 2916"/>
          <p:cNvSpPr/>
          <p:nvPr userDrawn="1"/>
        </p:nvSpPr>
        <p:spPr>
          <a:xfrm>
            <a:off x="2073583" y="4832297"/>
            <a:ext cx="209550" cy="202429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20618" y="19636"/>
                </a:moveTo>
                <a:cubicBezTo>
                  <a:pt x="20618" y="20178"/>
                  <a:pt x="20178" y="20618"/>
                  <a:pt x="19636" y="20618"/>
                </a:cubicBezTo>
                <a:lnTo>
                  <a:pt x="1964" y="20618"/>
                </a:lnTo>
                <a:cubicBezTo>
                  <a:pt x="1422" y="20618"/>
                  <a:pt x="982" y="20178"/>
                  <a:pt x="982" y="19636"/>
                </a:cubicBezTo>
                <a:lnTo>
                  <a:pt x="982" y="1964"/>
                </a:lnTo>
                <a:cubicBezTo>
                  <a:pt x="982" y="1422"/>
                  <a:pt x="1422" y="982"/>
                  <a:pt x="1964" y="982"/>
                </a:cubicBezTo>
                <a:lnTo>
                  <a:pt x="19636" y="982"/>
                </a:lnTo>
                <a:cubicBezTo>
                  <a:pt x="20178" y="982"/>
                  <a:pt x="20618" y="1422"/>
                  <a:pt x="20618" y="1964"/>
                </a:cubicBezTo>
                <a:cubicBezTo>
                  <a:pt x="20618" y="1964"/>
                  <a:pt x="20618" y="19636"/>
                  <a:pt x="20618" y="19636"/>
                </a:cubicBezTo>
                <a:close/>
                <a:moveTo>
                  <a:pt x="19636" y="0"/>
                </a:moveTo>
                <a:lnTo>
                  <a:pt x="1964" y="0"/>
                </a:lnTo>
                <a:cubicBezTo>
                  <a:pt x="879" y="0"/>
                  <a:pt x="0" y="879"/>
                  <a:pt x="0" y="1964"/>
                </a:cubicBezTo>
                <a:lnTo>
                  <a:pt x="0" y="19636"/>
                </a:lnTo>
                <a:cubicBezTo>
                  <a:pt x="0" y="20721"/>
                  <a:pt x="879" y="21600"/>
                  <a:pt x="1964" y="21600"/>
                </a:cubicBezTo>
                <a:lnTo>
                  <a:pt x="19636" y="21600"/>
                </a:lnTo>
                <a:cubicBezTo>
                  <a:pt x="20721" y="21600"/>
                  <a:pt x="21600" y="20721"/>
                  <a:pt x="21600" y="19636"/>
                </a:cubicBezTo>
                <a:lnTo>
                  <a:pt x="21600" y="1964"/>
                </a:lnTo>
                <a:cubicBezTo>
                  <a:pt x="21600" y="879"/>
                  <a:pt x="20721" y="0"/>
                  <a:pt x="19636" y="0"/>
                </a:cubicBezTo>
                <a:moveTo>
                  <a:pt x="14597" y="10473"/>
                </a:moveTo>
                <a:lnTo>
                  <a:pt x="14600" y="10470"/>
                </a:lnTo>
                <a:lnTo>
                  <a:pt x="9691" y="5070"/>
                </a:lnTo>
                <a:lnTo>
                  <a:pt x="9688" y="5073"/>
                </a:lnTo>
                <a:cubicBezTo>
                  <a:pt x="9598" y="4974"/>
                  <a:pt x="9471" y="4909"/>
                  <a:pt x="9327" y="4909"/>
                </a:cubicBezTo>
                <a:cubicBezTo>
                  <a:pt x="9056" y="4909"/>
                  <a:pt x="8836" y="5129"/>
                  <a:pt x="8836" y="5400"/>
                </a:cubicBezTo>
                <a:cubicBezTo>
                  <a:pt x="8836" y="5527"/>
                  <a:pt x="8887" y="5641"/>
                  <a:pt x="8967" y="5728"/>
                </a:cubicBezTo>
                <a:lnTo>
                  <a:pt x="8964" y="5730"/>
                </a:lnTo>
                <a:lnTo>
                  <a:pt x="13573" y="10800"/>
                </a:lnTo>
                <a:lnTo>
                  <a:pt x="8964" y="15870"/>
                </a:lnTo>
                <a:lnTo>
                  <a:pt x="8967" y="15873"/>
                </a:lnTo>
                <a:cubicBezTo>
                  <a:pt x="8887" y="15960"/>
                  <a:pt x="8836" y="16073"/>
                  <a:pt x="8836" y="16200"/>
                </a:cubicBezTo>
                <a:cubicBezTo>
                  <a:pt x="8836" y="16471"/>
                  <a:pt x="9056" y="16691"/>
                  <a:pt x="9327" y="16691"/>
                </a:cubicBezTo>
                <a:cubicBezTo>
                  <a:pt x="9471" y="16691"/>
                  <a:pt x="9598" y="16627"/>
                  <a:pt x="9688" y="16527"/>
                </a:cubicBezTo>
                <a:lnTo>
                  <a:pt x="9691" y="16530"/>
                </a:lnTo>
                <a:lnTo>
                  <a:pt x="14600" y="11130"/>
                </a:lnTo>
                <a:lnTo>
                  <a:pt x="14597" y="11127"/>
                </a:lnTo>
                <a:cubicBezTo>
                  <a:pt x="14676" y="11041"/>
                  <a:pt x="14727" y="10927"/>
                  <a:pt x="14727" y="10800"/>
                </a:cubicBezTo>
                <a:cubicBezTo>
                  <a:pt x="14727" y="10673"/>
                  <a:pt x="14676" y="10559"/>
                  <a:pt x="14597" y="10473"/>
                </a:cubicBezTo>
              </a:path>
            </a:pathLst>
          </a:custGeom>
          <a:solidFill>
            <a:schemeClr val="tx1"/>
          </a:solidFill>
          <a:ln w="12700">
            <a:miter lim="400000"/>
          </a:ln>
        </p:spPr>
        <p:txBody>
          <a:bodyPr lIns="14284" tIns="14284" rIns="14284" bIns="14284" anchor="ctr"/>
          <a:lstStyle/>
          <a:p>
            <a:pPr defTabSz="171399" eaLnBrk="1" hangingPunct="1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1125">
              <a:solidFill>
                <a:srgbClr val="FFFFFF"/>
              </a:solidFill>
              <a:effectLst>
                <a:outerShdw blurRad="38100" dist="12700" dir="5400000" rotWithShape="0">
                  <a:srgbClr val="000000">
                    <a:alpha val="50000"/>
                  </a:srgbClr>
                </a:outerShdw>
              </a:effectLst>
              <a:latin typeface="Gill Sans"/>
              <a:ea typeface="Calibri" charset="0"/>
              <a:cs typeface="Calibri" charset="0"/>
              <a:sym typeface="Gill Sans"/>
            </a:endParaRPr>
          </a:p>
        </p:txBody>
      </p:sp>
      <p:sp>
        <p:nvSpPr>
          <p:cNvPr id="87" name="Shape 2917"/>
          <p:cNvSpPr/>
          <p:nvPr userDrawn="1"/>
        </p:nvSpPr>
        <p:spPr>
          <a:xfrm>
            <a:off x="2506970" y="4832297"/>
            <a:ext cx="142875" cy="202429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0800" y="20415"/>
                </a:moveTo>
                <a:lnTo>
                  <a:pt x="2459" y="14727"/>
                </a:lnTo>
                <a:lnTo>
                  <a:pt x="8640" y="14727"/>
                </a:lnTo>
                <a:lnTo>
                  <a:pt x="8640" y="1964"/>
                </a:lnTo>
                <a:cubicBezTo>
                  <a:pt x="8640" y="1422"/>
                  <a:pt x="9285" y="982"/>
                  <a:pt x="10080" y="982"/>
                </a:cubicBezTo>
                <a:lnTo>
                  <a:pt x="11520" y="982"/>
                </a:lnTo>
                <a:cubicBezTo>
                  <a:pt x="12315" y="982"/>
                  <a:pt x="12960" y="1422"/>
                  <a:pt x="12960" y="1964"/>
                </a:cubicBezTo>
                <a:lnTo>
                  <a:pt x="12960" y="14727"/>
                </a:lnTo>
                <a:lnTo>
                  <a:pt x="19142" y="14727"/>
                </a:lnTo>
                <a:cubicBezTo>
                  <a:pt x="19142" y="14727"/>
                  <a:pt x="10800" y="20415"/>
                  <a:pt x="10800" y="20415"/>
                </a:cubicBezTo>
                <a:close/>
                <a:moveTo>
                  <a:pt x="20880" y="13745"/>
                </a:moveTo>
                <a:lnTo>
                  <a:pt x="14400" y="13745"/>
                </a:lnTo>
                <a:lnTo>
                  <a:pt x="14400" y="1964"/>
                </a:lnTo>
                <a:cubicBezTo>
                  <a:pt x="14400" y="879"/>
                  <a:pt x="13110" y="0"/>
                  <a:pt x="11520" y="0"/>
                </a:cubicBezTo>
                <a:lnTo>
                  <a:pt x="10080" y="0"/>
                </a:lnTo>
                <a:cubicBezTo>
                  <a:pt x="8490" y="0"/>
                  <a:pt x="7200" y="879"/>
                  <a:pt x="7200" y="1964"/>
                </a:cubicBezTo>
                <a:lnTo>
                  <a:pt x="7200" y="13745"/>
                </a:lnTo>
                <a:lnTo>
                  <a:pt x="720" y="13745"/>
                </a:lnTo>
                <a:cubicBezTo>
                  <a:pt x="323" y="13745"/>
                  <a:pt x="0" y="13966"/>
                  <a:pt x="0" y="14236"/>
                </a:cubicBezTo>
                <a:cubicBezTo>
                  <a:pt x="0" y="14373"/>
                  <a:pt x="81" y="14495"/>
                  <a:pt x="212" y="14584"/>
                </a:cubicBezTo>
                <a:lnTo>
                  <a:pt x="10290" y="21456"/>
                </a:lnTo>
                <a:cubicBezTo>
                  <a:pt x="10421" y="21545"/>
                  <a:pt x="10601" y="21600"/>
                  <a:pt x="10800" y="21600"/>
                </a:cubicBezTo>
                <a:cubicBezTo>
                  <a:pt x="10999" y="21600"/>
                  <a:pt x="11179" y="21545"/>
                  <a:pt x="11310" y="21456"/>
                </a:cubicBezTo>
                <a:lnTo>
                  <a:pt x="21388" y="14584"/>
                </a:lnTo>
                <a:cubicBezTo>
                  <a:pt x="21519" y="14495"/>
                  <a:pt x="21600" y="14373"/>
                  <a:pt x="21600" y="14236"/>
                </a:cubicBezTo>
                <a:cubicBezTo>
                  <a:pt x="21600" y="13966"/>
                  <a:pt x="21277" y="13745"/>
                  <a:pt x="20880" y="13745"/>
                </a:cubicBezTo>
              </a:path>
            </a:pathLst>
          </a:custGeom>
          <a:solidFill>
            <a:schemeClr val="tx1"/>
          </a:solidFill>
          <a:ln w="12700">
            <a:miter lim="400000"/>
          </a:ln>
        </p:spPr>
        <p:txBody>
          <a:bodyPr lIns="14284" tIns="14284" rIns="14284" bIns="14284" anchor="ctr"/>
          <a:lstStyle/>
          <a:p>
            <a:pPr defTabSz="171399" eaLnBrk="1" hangingPunct="1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1125">
              <a:solidFill>
                <a:srgbClr val="FFFFFF"/>
              </a:solidFill>
              <a:effectLst>
                <a:outerShdw blurRad="38100" dist="12700" dir="5400000" rotWithShape="0">
                  <a:srgbClr val="000000">
                    <a:alpha val="50000"/>
                  </a:srgbClr>
                </a:outerShdw>
              </a:effectLst>
              <a:latin typeface="Gill Sans"/>
              <a:ea typeface="Calibri" charset="0"/>
              <a:cs typeface="Calibri" charset="0"/>
              <a:sym typeface="Gill Sans"/>
            </a:endParaRPr>
          </a:p>
        </p:txBody>
      </p:sp>
      <p:sp>
        <p:nvSpPr>
          <p:cNvPr id="88" name="Shape 2918"/>
          <p:cNvSpPr/>
          <p:nvPr userDrawn="1"/>
        </p:nvSpPr>
        <p:spPr>
          <a:xfrm>
            <a:off x="2907020" y="4832297"/>
            <a:ext cx="142875" cy="202429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2960" y="6873"/>
                </a:moveTo>
                <a:lnTo>
                  <a:pt x="12960" y="19636"/>
                </a:lnTo>
                <a:cubicBezTo>
                  <a:pt x="12960" y="20178"/>
                  <a:pt x="12315" y="20618"/>
                  <a:pt x="11520" y="20618"/>
                </a:cubicBezTo>
                <a:lnTo>
                  <a:pt x="10080" y="20618"/>
                </a:lnTo>
                <a:cubicBezTo>
                  <a:pt x="9285" y="20618"/>
                  <a:pt x="8640" y="20178"/>
                  <a:pt x="8640" y="19636"/>
                </a:cubicBezTo>
                <a:lnTo>
                  <a:pt x="8640" y="6873"/>
                </a:lnTo>
                <a:lnTo>
                  <a:pt x="2458" y="6873"/>
                </a:lnTo>
                <a:lnTo>
                  <a:pt x="10800" y="1185"/>
                </a:lnTo>
                <a:lnTo>
                  <a:pt x="19142" y="6873"/>
                </a:lnTo>
                <a:cubicBezTo>
                  <a:pt x="19142" y="6873"/>
                  <a:pt x="12960" y="6873"/>
                  <a:pt x="12960" y="6873"/>
                </a:cubicBezTo>
                <a:close/>
                <a:moveTo>
                  <a:pt x="21389" y="7017"/>
                </a:moveTo>
                <a:lnTo>
                  <a:pt x="11309" y="144"/>
                </a:lnTo>
                <a:cubicBezTo>
                  <a:pt x="11179" y="55"/>
                  <a:pt x="10999" y="0"/>
                  <a:pt x="10800" y="0"/>
                </a:cubicBezTo>
                <a:cubicBezTo>
                  <a:pt x="10601" y="0"/>
                  <a:pt x="10422" y="55"/>
                  <a:pt x="10291" y="144"/>
                </a:cubicBezTo>
                <a:lnTo>
                  <a:pt x="211" y="7017"/>
                </a:lnTo>
                <a:cubicBezTo>
                  <a:pt x="81" y="7106"/>
                  <a:pt x="0" y="7228"/>
                  <a:pt x="0" y="7364"/>
                </a:cubicBezTo>
                <a:cubicBezTo>
                  <a:pt x="0" y="7635"/>
                  <a:pt x="322" y="7855"/>
                  <a:pt x="720" y="7855"/>
                </a:cubicBezTo>
                <a:lnTo>
                  <a:pt x="7200" y="7855"/>
                </a:lnTo>
                <a:lnTo>
                  <a:pt x="7200" y="19636"/>
                </a:lnTo>
                <a:cubicBezTo>
                  <a:pt x="7200" y="20721"/>
                  <a:pt x="8490" y="21600"/>
                  <a:pt x="10080" y="21600"/>
                </a:cubicBezTo>
                <a:lnTo>
                  <a:pt x="11520" y="21600"/>
                </a:lnTo>
                <a:cubicBezTo>
                  <a:pt x="13110" y="21600"/>
                  <a:pt x="14400" y="20721"/>
                  <a:pt x="14400" y="19636"/>
                </a:cubicBezTo>
                <a:lnTo>
                  <a:pt x="14400" y="7855"/>
                </a:lnTo>
                <a:lnTo>
                  <a:pt x="20880" y="7855"/>
                </a:lnTo>
                <a:cubicBezTo>
                  <a:pt x="21278" y="7855"/>
                  <a:pt x="21600" y="7635"/>
                  <a:pt x="21600" y="7364"/>
                </a:cubicBezTo>
                <a:cubicBezTo>
                  <a:pt x="21600" y="7228"/>
                  <a:pt x="21519" y="7106"/>
                  <a:pt x="21389" y="7017"/>
                </a:cubicBezTo>
              </a:path>
            </a:pathLst>
          </a:custGeom>
          <a:solidFill>
            <a:schemeClr val="tx1"/>
          </a:solidFill>
          <a:ln w="12700">
            <a:miter lim="400000"/>
          </a:ln>
        </p:spPr>
        <p:txBody>
          <a:bodyPr lIns="14284" tIns="14284" rIns="14284" bIns="14284" anchor="ctr"/>
          <a:lstStyle/>
          <a:p>
            <a:pPr defTabSz="171399" eaLnBrk="1" hangingPunct="1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1125">
              <a:solidFill>
                <a:srgbClr val="FFFFFF"/>
              </a:solidFill>
              <a:effectLst>
                <a:outerShdw blurRad="38100" dist="12700" dir="5400000" rotWithShape="0">
                  <a:srgbClr val="000000">
                    <a:alpha val="50000"/>
                  </a:srgbClr>
                </a:outerShdw>
              </a:effectLst>
              <a:latin typeface="Gill Sans"/>
              <a:ea typeface="Calibri" charset="0"/>
              <a:cs typeface="Calibri" charset="0"/>
              <a:sym typeface="Gill Sans"/>
            </a:endParaRPr>
          </a:p>
        </p:txBody>
      </p:sp>
      <p:sp>
        <p:nvSpPr>
          <p:cNvPr id="89" name="Shape 2919"/>
          <p:cNvSpPr/>
          <p:nvPr userDrawn="1"/>
        </p:nvSpPr>
        <p:spPr>
          <a:xfrm>
            <a:off x="3273733" y="4864501"/>
            <a:ext cx="209550" cy="138020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20618" y="11520"/>
                </a:moveTo>
                <a:cubicBezTo>
                  <a:pt x="20618" y="12315"/>
                  <a:pt x="20178" y="12960"/>
                  <a:pt x="19636" y="12960"/>
                </a:cubicBezTo>
                <a:lnTo>
                  <a:pt x="6873" y="12960"/>
                </a:lnTo>
                <a:lnTo>
                  <a:pt x="6873" y="19142"/>
                </a:lnTo>
                <a:lnTo>
                  <a:pt x="1185" y="10800"/>
                </a:lnTo>
                <a:lnTo>
                  <a:pt x="6873" y="2458"/>
                </a:lnTo>
                <a:lnTo>
                  <a:pt x="6873" y="8640"/>
                </a:lnTo>
                <a:lnTo>
                  <a:pt x="19636" y="8640"/>
                </a:lnTo>
                <a:cubicBezTo>
                  <a:pt x="20178" y="8640"/>
                  <a:pt x="20618" y="9285"/>
                  <a:pt x="20618" y="10080"/>
                </a:cubicBezTo>
                <a:cubicBezTo>
                  <a:pt x="20618" y="10080"/>
                  <a:pt x="20618" y="11520"/>
                  <a:pt x="20618" y="11520"/>
                </a:cubicBezTo>
                <a:close/>
                <a:moveTo>
                  <a:pt x="19636" y="7200"/>
                </a:moveTo>
                <a:lnTo>
                  <a:pt x="7855" y="7200"/>
                </a:lnTo>
                <a:lnTo>
                  <a:pt x="7855" y="720"/>
                </a:lnTo>
                <a:cubicBezTo>
                  <a:pt x="7855" y="322"/>
                  <a:pt x="7635" y="0"/>
                  <a:pt x="7364" y="0"/>
                </a:cubicBezTo>
                <a:cubicBezTo>
                  <a:pt x="7228" y="0"/>
                  <a:pt x="7105" y="81"/>
                  <a:pt x="7017" y="212"/>
                </a:cubicBezTo>
                <a:lnTo>
                  <a:pt x="144" y="10291"/>
                </a:lnTo>
                <a:cubicBezTo>
                  <a:pt x="55" y="10422"/>
                  <a:pt x="0" y="10602"/>
                  <a:pt x="0" y="10800"/>
                </a:cubicBezTo>
                <a:cubicBezTo>
                  <a:pt x="0" y="11000"/>
                  <a:pt x="55" y="11180"/>
                  <a:pt x="144" y="11310"/>
                </a:cubicBezTo>
                <a:lnTo>
                  <a:pt x="7017" y="21389"/>
                </a:lnTo>
                <a:cubicBezTo>
                  <a:pt x="7105" y="21520"/>
                  <a:pt x="7228" y="21600"/>
                  <a:pt x="7364" y="21600"/>
                </a:cubicBezTo>
                <a:cubicBezTo>
                  <a:pt x="7635" y="21600"/>
                  <a:pt x="7855" y="21278"/>
                  <a:pt x="7855" y="20880"/>
                </a:cubicBezTo>
                <a:lnTo>
                  <a:pt x="7855" y="14400"/>
                </a:lnTo>
                <a:lnTo>
                  <a:pt x="19636" y="14400"/>
                </a:lnTo>
                <a:cubicBezTo>
                  <a:pt x="20721" y="14400"/>
                  <a:pt x="21600" y="13110"/>
                  <a:pt x="21600" y="11520"/>
                </a:cubicBezTo>
                <a:lnTo>
                  <a:pt x="21600" y="10080"/>
                </a:lnTo>
                <a:cubicBezTo>
                  <a:pt x="21600" y="8490"/>
                  <a:pt x="20721" y="7200"/>
                  <a:pt x="19636" y="7200"/>
                </a:cubicBezTo>
              </a:path>
            </a:pathLst>
          </a:custGeom>
          <a:solidFill>
            <a:schemeClr val="tx1"/>
          </a:solidFill>
          <a:ln w="12700">
            <a:miter lim="400000"/>
          </a:ln>
        </p:spPr>
        <p:txBody>
          <a:bodyPr lIns="14284" tIns="14284" rIns="14284" bIns="14284" anchor="ctr"/>
          <a:lstStyle/>
          <a:p>
            <a:pPr defTabSz="171399" eaLnBrk="1" hangingPunct="1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1125">
              <a:solidFill>
                <a:srgbClr val="FFFFFF"/>
              </a:solidFill>
              <a:effectLst>
                <a:outerShdw blurRad="38100" dist="12700" dir="5400000" rotWithShape="0">
                  <a:srgbClr val="000000">
                    <a:alpha val="50000"/>
                  </a:srgbClr>
                </a:outerShdw>
              </a:effectLst>
              <a:latin typeface="Gill Sans"/>
              <a:ea typeface="Calibri" charset="0"/>
              <a:cs typeface="Calibri" charset="0"/>
              <a:sym typeface="Gill Sans"/>
            </a:endParaRPr>
          </a:p>
        </p:txBody>
      </p:sp>
      <p:sp>
        <p:nvSpPr>
          <p:cNvPr id="90" name="Shape 2920"/>
          <p:cNvSpPr/>
          <p:nvPr userDrawn="1"/>
        </p:nvSpPr>
        <p:spPr>
          <a:xfrm>
            <a:off x="3710852" y="4864501"/>
            <a:ext cx="209550" cy="138020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4727" y="19142"/>
                </a:moveTo>
                <a:lnTo>
                  <a:pt x="14727" y="12960"/>
                </a:lnTo>
                <a:lnTo>
                  <a:pt x="1964" y="12960"/>
                </a:lnTo>
                <a:cubicBezTo>
                  <a:pt x="1421" y="12960"/>
                  <a:pt x="982" y="12316"/>
                  <a:pt x="982" y="11520"/>
                </a:cubicBezTo>
                <a:lnTo>
                  <a:pt x="982" y="10080"/>
                </a:lnTo>
                <a:cubicBezTo>
                  <a:pt x="982" y="9285"/>
                  <a:pt x="1421" y="8640"/>
                  <a:pt x="1964" y="8640"/>
                </a:cubicBezTo>
                <a:lnTo>
                  <a:pt x="14727" y="8640"/>
                </a:lnTo>
                <a:lnTo>
                  <a:pt x="14727" y="2458"/>
                </a:lnTo>
                <a:lnTo>
                  <a:pt x="20415" y="10800"/>
                </a:lnTo>
                <a:cubicBezTo>
                  <a:pt x="20415" y="10800"/>
                  <a:pt x="14727" y="19142"/>
                  <a:pt x="14727" y="19142"/>
                </a:cubicBezTo>
                <a:close/>
                <a:moveTo>
                  <a:pt x="21456" y="10291"/>
                </a:moveTo>
                <a:lnTo>
                  <a:pt x="14584" y="212"/>
                </a:lnTo>
                <a:cubicBezTo>
                  <a:pt x="14495" y="81"/>
                  <a:pt x="14372" y="0"/>
                  <a:pt x="14236" y="0"/>
                </a:cubicBezTo>
                <a:cubicBezTo>
                  <a:pt x="13965" y="0"/>
                  <a:pt x="13745" y="322"/>
                  <a:pt x="13745" y="720"/>
                </a:cubicBezTo>
                <a:lnTo>
                  <a:pt x="13745" y="7200"/>
                </a:lnTo>
                <a:lnTo>
                  <a:pt x="1964" y="7200"/>
                </a:lnTo>
                <a:cubicBezTo>
                  <a:pt x="879" y="7200"/>
                  <a:pt x="0" y="8490"/>
                  <a:pt x="0" y="10080"/>
                </a:cubicBezTo>
                <a:lnTo>
                  <a:pt x="0" y="11520"/>
                </a:lnTo>
                <a:cubicBezTo>
                  <a:pt x="0" y="13110"/>
                  <a:pt x="879" y="14400"/>
                  <a:pt x="1964" y="14400"/>
                </a:cubicBezTo>
                <a:lnTo>
                  <a:pt x="13745" y="14400"/>
                </a:lnTo>
                <a:lnTo>
                  <a:pt x="13745" y="20880"/>
                </a:lnTo>
                <a:cubicBezTo>
                  <a:pt x="13745" y="21278"/>
                  <a:pt x="13965" y="21600"/>
                  <a:pt x="14236" y="21600"/>
                </a:cubicBezTo>
                <a:cubicBezTo>
                  <a:pt x="14372" y="21600"/>
                  <a:pt x="14495" y="21520"/>
                  <a:pt x="14583" y="21389"/>
                </a:cubicBezTo>
                <a:lnTo>
                  <a:pt x="21456" y="11310"/>
                </a:lnTo>
                <a:cubicBezTo>
                  <a:pt x="21545" y="11180"/>
                  <a:pt x="21600" y="11000"/>
                  <a:pt x="21600" y="10800"/>
                </a:cubicBezTo>
                <a:cubicBezTo>
                  <a:pt x="21600" y="10601"/>
                  <a:pt x="21545" y="10421"/>
                  <a:pt x="21456" y="10291"/>
                </a:cubicBezTo>
              </a:path>
            </a:pathLst>
          </a:custGeom>
          <a:solidFill>
            <a:schemeClr val="tx1"/>
          </a:solidFill>
          <a:ln w="12700">
            <a:miter lim="400000"/>
          </a:ln>
        </p:spPr>
        <p:txBody>
          <a:bodyPr lIns="14284" tIns="14284" rIns="14284" bIns="14284" anchor="ctr"/>
          <a:lstStyle/>
          <a:p>
            <a:pPr defTabSz="171399" eaLnBrk="1" hangingPunct="1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1125">
              <a:solidFill>
                <a:srgbClr val="FFFFFF"/>
              </a:solidFill>
              <a:effectLst>
                <a:outerShdw blurRad="38100" dist="12700" dir="5400000" rotWithShape="0">
                  <a:srgbClr val="000000">
                    <a:alpha val="50000"/>
                  </a:srgbClr>
                </a:outerShdw>
              </a:effectLst>
              <a:latin typeface="Gill Sans"/>
              <a:ea typeface="Calibri" charset="0"/>
              <a:cs typeface="Calibri" charset="0"/>
              <a:sym typeface="Gill Sans"/>
            </a:endParaRPr>
          </a:p>
        </p:txBody>
      </p:sp>
      <p:sp>
        <p:nvSpPr>
          <p:cNvPr id="91" name="Shape 2921"/>
          <p:cNvSpPr/>
          <p:nvPr userDrawn="1"/>
        </p:nvSpPr>
        <p:spPr>
          <a:xfrm>
            <a:off x="1787833" y="5310050"/>
            <a:ext cx="152400" cy="202429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21402" y="5052"/>
                </a:moveTo>
                <a:lnTo>
                  <a:pt x="14652" y="144"/>
                </a:lnTo>
                <a:cubicBezTo>
                  <a:pt x="14530" y="55"/>
                  <a:pt x="14362" y="0"/>
                  <a:pt x="14175" y="0"/>
                </a:cubicBezTo>
                <a:cubicBezTo>
                  <a:pt x="13802" y="0"/>
                  <a:pt x="13500" y="220"/>
                  <a:pt x="13500" y="491"/>
                </a:cubicBezTo>
                <a:cubicBezTo>
                  <a:pt x="13500" y="627"/>
                  <a:pt x="13576" y="749"/>
                  <a:pt x="13698" y="838"/>
                </a:cubicBezTo>
                <a:lnTo>
                  <a:pt x="19296" y="4909"/>
                </a:lnTo>
                <a:lnTo>
                  <a:pt x="675" y="4909"/>
                </a:lnTo>
                <a:cubicBezTo>
                  <a:pt x="302" y="4909"/>
                  <a:pt x="0" y="5129"/>
                  <a:pt x="0" y="5400"/>
                </a:cubicBezTo>
                <a:lnTo>
                  <a:pt x="0" y="21109"/>
                </a:lnTo>
                <a:cubicBezTo>
                  <a:pt x="0" y="21380"/>
                  <a:pt x="302" y="21600"/>
                  <a:pt x="675" y="21600"/>
                </a:cubicBezTo>
                <a:cubicBezTo>
                  <a:pt x="1048" y="21600"/>
                  <a:pt x="1350" y="21380"/>
                  <a:pt x="1350" y="21109"/>
                </a:cubicBezTo>
                <a:lnTo>
                  <a:pt x="1350" y="5891"/>
                </a:lnTo>
                <a:lnTo>
                  <a:pt x="19296" y="5891"/>
                </a:lnTo>
                <a:lnTo>
                  <a:pt x="13698" y="9962"/>
                </a:lnTo>
                <a:cubicBezTo>
                  <a:pt x="13575" y="10051"/>
                  <a:pt x="13500" y="10173"/>
                  <a:pt x="13500" y="10309"/>
                </a:cubicBezTo>
                <a:cubicBezTo>
                  <a:pt x="13500" y="10580"/>
                  <a:pt x="13802" y="10800"/>
                  <a:pt x="14175" y="10800"/>
                </a:cubicBezTo>
                <a:cubicBezTo>
                  <a:pt x="14362" y="10800"/>
                  <a:pt x="14531" y="10745"/>
                  <a:pt x="14653" y="10656"/>
                </a:cubicBezTo>
                <a:lnTo>
                  <a:pt x="21402" y="5747"/>
                </a:lnTo>
                <a:cubicBezTo>
                  <a:pt x="21525" y="5658"/>
                  <a:pt x="21600" y="5536"/>
                  <a:pt x="21600" y="5400"/>
                </a:cubicBezTo>
                <a:cubicBezTo>
                  <a:pt x="21600" y="5264"/>
                  <a:pt x="21524" y="5142"/>
                  <a:pt x="21402" y="5052"/>
                </a:cubicBezTo>
              </a:path>
            </a:pathLst>
          </a:custGeom>
          <a:solidFill>
            <a:schemeClr val="tx1"/>
          </a:solidFill>
          <a:ln w="12700">
            <a:miter lim="400000"/>
          </a:ln>
        </p:spPr>
        <p:txBody>
          <a:bodyPr lIns="14284" tIns="14284" rIns="14284" bIns="14284" anchor="ctr"/>
          <a:lstStyle/>
          <a:p>
            <a:pPr defTabSz="171399" eaLnBrk="1" hangingPunct="1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1125">
              <a:solidFill>
                <a:srgbClr val="FFFFFF"/>
              </a:solidFill>
              <a:effectLst>
                <a:outerShdw blurRad="38100" dist="12700" dir="5400000" rotWithShape="0">
                  <a:srgbClr val="000000">
                    <a:alpha val="50000"/>
                  </a:srgbClr>
                </a:outerShdw>
              </a:effectLst>
              <a:latin typeface="Gill Sans"/>
              <a:ea typeface="Calibri" charset="0"/>
              <a:cs typeface="Calibri" charset="0"/>
              <a:sym typeface="Gill Sans"/>
            </a:endParaRPr>
          </a:p>
        </p:txBody>
      </p:sp>
      <p:sp>
        <p:nvSpPr>
          <p:cNvPr id="92" name="Shape 2922"/>
          <p:cNvSpPr/>
          <p:nvPr userDrawn="1"/>
        </p:nvSpPr>
        <p:spPr>
          <a:xfrm>
            <a:off x="2159308" y="5337654"/>
            <a:ext cx="209550" cy="14722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6691" y="12546"/>
                </a:moveTo>
                <a:lnTo>
                  <a:pt x="16691" y="2304"/>
                </a:lnTo>
                <a:lnTo>
                  <a:pt x="20415" y="7425"/>
                </a:lnTo>
                <a:cubicBezTo>
                  <a:pt x="20415" y="7425"/>
                  <a:pt x="16691" y="12546"/>
                  <a:pt x="16691" y="12546"/>
                </a:cubicBezTo>
                <a:close/>
                <a:moveTo>
                  <a:pt x="21456" y="6948"/>
                </a:moveTo>
                <a:lnTo>
                  <a:pt x="16548" y="198"/>
                </a:lnTo>
                <a:cubicBezTo>
                  <a:pt x="16458" y="76"/>
                  <a:pt x="16336" y="0"/>
                  <a:pt x="16200" y="0"/>
                </a:cubicBezTo>
                <a:cubicBezTo>
                  <a:pt x="15929" y="0"/>
                  <a:pt x="15709" y="302"/>
                  <a:pt x="15709" y="675"/>
                </a:cubicBezTo>
                <a:lnTo>
                  <a:pt x="15709" y="6750"/>
                </a:lnTo>
                <a:lnTo>
                  <a:pt x="491" y="6750"/>
                </a:lnTo>
                <a:cubicBezTo>
                  <a:pt x="220" y="6750"/>
                  <a:pt x="0" y="7052"/>
                  <a:pt x="0" y="7425"/>
                </a:cubicBezTo>
                <a:lnTo>
                  <a:pt x="0" y="20925"/>
                </a:lnTo>
                <a:cubicBezTo>
                  <a:pt x="0" y="21298"/>
                  <a:pt x="220" y="21600"/>
                  <a:pt x="491" y="21600"/>
                </a:cubicBezTo>
                <a:cubicBezTo>
                  <a:pt x="762" y="21600"/>
                  <a:pt x="982" y="21298"/>
                  <a:pt x="982" y="20925"/>
                </a:cubicBezTo>
                <a:lnTo>
                  <a:pt x="982" y="8100"/>
                </a:lnTo>
                <a:lnTo>
                  <a:pt x="15709" y="8100"/>
                </a:lnTo>
                <a:lnTo>
                  <a:pt x="15709" y="14175"/>
                </a:lnTo>
                <a:cubicBezTo>
                  <a:pt x="15709" y="14548"/>
                  <a:pt x="15929" y="14850"/>
                  <a:pt x="16200" y="14850"/>
                </a:cubicBezTo>
                <a:cubicBezTo>
                  <a:pt x="16336" y="14850"/>
                  <a:pt x="16458" y="14775"/>
                  <a:pt x="16547" y="14652"/>
                </a:cubicBezTo>
                <a:lnTo>
                  <a:pt x="21456" y="7903"/>
                </a:lnTo>
                <a:cubicBezTo>
                  <a:pt x="21545" y="7781"/>
                  <a:pt x="21600" y="7612"/>
                  <a:pt x="21600" y="7425"/>
                </a:cubicBezTo>
                <a:cubicBezTo>
                  <a:pt x="21600" y="7238"/>
                  <a:pt x="21545" y="7070"/>
                  <a:pt x="21456" y="6948"/>
                </a:cubicBezTo>
              </a:path>
            </a:pathLst>
          </a:custGeom>
          <a:solidFill>
            <a:schemeClr val="tx1"/>
          </a:solidFill>
          <a:ln w="12700">
            <a:miter lim="400000"/>
          </a:ln>
        </p:spPr>
        <p:txBody>
          <a:bodyPr lIns="14284" tIns="14284" rIns="14284" bIns="14284" anchor="ctr"/>
          <a:lstStyle/>
          <a:p>
            <a:pPr defTabSz="171399" eaLnBrk="1" hangingPunct="1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1125">
              <a:solidFill>
                <a:srgbClr val="FFFFFF"/>
              </a:solidFill>
              <a:effectLst>
                <a:outerShdw blurRad="38100" dist="12700" dir="5400000" rotWithShape="0">
                  <a:srgbClr val="000000">
                    <a:alpha val="50000"/>
                  </a:srgbClr>
                </a:outerShdw>
              </a:effectLst>
              <a:latin typeface="Gill Sans"/>
              <a:ea typeface="Calibri" charset="0"/>
              <a:cs typeface="Calibri" charset="0"/>
              <a:sym typeface="Gill Sans"/>
            </a:endParaRPr>
          </a:p>
        </p:txBody>
      </p:sp>
      <p:sp>
        <p:nvSpPr>
          <p:cNvPr id="93" name="Shape 2923"/>
          <p:cNvSpPr/>
          <p:nvPr userDrawn="1"/>
        </p:nvSpPr>
        <p:spPr>
          <a:xfrm>
            <a:off x="888468" y="6171551"/>
            <a:ext cx="209550" cy="209550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21109" y="0"/>
                </a:moveTo>
                <a:lnTo>
                  <a:pt x="14236" y="0"/>
                </a:lnTo>
                <a:cubicBezTo>
                  <a:pt x="13966" y="0"/>
                  <a:pt x="13745" y="220"/>
                  <a:pt x="13745" y="491"/>
                </a:cubicBezTo>
                <a:cubicBezTo>
                  <a:pt x="13745" y="762"/>
                  <a:pt x="13966" y="982"/>
                  <a:pt x="14236" y="982"/>
                </a:cubicBezTo>
                <a:lnTo>
                  <a:pt x="19924" y="982"/>
                </a:lnTo>
                <a:lnTo>
                  <a:pt x="11926" y="8980"/>
                </a:lnTo>
                <a:cubicBezTo>
                  <a:pt x="11837" y="9069"/>
                  <a:pt x="11782" y="9192"/>
                  <a:pt x="11782" y="9327"/>
                </a:cubicBezTo>
                <a:cubicBezTo>
                  <a:pt x="11782" y="9599"/>
                  <a:pt x="12002" y="9818"/>
                  <a:pt x="12273" y="9818"/>
                </a:cubicBezTo>
                <a:cubicBezTo>
                  <a:pt x="12408" y="9818"/>
                  <a:pt x="12531" y="9764"/>
                  <a:pt x="12620" y="9674"/>
                </a:cubicBezTo>
                <a:lnTo>
                  <a:pt x="20618" y="1676"/>
                </a:lnTo>
                <a:lnTo>
                  <a:pt x="20618" y="7364"/>
                </a:lnTo>
                <a:cubicBezTo>
                  <a:pt x="20618" y="7635"/>
                  <a:pt x="20838" y="7855"/>
                  <a:pt x="21109" y="7855"/>
                </a:cubicBezTo>
                <a:cubicBezTo>
                  <a:pt x="21380" y="7855"/>
                  <a:pt x="21600" y="7635"/>
                  <a:pt x="21600" y="7364"/>
                </a:cubicBezTo>
                <a:lnTo>
                  <a:pt x="21600" y="491"/>
                </a:lnTo>
                <a:cubicBezTo>
                  <a:pt x="21600" y="220"/>
                  <a:pt x="21380" y="0"/>
                  <a:pt x="21109" y="0"/>
                </a:cubicBezTo>
                <a:moveTo>
                  <a:pt x="9327" y="11782"/>
                </a:moveTo>
                <a:cubicBezTo>
                  <a:pt x="9192" y="11782"/>
                  <a:pt x="9069" y="11837"/>
                  <a:pt x="8980" y="11926"/>
                </a:cubicBezTo>
                <a:lnTo>
                  <a:pt x="982" y="19924"/>
                </a:lnTo>
                <a:lnTo>
                  <a:pt x="982" y="14236"/>
                </a:lnTo>
                <a:cubicBezTo>
                  <a:pt x="982" y="13966"/>
                  <a:pt x="762" y="13745"/>
                  <a:pt x="491" y="13745"/>
                </a:cubicBezTo>
                <a:cubicBezTo>
                  <a:pt x="220" y="13745"/>
                  <a:pt x="0" y="13966"/>
                  <a:pt x="0" y="14236"/>
                </a:cubicBezTo>
                <a:lnTo>
                  <a:pt x="0" y="21109"/>
                </a:lnTo>
                <a:cubicBezTo>
                  <a:pt x="0" y="21380"/>
                  <a:pt x="220" y="21600"/>
                  <a:pt x="491" y="21600"/>
                </a:cubicBezTo>
                <a:lnTo>
                  <a:pt x="7364" y="21600"/>
                </a:lnTo>
                <a:cubicBezTo>
                  <a:pt x="7634" y="21600"/>
                  <a:pt x="7855" y="21380"/>
                  <a:pt x="7855" y="21109"/>
                </a:cubicBezTo>
                <a:cubicBezTo>
                  <a:pt x="7855" y="20838"/>
                  <a:pt x="7634" y="20618"/>
                  <a:pt x="7364" y="20618"/>
                </a:cubicBezTo>
                <a:lnTo>
                  <a:pt x="1676" y="20618"/>
                </a:lnTo>
                <a:lnTo>
                  <a:pt x="9674" y="12620"/>
                </a:lnTo>
                <a:cubicBezTo>
                  <a:pt x="9763" y="12531"/>
                  <a:pt x="9818" y="12408"/>
                  <a:pt x="9818" y="12273"/>
                </a:cubicBezTo>
                <a:cubicBezTo>
                  <a:pt x="9818" y="12002"/>
                  <a:pt x="9598" y="11782"/>
                  <a:pt x="9327" y="11782"/>
                </a:cubicBezTo>
              </a:path>
            </a:pathLst>
          </a:custGeom>
          <a:solidFill>
            <a:schemeClr val="tx1"/>
          </a:solidFill>
          <a:ln w="12700">
            <a:miter lim="400000"/>
          </a:ln>
        </p:spPr>
        <p:txBody>
          <a:bodyPr lIns="14284" tIns="14284" rIns="14284" bIns="14284" anchor="ctr"/>
          <a:lstStyle/>
          <a:p>
            <a:pPr defTabSz="171399" eaLnBrk="1" hangingPunct="1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1125">
              <a:solidFill>
                <a:srgbClr val="FFFFFF"/>
              </a:solidFill>
              <a:effectLst>
                <a:outerShdw blurRad="38100" dist="12700" dir="5400000" rotWithShape="0">
                  <a:srgbClr val="000000">
                    <a:alpha val="50000"/>
                  </a:srgbClr>
                </a:outerShdw>
              </a:effectLst>
              <a:latin typeface="Gill Sans"/>
              <a:ea typeface="Calibri" charset="0"/>
              <a:cs typeface="Calibri" charset="0"/>
              <a:sym typeface="Gill Sans"/>
            </a:endParaRPr>
          </a:p>
        </p:txBody>
      </p:sp>
      <p:sp>
        <p:nvSpPr>
          <p:cNvPr id="94" name="Shape 2924"/>
          <p:cNvSpPr/>
          <p:nvPr userDrawn="1"/>
        </p:nvSpPr>
        <p:spPr>
          <a:xfrm>
            <a:off x="1288518" y="6171551"/>
            <a:ext cx="209550" cy="209550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21600" y="491"/>
                </a:moveTo>
                <a:cubicBezTo>
                  <a:pt x="21600" y="220"/>
                  <a:pt x="21380" y="0"/>
                  <a:pt x="21109" y="0"/>
                </a:cubicBezTo>
                <a:cubicBezTo>
                  <a:pt x="20974" y="0"/>
                  <a:pt x="20851" y="55"/>
                  <a:pt x="20762" y="144"/>
                </a:cubicBezTo>
                <a:lnTo>
                  <a:pt x="12764" y="8142"/>
                </a:lnTo>
                <a:lnTo>
                  <a:pt x="12764" y="2455"/>
                </a:lnTo>
                <a:cubicBezTo>
                  <a:pt x="12764" y="2184"/>
                  <a:pt x="12544" y="1964"/>
                  <a:pt x="12273" y="1964"/>
                </a:cubicBezTo>
                <a:cubicBezTo>
                  <a:pt x="12002" y="1964"/>
                  <a:pt x="11782" y="2184"/>
                  <a:pt x="11782" y="2455"/>
                </a:cubicBezTo>
                <a:lnTo>
                  <a:pt x="11782" y="9327"/>
                </a:lnTo>
                <a:cubicBezTo>
                  <a:pt x="11782" y="9599"/>
                  <a:pt x="12002" y="9818"/>
                  <a:pt x="12273" y="9818"/>
                </a:cubicBezTo>
                <a:lnTo>
                  <a:pt x="19145" y="9818"/>
                </a:lnTo>
                <a:cubicBezTo>
                  <a:pt x="19416" y="9818"/>
                  <a:pt x="19636" y="9599"/>
                  <a:pt x="19636" y="9327"/>
                </a:cubicBezTo>
                <a:cubicBezTo>
                  <a:pt x="19636" y="9056"/>
                  <a:pt x="19416" y="8836"/>
                  <a:pt x="19145" y="8836"/>
                </a:cubicBezTo>
                <a:lnTo>
                  <a:pt x="13458" y="8836"/>
                </a:lnTo>
                <a:lnTo>
                  <a:pt x="21456" y="838"/>
                </a:lnTo>
                <a:cubicBezTo>
                  <a:pt x="21545" y="750"/>
                  <a:pt x="21600" y="627"/>
                  <a:pt x="21600" y="491"/>
                </a:cubicBezTo>
                <a:moveTo>
                  <a:pt x="9327" y="11782"/>
                </a:moveTo>
                <a:lnTo>
                  <a:pt x="2455" y="11782"/>
                </a:lnTo>
                <a:cubicBezTo>
                  <a:pt x="2184" y="11782"/>
                  <a:pt x="1964" y="12002"/>
                  <a:pt x="1964" y="12273"/>
                </a:cubicBezTo>
                <a:cubicBezTo>
                  <a:pt x="1964" y="12544"/>
                  <a:pt x="2184" y="12764"/>
                  <a:pt x="2455" y="12764"/>
                </a:cubicBezTo>
                <a:lnTo>
                  <a:pt x="8142" y="12764"/>
                </a:lnTo>
                <a:lnTo>
                  <a:pt x="144" y="20762"/>
                </a:lnTo>
                <a:cubicBezTo>
                  <a:pt x="55" y="20851"/>
                  <a:pt x="0" y="20973"/>
                  <a:pt x="0" y="21109"/>
                </a:cubicBezTo>
                <a:cubicBezTo>
                  <a:pt x="0" y="21380"/>
                  <a:pt x="220" y="21600"/>
                  <a:pt x="491" y="21600"/>
                </a:cubicBezTo>
                <a:cubicBezTo>
                  <a:pt x="626" y="21600"/>
                  <a:pt x="749" y="21545"/>
                  <a:pt x="838" y="21456"/>
                </a:cubicBezTo>
                <a:lnTo>
                  <a:pt x="8836" y="13458"/>
                </a:lnTo>
                <a:lnTo>
                  <a:pt x="8836" y="19145"/>
                </a:lnTo>
                <a:cubicBezTo>
                  <a:pt x="8836" y="19417"/>
                  <a:pt x="9056" y="19636"/>
                  <a:pt x="9327" y="19636"/>
                </a:cubicBezTo>
                <a:cubicBezTo>
                  <a:pt x="9598" y="19636"/>
                  <a:pt x="9818" y="19417"/>
                  <a:pt x="9818" y="19145"/>
                </a:cubicBezTo>
                <a:lnTo>
                  <a:pt x="9818" y="12273"/>
                </a:lnTo>
                <a:cubicBezTo>
                  <a:pt x="9818" y="12002"/>
                  <a:pt x="9598" y="11782"/>
                  <a:pt x="9327" y="11782"/>
                </a:cubicBezTo>
              </a:path>
            </a:pathLst>
          </a:custGeom>
          <a:solidFill>
            <a:schemeClr val="tx1"/>
          </a:solidFill>
          <a:ln w="12700">
            <a:miter lim="400000"/>
          </a:ln>
        </p:spPr>
        <p:txBody>
          <a:bodyPr lIns="14284" tIns="14284" rIns="14284" bIns="14284" anchor="ctr"/>
          <a:lstStyle/>
          <a:p>
            <a:pPr defTabSz="171399" eaLnBrk="1" hangingPunct="1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1125">
              <a:solidFill>
                <a:srgbClr val="FFFFFF"/>
              </a:solidFill>
              <a:effectLst>
                <a:outerShdw blurRad="38100" dist="12700" dir="5400000" rotWithShape="0">
                  <a:srgbClr val="000000">
                    <a:alpha val="50000"/>
                  </a:srgbClr>
                </a:outerShdw>
              </a:effectLst>
              <a:latin typeface="Gill Sans"/>
              <a:ea typeface="Calibri" charset="0"/>
              <a:cs typeface="Calibri" charset="0"/>
              <a:sym typeface="Gill Sans"/>
            </a:endParaRPr>
          </a:p>
        </p:txBody>
      </p:sp>
      <p:sp>
        <p:nvSpPr>
          <p:cNvPr id="95" name="Shape 2925"/>
          <p:cNvSpPr/>
          <p:nvPr userDrawn="1"/>
        </p:nvSpPr>
        <p:spPr>
          <a:xfrm>
            <a:off x="1688568" y="6171551"/>
            <a:ext cx="209550" cy="209550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21109" y="0"/>
                </a:moveTo>
                <a:lnTo>
                  <a:pt x="16200" y="0"/>
                </a:lnTo>
                <a:cubicBezTo>
                  <a:pt x="15929" y="0"/>
                  <a:pt x="15709" y="220"/>
                  <a:pt x="15709" y="491"/>
                </a:cubicBezTo>
                <a:cubicBezTo>
                  <a:pt x="15709" y="762"/>
                  <a:pt x="15929" y="982"/>
                  <a:pt x="16200" y="982"/>
                </a:cubicBezTo>
                <a:lnTo>
                  <a:pt x="19924" y="982"/>
                </a:lnTo>
                <a:lnTo>
                  <a:pt x="6035" y="14871"/>
                </a:lnTo>
                <a:cubicBezTo>
                  <a:pt x="5946" y="14960"/>
                  <a:pt x="5891" y="15083"/>
                  <a:pt x="5891" y="15218"/>
                </a:cubicBezTo>
                <a:cubicBezTo>
                  <a:pt x="5891" y="15489"/>
                  <a:pt x="6111" y="15709"/>
                  <a:pt x="6382" y="15709"/>
                </a:cubicBezTo>
                <a:cubicBezTo>
                  <a:pt x="6517" y="15709"/>
                  <a:pt x="6640" y="15654"/>
                  <a:pt x="6729" y="15565"/>
                </a:cubicBezTo>
                <a:lnTo>
                  <a:pt x="20618" y="1676"/>
                </a:lnTo>
                <a:lnTo>
                  <a:pt x="20618" y="5400"/>
                </a:lnTo>
                <a:cubicBezTo>
                  <a:pt x="20618" y="5671"/>
                  <a:pt x="20838" y="5890"/>
                  <a:pt x="21109" y="5890"/>
                </a:cubicBezTo>
                <a:cubicBezTo>
                  <a:pt x="21380" y="5890"/>
                  <a:pt x="21600" y="5671"/>
                  <a:pt x="21600" y="5400"/>
                </a:cubicBezTo>
                <a:lnTo>
                  <a:pt x="21600" y="491"/>
                </a:lnTo>
                <a:cubicBezTo>
                  <a:pt x="21600" y="220"/>
                  <a:pt x="21380" y="0"/>
                  <a:pt x="21109" y="0"/>
                </a:cubicBezTo>
                <a:moveTo>
                  <a:pt x="17182" y="6873"/>
                </a:moveTo>
                <a:cubicBezTo>
                  <a:pt x="16911" y="6873"/>
                  <a:pt x="16691" y="7092"/>
                  <a:pt x="16691" y="7364"/>
                </a:cubicBezTo>
                <a:lnTo>
                  <a:pt x="16691" y="20618"/>
                </a:lnTo>
                <a:lnTo>
                  <a:pt x="982" y="20618"/>
                </a:lnTo>
                <a:lnTo>
                  <a:pt x="982" y="4909"/>
                </a:lnTo>
                <a:lnTo>
                  <a:pt x="14236" y="4909"/>
                </a:lnTo>
                <a:cubicBezTo>
                  <a:pt x="14507" y="4909"/>
                  <a:pt x="14727" y="4689"/>
                  <a:pt x="14727" y="4418"/>
                </a:cubicBezTo>
                <a:cubicBezTo>
                  <a:pt x="14727" y="4147"/>
                  <a:pt x="14507" y="3927"/>
                  <a:pt x="14236" y="3927"/>
                </a:cubicBezTo>
                <a:lnTo>
                  <a:pt x="491" y="3927"/>
                </a:lnTo>
                <a:cubicBezTo>
                  <a:pt x="220" y="3927"/>
                  <a:pt x="0" y="4147"/>
                  <a:pt x="0" y="4418"/>
                </a:cubicBezTo>
                <a:lnTo>
                  <a:pt x="0" y="21109"/>
                </a:lnTo>
                <a:cubicBezTo>
                  <a:pt x="0" y="21380"/>
                  <a:pt x="220" y="21600"/>
                  <a:pt x="491" y="21600"/>
                </a:cubicBezTo>
                <a:lnTo>
                  <a:pt x="17182" y="21600"/>
                </a:lnTo>
                <a:cubicBezTo>
                  <a:pt x="17453" y="21600"/>
                  <a:pt x="17673" y="21380"/>
                  <a:pt x="17673" y="21109"/>
                </a:cubicBezTo>
                <a:lnTo>
                  <a:pt x="17673" y="7364"/>
                </a:lnTo>
                <a:cubicBezTo>
                  <a:pt x="17673" y="7092"/>
                  <a:pt x="17453" y="6873"/>
                  <a:pt x="17182" y="6873"/>
                </a:cubicBezTo>
              </a:path>
            </a:pathLst>
          </a:custGeom>
          <a:solidFill>
            <a:schemeClr val="tx1"/>
          </a:solidFill>
          <a:ln w="12700">
            <a:miter lim="400000"/>
          </a:ln>
        </p:spPr>
        <p:txBody>
          <a:bodyPr lIns="14284" tIns="14284" rIns="14284" bIns="14284" anchor="ctr"/>
          <a:lstStyle/>
          <a:p>
            <a:pPr defTabSz="171399" eaLnBrk="1" hangingPunct="1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1125">
              <a:solidFill>
                <a:srgbClr val="FFFFFF"/>
              </a:solidFill>
              <a:effectLst>
                <a:outerShdw blurRad="38100" dist="12700" dir="5400000" rotWithShape="0">
                  <a:srgbClr val="000000">
                    <a:alpha val="50000"/>
                  </a:srgbClr>
                </a:outerShdw>
              </a:effectLst>
              <a:latin typeface="Gill Sans"/>
              <a:ea typeface="Calibri" charset="0"/>
              <a:cs typeface="Calibri" charset="0"/>
              <a:sym typeface="Gill Sans"/>
            </a:endParaRPr>
          </a:p>
        </p:txBody>
      </p:sp>
      <p:sp>
        <p:nvSpPr>
          <p:cNvPr id="96" name="Shape 2926"/>
          <p:cNvSpPr/>
          <p:nvPr userDrawn="1"/>
        </p:nvSpPr>
        <p:spPr>
          <a:xfrm>
            <a:off x="2088618" y="6171551"/>
            <a:ext cx="209550" cy="209550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5709" y="20383"/>
                </a:moveTo>
                <a:lnTo>
                  <a:pt x="11424" y="15709"/>
                </a:lnTo>
                <a:lnTo>
                  <a:pt x="13255" y="15709"/>
                </a:lnTo>
                <a:cubicBezTo>
                  <a:pt x="13525" y="15709"/>
                  <a:pt x="13745" y="15490"/>
                  <a:pt x="13745" y="15218"/>
                </a:cubicBezTo>
                <a:lnTo>
                  <a:pt x="13745" y="14727"/>
                </a:lnTo>
                <a:cubicBezTo>
                  <a:pt x="13635" y="12724"/>
                  <a:pt x="12844" y="5590"/>
                  <a:pt x="7448" y="1949"/>
                </a:cubicBezTo>
                <a:cubicBezTo>
                  <a:pt x="16407" y="4809"/>
                  <a:pt x="17536" y="12588"/>
                  <a:pt x="17673" y="14727"/>
                </a:cubicBezTo>
                <a:lnTo>
                  <a:pt x="17673" y="15218"/>
                </a:lnTo>
                <a:cubicBezTo>
                  <a:pt x="17673" y="15490"/>
                  <a:pt x="17893" y="15709"/>
                  <a:pt x="18164" y="15709"/>
                </a:cubicBezTo>
                <a:lnTo>
                  <a:pt x="19994" y="15709"/>
                </a:lnTo>
                <a:cubicBezTo>
                  <a:pt x="19994" y="15709"/>
                  <a:pt x="15709" y="20383"/>
                  <a:pt x="15709" y="20383"/>
                </a:cubicBezTo>
                <a:close/>
                <a:moveTo>
                  <a:pt x="21109" y="14727"/>
                </a:moveTo>
                <a:lnTo>
                  <a:pt x="18658" y="14727"/>
                </a:lnTo>
                <a:cubicBezTo>
                  <a:pt x="18450" y="12130"/>
                  <a:pt x="16610" y="0"/>
                  <a:pt x="491" y="0"/>
                </a:cubicBezTo>
                <a:cubicBezTo>
                  <a:pt x="219" y="0"/>
                  <a:pt x="0" y="220"/>
                  <a:pt x="0" y="491"/>
                </a:cubicBezTo>
                <a:cubicBezTo>
                  <a:pt x="0" y="762"/>
                  <a:pt x="219" y="982"/>
                  <a:pt x="491" y="982"/>
                </a:cubicBezTo>
                <a:cubicBezTo>
                  <a:pt x="5558" y="982"/>
                  <a:pt x="9160" y="3417"/>
                  <a:pt x="11196" y="8250"/>
                </a:cubicBezTo>
                <a:cubicBezTo>
                  <a:pt x="12394" y="11093"/>
                  <a:pt x="12657" y="13684"/>
                  <a:pt x="12715" y="14727"/>
                </a:cubicBezTo>
                <a:lnTo>
                  <a:pt x="10309" y="14727"/>
                </a:lnTo>
                <a:cubicBezTo>
                  <a:pt x="10038" y="14727"/>
                  <a:pt x="9818" y="14947"/>
                  <a:pt x="9818" y="15218"/>
                </a:cubicBezTo>
                <a:cubicBezTo>
                  <a:pt x="9818" y="15354"/>
                  <a:pt x="9873" y="15477"/>
                  <a:pt x="9962" y="15566"/>
                </a:cubicBezTo>
                <a:lnTo>
                  <a:pt x="15362" y="21456"/>
                </a:lnTo>
                <a:cubicBezTo>
                  <a:pt x="15450" y="21545"/>
                  <a:pt x="15574" y="21600"/>
                  <a:pt x="15709" y="21600"/>
                </a:cubicBezTo>
                <a:cubicBezTo>
                  <a:pt x="15845" y="21600"/>
                  <a:pt x="15967" y="21545"/>
                  <a:pt x="16056" y="21456"/>
                </a:cubicBezTo>
                <a:lnTo>
                  <a:pt x="21456" y="15566"/>
                </a:lnTo>
                <a:cubicBezTo>
                  <a:pt x="21545" y="15477"/>
                  <a:pt x="21600" y="15354"/>
                  <a:pt x="21600" y="15218"/>
                </a:cubicBezTo>
                <a:cubicBezTo>
                  <a:pt x="21600" y="14947"/>
                  <a:pt x="21380" y="14727"/>
                  <a:pt x="21109" y="14727"/>
                </a:cubicBezTo>
              </a:path>
            </a:pathLst>
          </a:custGeom>
          <a:solidFill>
            <a:schemeClr val="tx1"/>
          </a:solidFill>
          <a:ln w="12700">
            <a:miter lim="400000"/>
          </a:ln>
        </p:spPr>
        <p:txBody>
          <a:bodyPr lIns="14284" tIns="14284" rIns="14284" bIns="14284" anchor="ctr"/>
          <a:lstStyle/>
          <a:p>
            <a:pPr defTabSz="171399" eaLnBrk="1" hangingPunct="1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1125">
              <a:solidFill>
                <a:srgbClr val="FFFFFF"/>
              </a:solidFill>
              <a:effectLst>
                <a:outerShdw blurRad="38100" dist="12700" dir="5400000" rotWithShape="0">
                  <a:srgbClr val="000000">
                    <a:alpha val="50000"/>
                  </a:srgbClr>
                </a:outerShdw>
              </a:effectLst>
              <a:latin typeface="Gill Sans"/>
              <a:ea typeface="Calibri" charset="0"/>
              <a:cs typeface="Calibri" charset="0"/>
              <a:sym typeface="Gill Sans"/>
            </a:endParaRPr>
          </a:p>
        </p:txBody>
      </p:sp>
      <p:sp>
        <p:nvSpPr>
          <p:cNvPr id="97" name="Shape 2927"/>
          <p:cNvSpPr/>
          <p:nvPr userDrawn="1"/>
        </p:nvSpPr>
        <p:spPr>
          <a:xfrm>
            <a:off x="2488668" y="6171551"/>
            <a:ext cx="209550" cy="209550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8164" y="5891"/>
                </a:moveTo>
                <a:cubicBezTo>
                  <a:pt x="17893" y="5891"/>
                  <a:pt x="17673" y="6111"/>
                  <a:pt x="17673" y="6382"/>
                </a:cubicBezTo>
                <a:lnTo>
                  <a:pt x="17673" y="6873"/>
                </a:lnTo>
                <a:cubicBezTo>
                  <a:pt x="17536" y="9012"/>
                  <a:pt x="16407" y="16791"/>
                  <a:pt x="7448" y="19651"/>
                </a:cubicBezTo>
                <a:cubicBezTo>
                  <a:pt x="12844" y="16010"/>
                  <a:pt x="13635" y="8876"/>
                  <a:pt x="13745" y="6873"/>
                </a:cubicBezTo>
                <a:lnTo>
                  <a:pt x="13745" y="6382"/>
                </a:lnTo>
                <a:cubicBezTo>
                  <a:pt x="13745" y="6111"/>
                  <a:pt x="13525" y="5891"/>
                  <a:pt x="13255" y="5891"/>
                </a:cubicBezTo>
                <a:lnTo>
                  <a:pt x="11424" y="5891"/>
                </a:lnTo>
                <a:lnTo>
                  <a:pt x="15709" y="1217"/>
                </a:lnTo>
                <a:lnTo>
                  <a:pt x="19994" y="5891"/>
                </a:lnTo>
                <a:cubicBezTo>
                  <a:pt x="19994" y="5891"/>
                  <a:pt x="18164" y="5891"/>
                  <a:pt x="18164" y="5891"/>
                </a:cubicBezTo>
                <a:close/>
                <a:moveTo>
                  <a:pt x="21456" y="6035"/>
                </a:moveTo>
                <a:lnTo>
                  <a:pt x="16056" y="144"/>
                </a:lnTo>
                <a:cubicBezTo>
                  <a:pt x="15967" y="55"/>
                  <a:pt x="15845" y="0"/>
                  <a:pt x="15709" y="0"/>
                </a:cubicBezTo>
                <a:cubicBezTo>
                  <a:pt x="15573" y="0"/>
                  <a:pt x="15450" y="55"/>
                  <a:pt x="15362" y="144"/>
                </a:cubicBezTo>
                <a:lnTo>
                  <a:pt x="9962" y="6035"/>
                </a:lnTo>
                <a:cubicBezTo>
                  <a:pt x="9873" y="6124"/>
                  <a:pt x="9818" y="6247"/>
                  <a:pt x="9818" y="6382"/>
                </a:cubicBezTo>
                <a:cubicBezTo>
                  <a:pt x="9818" y="6653"/>
                  <a:pt x="10038" y="6873"/>
                  <a:pt x="10309" y="6873"/>
                </a:cubicBezTo>
                <a:lnTo>
                  <a:pt x="12715" y="6873"/>
                </a:lnTo>
                <a:cubicBezTo>
                  <a:pt x="12657" y="7916"/>
                  <a:pt x="12394" y="10507"/>
                  <a:pt x="11196" y="13351"/>
                </a:cubicBezTo>
                <a:cubicBezTo>
                  <a:pt x="9160" y="18184"/>
                  <a:pt x="5558" y="20618"/>
                  <a:pt x="491" y="20618"/>
                </a:cubicBezTo>
                <a:cubicBezTo>
                  <a:pt x="219" y="20618"/>
                  <a:pt x="0" y="20838"/>
                  <a:pt x="0" y="21109"/>
                </a:cubicBezTo>
                <a:cubicBezTo>
                  <a:pt x="0" y="21380"/>
                  <a:pt x="219" y="21600"/>
                  <a:pt x="491" y="21600"/>
                </a:cubicBezTo>
                <a:cubicBezTo>
                  <a:pt x="16610" y="21600"/>
                  <a:pt x="18450" y="9470"/>
                  <a:pt x="18658" y="6873"/>
                </a:cubicBezTo>
                <a:lnTo>
                  <a:pt x="21109" y="6873"/>
                </a:lnTo>
                <a:cubicBezTo>
                  <a:pt x="21380" y="6873"/>
                  <a:pt x="21600" y="6653"/>
                  <a:pt x="21600" y="6382"/>
                </a:cubicBezTo>
                <a:cubicBezTo>
                  <a:pt x="21600" y="6247"/>
                  <a:pt x="21545" y="6124"/>
                  <a:pt x="21456" y="6035"/>
                </a:cubicBezTo>
              </a:path>
            </a:pathLst>
          </a:custGeom>
          <a:solidFill>
            <a:schemeClr val="tx1"/>
          </a:solidFill>
          <a:ln w="12700">
            <a:miter lim="400000"/>
          </a:ln>
        </p:spPr>
        <p:txBody>
          <a:bodyPr lIns="14284" tIns="14284" rIns="14284" bIns="14284" anchor="ctr"/>
          <a:lstStyle/>
          <a:p>
            <a:pPr defTabSz="171399" eaLnBrk="1" hangingPunct="1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1125">
              <a:solidFill>
                <a:srgbClr val="FFFFFF"/>
              </a:solidFill>
              <a:effectLst>
                <a:outerShdw blurRad="38100" dist="12700" dir="5400000" rotWithShape="0">
                  <a:srgbClr val="000000">
                    <a:alpha val="50000"/>
                  </a:srgbClr>
                </a:outerShdw>
              </a:effectLst>
              <a:latin typeface="Gill Sans"/>
              <a:ea typeface="Calibri" charset="0"/>
              <a:cs typeface="Calibri" charset="0"/>
              <a:sym typeface="Gill Sans"/>
            </a:endParaRPr>
          </a:p>
        </p:txBody>
      </p:sp>
      <p:sp>
        <p:nvSpPr>
          <p:cNvPr id="98" name="Shape 2928"/>
          <p:cNvSpPr/>
          <p:nvPr userDrawn="1"/>
        </p:nvSpPr>
        <p:spPr>
          <a:xfrm>
            <a:off x="2888718" y="6171551"/>
            <a:ext cx="209550" cy="209550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6873" y="7855"/>
                </a:moveTo>
                <a:lnTo>
                  <a:pt x="6382" y="7855"/>
                </a:lnTo>
                <a:cubicBezTo>
                  <a:pt x="6110" y="7855"/>
                  <a:pt x="5891" y="8075"/>
                  <a:pt x="5891" y="8345"/>
                </a:cubicBezTo>
                <a:lnTo>
                  <a:pt x="5891" y="10176"/>
                </a:lnTo>
                <a:lnTo>
                  <a:pt x="1216" y="5891"/>
                </a:lnTo>
                <a:lnTo>
                  <a:pt x="5891" y="1606"/>
                </a:lnTo>
                <a:lnTo>
                  <a:pt x="5891" y="3436"/>
                </a:lnTo>
                <a:cubicBezTo>
                  <a:pt x="5891" y="3708"/>
                  <a:pt x="6110" y="3927"/>
                  <a:pt x="6382" y="3927"/>
                </a:cubicBezTo>
                <a:lnTo>
                  <a:pt x="6873" y="3927"/>
                </a:lnTo>
                <a:cubicBezTo>
                  <a:pt x="9012" y="4064"/>
                  <a:pt x="16791" y="5193"/>
                  <a:pt x="19651" y="14152"/>
                </a:cubicBezTo>
                <a:cubicBezTo>
                  <a:pt x="16010" y="8756"/>
                  <a:pt x="8876" y="7965"/>
                  <a:pt x="6873" y="7855"/>
                </a:cubicBezTo>
                <a:moveTo>
                  <a:pt x="6873" y="2942"/>
                </a:moveTo>
                <a:lnTo>
                  <a:pt x="6873" y="491"/>
                </a:lnTo>
                <a:cubicBezTo>
                  <a:pt x="6873" y="220"/>
                  <a:pt x="6653" y="0"/>
                  <a:pt x="6382" y="0"/>
                </a:cubicBezTo>
                <a:cubicBezTo>
                  <a:pt x="6246" y="0"/>
                  <a:pt x="6123" y="55"/>
                  <a:pt x="6035" y="144"/>
                </a:cubicBezTo>
                <a:lnTo>
                  <a:pt x="144" y="5544"/>
                </a:lnTo>
                <a:cubicBezTo>
                  <a:pt x="55" y="5633"/>
                  <a:pt x="0" y="5756"/>
                  <a:pt x="0" y="5891"/>
                </a:cubicBezTo>
                <a:cubicBezTo>
                  <a:pt x="0" y="6027"/>
                  <a:pt x="55" y="6150"/>
                  <a:pt x="144" y="6238"/>
                </a:cubicBezTo>
                <a:lnTo>
                  <a:pt x="6035" y="11638"/>
                </a:lnTo>
                <a:cubicBezTo>
                  <a:pt x="6123" y="11727"/>
                  <a:pt x="6246" y="11782"/>
                  <a:pt x="6382" y="11782"/>
                </a:cubicBezTo>
                <a:cubicBezTo>
                  <a:pt x="6653" y="11782"/>
                  <a:pt x="6873" y="11562"/>
                  <a:pt x="6873" y="11291"/>
                </a:cubicBezTo>
                <a:lnTo>
                  <a:pt x="6873" y="8884"/>
                </a:lnTo>
                <a:cubicBezTo>
                  <a:pt x="7916" y="8943"/>
                  <a:pt x="10507" y="9206"/>
                  <a:pt x="13350" y="10404"/>
                </a:cubicBezTo>
                <a:cubicBezTo>
                  <a:pt x="18183" y="12440"/>
                  <a:pt x="20618" y="16042"/>
                  <a:pt x="20618" y="21109"/>
                </a:cubicBezTo>
                <a:cubicBezTo>
                  <a:pt x="20618" y="21380"/>
                  <a:pt x="20838" y="21600"/>
                  <a:pt x="21109" y="21600"/>
                </a:cubicBezTo>
                <a:cubicBezTo>
                  <a:pt x="21380" y="21600"/>
                  <a:pt x="21600" y="21380"/>
                  <a:pt x="21600" y="21109"/>
                </a:cubicBezTo>
                <a:cubicBezTo>
                  <a:pt x="21600" y="4990"/>
                  <a:pt x="9470" y="3150"/>
                  <a:pt x="6873" y="2942"/>
                </a:cubicBezTo>
              </a:path>
            </a:pathLst>
          </a:custGeom>
          <a:solidFill>
            <a:schemeClr val="tx1"/>
          </a:solidFill>
          <a:ln w="12700">
            <a:miter lim="400000"/>
          </a:ln>
        </p:spPr>
        <p:txBody>
          <a:bodyPr lIns="14284" tIns="14284" rIns="14284" bIns="14284" anchor="ctr"/>
          <a:lstStyle/>
          <a:p>
            <a:pPr defTabSz="171399" eaLnBrk="1" hangingPunct="1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1125">
              <a:solidFill>
                <a:srgbClr val="FFFFFF"/>
              </a:solidFill>
              <a:effectLst>
                <a:outerShdw blurRad="38100" dist="12700" dir="5400000" rotWithShape="0">
                  <a:srgbClr val="000000">
                    <a:alpha val="50000"/>
                  </a:srgbClr>
                </a:outerShdw>
              </a:effectLst>
              <a:latin typeface="Gill Sans"/>
              <a:ea typeface="Calibri" charset="0"/>
              <a:cs typeface="Calibri" charset="0"/>
              <a:sym typeface="Gill Sans"/>
            </a:endParaRPr>
          </a:p>
        </p:txBody>
      </p:sp>
      <p:sp>
        <p:nvSpPr>
          <p:cNvPr id="99" name="Shape 2929"/>
          <p:cNvSpPr/>
          <p:nvPr userDrawn="1"/>
        </p:nvSpPr>
        <p:spPr>
          <a:xfrm>
            <a:off x="3288768" y="6171551"/>
            <a:ext cx="209550" cy="209550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5709" y="10176"/>
                </a:moveTo>
                <a:lnTo>
                  <a:pt x="15709" y="8345"/>
                </a:lnTo>
                <a:cubicBezTo>
                  <a:pt x="15709" y="8075"/>
                  <a:pt x="15490" y="7855"/>
                  <a:pt x="15218" y="7855"/>
                </a:cubicBezTo>
                <a:lnTo>
                  <a:pt x="14727" y="7855"/>
                </a:lnTo>
                <a:cubicBezTo>
                  <a:pt x="12724" y="7965"/>
                  <a:pt x="5590" y="8756"/>
                  <a:pt x="1949" y="14152"/>
                </a:cubicBezTo>
                <a:cubicBezTo>
                  <a:pt x="4809" y="5193"/>
                  <a:pt x="12588" y="4064"/>
                  <a:pt x="14727" y="3927"/>
                </a:cubicBezTo>
                <a:lnTo>
                  <a:pt x="15218" y="3927"/>
                </a:lnTo>
                <a:cubicBezTo>
                  <a:pt x="15490" y="3927"/>
                  <a:pt x="15709" y="3708"/>
                  <a:pt x="15709" y="3436"/>
                </a:cubicBezTo>
                <a:lnTo>
                  <a:pt x="15709" y="1606"/>
                </a:lnTo>
                <a:lnTo>
                  <a:pt x="20383" y="5891"/>
                </a:lnTo>
                <a:cubicBezTo>
                  <a:pt x="20383" y="5891"/>
                  <a:pt x="15709" y="10176"/>
                  <a:pt x="15709" y="10176"/>
                </a:cubicBezTo>
                <a:close/>
                <a:moveTo>
                  <a:pt x="21456" y="5544"/>
                </a:moveTo>
                <a:lnTo>
                  <a:pt x="15565" y="144"/>
                </a:lnTo>
                <a:cubicBezTo>
                  <a:pt x="15477" y="55"/>
                  <a:pt x="15354" y="0"/>
                  <a:pt x="15218" y="0"/>
                </a:cubicBezTo>
                <a:cubicBezTo>
                  <a:pt x="14947" y="0"/>
                  <a:pt x="14727" y="220"/>
                  <a:pt x="14727" y="491"/>
                </a:cubicBezTo>
                <a:lnTo>
                  <a:pt x="14727" y="2942"/>
                </a:lnTo>
                <a:cubicBezTo>
                  <a:pt x="12130" y="3150"/>
                  <a:pt x="0" y="4991"/>
                  <a:pt x="0" y="21109"/>
                </a:cubicBezTo>
                <a:cubicBezTo>
                  <a:pt x="0" y="21380"/>
                  <a:pt x="220" y="21600"/>
                  <a:pt x="491" y="21600"/>
                </a:cubicBezTo>
                <a:cubicBezTo>
                  <a:pt x="762" y="21600"/>
                  <a:pt x="982" y="21380"/>
                  <a:pt x="982" y="21109"/>
                </a:cubicBezTo>
                <a:cubicBezTo>
                  <a:pt x="982" y="16042"/>
                  <a:pt x="3417" y="12440"/>
                  <a:pt x="8250" y="10404"/>
                </a:cubicBezTo>
                <a:cubicBezTo>
                  <a:pt x="11093" y="9206"/>
                  <a:pt x="13684" y="8943"/>
                  <a:pt x="14727" y="8884"/>
                </a:cubicBezTo>
                <a:lnTo>
                  <a:pt x="14727" y="11291"/>
                </a:lnTo>
                <a:cubicBezTo>
                  <a:pt x="14727" y="11562"/>
                  <a:pt x="14947" y="11782"/>
                  <a:pt x="15218" y="11782"/>
                </a:cubicBezTo>
                <a:cubicBezTo>
                  <a:pt x="15354" y="11782"/>
                  <a:pt x="15477" y="11727"/>
                  <a:pt x="15565" y="11638"/>
                </a:cubicBezTo>
                <a:lnTo>
                  <a:pt x="21456" y="6238"/>
                </a:lnTo>
                <a:cubicBezTo>
                  <a:pt x="21545" y="6150"/>
                  <a:pt x="21600" y="6027"/>
                  <a:pt x="21600" y="5891"/>
                </a:cubicBezTo>
                <a:cubicBezTo>
                  <a:pt x="21600" y="5756"/>
                  <a:pt x="21545" y="5633"/>
                  <a:pt x="21456" y="5544"/>
                </a:cubicBezTo>
              </a:path>
            </a:pathLst>
          </a:custGeom>
          <a:solidFill>
            <a:schemeClr val="tx1"/>
          </a:solidFill>
          <a:ln w="12700">
            <a:miter lim="400000"/>
          </a:ln>
        </p:spPr>
        <p:txBody>
          <a:bodyPr lIns="14284" tIns="14284" rIns="14284" bIns="14284" anchor="ctr"/>
          <a:lstStyle/>
          <a:p>
            <a:pPr defTabSz="171399" eaLnBrk="1" hangingPunct="1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1125">
              <a:solidFill>
                <a:srgbClr val="FFFFFF"/>
              </a:solidFill>
              <a:effectLst>
                <a:outerShdw blurRad="38100" dist="12700" dir="5400000" rotWithShape="0">
                  <a:srgbClr val="000000">
                    <a:alpha val="50000"/>
                  </a:srgbClr>
                </a:outerShdw>
              </a:effectLst>
              <a:latin typeface="Gill Sans"/>
              <a:ea typeface="Calibri" charset="0"/>
              <a:cs typeface="Calibri" charset="0"/>
              <a:sym typeface="Gill Sans"/>
            </a:endParaRPr>
          </a:p>
        </p:txBody>
      </p:sp>
      <p:sp>
        <p:nvSpPr>
          <p:cNvPr id="100" name="Shape 2930"/>
          <p:cNvSpPr/>
          <p:nvPr userDrawn="1"/>
        </p:nvSpPr>
        <p:spPr>
          <a:xfrm>
            <a:off x="3710852" y="6209651"/>
            <a:ext cx="209550" cy="133350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5955" y="1543"/>
                </a:moveTo>
                <a:cubicBezTo>
                  <a:pt x="12837" y="1543"/>
                  <a:pt x="10309" y="5515"/>
                  <a:pt x="10309" y="10414"/>
                </a:cubicBezTo>
                <a:lnTo>
                  <a:pt x="10309" y="11186"/>
                </a:lnTo>
                <a:cubicBezTo>
                  <a:pt x="10309" y="15233"/>
                  <a:pt x="8221" y="18514"/>
                  <a:pt x="5645" y="18514"/>
                </a:cubicBezTo>
                <a:cubicBezTo>
                  <a:pt x="3070" y="18514"/>
                  <a:pt x="982" y="15233"/>
                  <a:pt x="982" y="11186"/>
                </a:cubicBezTo>
                <a:lnTo>
                  <a:pt x="982" y="10414"/>
                </a:lnTo>
                <a:cubicBezTo>
                  <a:pt x="982" y="6367"/>
                  <a:pt x="3070" y="3086"/>
                  <a:pt x="5645" y="3086"/>
                </a:cubicBezTo>
                <a:cubicBezTo>
                  <a:pt x="6670" y="3086"/>
                  <a:pt x="7575" y="3630"/>
                  <a:pt x="8321" y="4629"/>
                </a:cubicBezTo>
                <a:lnTo>
                  <a:pt x="6382" y="4629"/>
                </a:lnTo>
                <a:cubicBezTo>
                  <a:pt x="6110" y="4629"/>
                  <a:pt x="5891" y="4974"/>
                  <a:pt x="5891" y="5400"/>
                </a:cubicBezTo>
                <a:cubicBezTo>
                  <a:pt x="5891" y="5826"/>
                  <a:pt x="6110" y="6171"/>
                  <a:pt x="6382" y="6171"/>
                </a:cubicBezTo>
                <a:lnTo>
                  <a:pt x="9327" y="6171"/>
                </a:lnTo>
                <a:cubicBezTo>
                  <a:pt x="9599" y="6171"/>
                  <a:pt x="9818" y="5826"/>
                  <a:pt x="9818" y="5400"/>
                </a:cubicBezTo>
                <a:lnTo>
                  <a:pt x="9818" y="771"/>
                </a:lnTo>
                <a:cubicBezTo>
                  <a:pt x="9818" y="346"/>
                  <a:pt x="9599" y="0"/>
                  <a:pt x="9327" y="0"/>
                </a:cubicBezTo>
                <a:cubicBezTo>
                  <a:pt x="9056" y="0"/>
                  <a:pt x="8836" y="346"/>
                  <a:pt x="8836" y="771"/>
                </a:cubicBezTo>
                <a:lnTo>
                  <a:pt x="8836" y="3321"/>
                </a:lnTo>
                <a:cubicBezTo>
                  <a:pt x="7879" y="2160"/>
                  <a:pt x="6706" y="1543"/>
                  <a:pt x="5645" y="1543"/>
                </a:cubicBezTo>
                <a:cubicBezTo>
                  <a:pt x="2527" y="1543"/>
                  <a:pt x="0" y="5515"/>
                  <a:pt x="0" y="10414"/>
                </a:cubicBezTo>
                <a:lnTo>
                  <a:pt x="0" y="11186"/>
                </a:lnTo>
                <a:cubicBezTo>
                  <a:pt x="0" y="16085"/>
                  <a:pt x="2527" y="20057"/>
                  <a:pt x="5645" y="20057"/>
                </a:cubicBezTo>
                <a:cubicBezTo>
                  <a:pt x="8763" y="20057"/>
                  <a:pt x="11291" y="16085"/>
                  <a:pt x="11291" y="11186"/>
                </a:cubicBezTo>
                <a:lnTo>
                  <a:pt x="11291" y="10414"/>
                </a:lnTo>
                <a:cubicBezTo>
                  <a:pt x="11291" y="6367"/>
                  <a:pt x="13379" y="3086"/>
                  <a:pt x="15955" y="3086"/>
                </a:cubicBezTo>
                <a:cubicBezTo>
                  <a:pt x="18530" y="3086"/>
                  <a:pt x="20618" y="6367"/>
                  <a:pt x="20618" y="10414"/>
                </a:cubicBezTo>
                <a:lnTo>
                  <a:pt x="20618" y="11186"/>
                </a:lnTo>
                <a:cubicBezTo>
                  <a:pt x="20618" y="15233"/>
                  <a:pt x="18530" y="18514"/>
                  <a:pt x="15955" y="18514"/>
                </a:cubicBezTo>
                <a:cubicBezTo>
                  <a:pt x="14930" y="18514"/>
                  <a:pt x="14025" y="17970"/>
                  <a:pt x="13279" y="16971"/>
                </a:cubicBezTo>
                <a:lnTo>
                  <a:pt x="15218" y="16971"/>
                </a:lnTo>
                <a:cubicBezTo>
                  <a:pt x="15490" y="16971"/>
                  <a:pt x="15709" y="16626"/>
                  <a:pt x="15709" y="16200"/>
                </a:cubicBezTo>
                <a:cubicBezTo>
                  <a:pt x="15709" y="15774"/>
                  <a:pt x="15490" y="15429"/>
                  <a:pt x="15218" y="15429"/>
                </a:cubicBezTo>
                <a:lnTo>
                  <a:pt x="12273" y="15429"/>
                </a:lnTo>
                <a:cubicBezTo>
                  <a:pt x="12001" y="15429"/>
                  <a:pt x="11782" y="15774"/>
                  <a:pt x="11782" y="16200"/>
                </a:cubicBezTo>
                <a:lnTo>
                  <a:pt x="11782" y="20829"/>
                </a:lnTo>
                <a:cubicBezTo>
                  <a:pt x="11782" y="21255"/>
                  <a:pt x="12001" y="21600"/>
                  <a:pt x="12273" y="21600"/>
                </a:cubicBezTo>
                <a:cubicBezTo>
                  <a:pt x="12544" y="21600"/>
                  <a:pt x="12764" y="21255"/>
                  <a:pt x="12764" y="20829"/>
                </a:cubicBezTo>
                <a:lnTo>
                  <a:pt x="12764" y="18279"/>
                </a:lnTo>
                <a:cubicBezTo>
                  <a:pt x="13721" y="19441"/>
                  <a:pt x="14894" y="20057"/>
                  <a:pt x="15955" y="20057"/>
                </a:cubicBezTo>
                <a:cubicBezTo>
                  <a:pt x="19073" y="20057"/>
                  <a:pt x="21600" y="16085"/>
                  <a:pt x="21600" y="11186"/>
                </a:cubicBezTo>
                <a:lnTo>
                  <a:pt x="21600" y="10414"/>
                </a:lnTo>
                <a:cubicBezTo>
                  <a:pt x="21600" y="5515"/>
                  <a:pt x="19073" y="1543"/>
                  <a:pt x="15955" y="1543"/>
                </a:cubicBezTo>
              </a:path>
            </a:pathLst>
          </a:custGeom>
          <a:solidFill>
            <a:schemeClr val="tx1"/>
          </a:solidFill>
          <a:ln w="12700">
            <a:miter lim="400000"/>
          </a:ln>
        </p:spPr>
        <p:txBody>
          <a:bodyPr lIns="14284" tIns="14284" rIns="14284" bIns="14284" anchor="ctr"/>
          <a:lstStyle/>
          <a:p>
            <a:pPr defTabSz="171399" eaLnBrk="1" hangingPunct="1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1125">
              <a:solidFill>
                <a:srgbClr val="FFFFFF"/>
              </a:solidFill>
              <a:effectLst>
                <a:outerShdw blurRad="38100" dist="12700" dir="5400000" rotWithShape="0">
                  <a:srgbClr val="000000">
                    <a:alpha val="50000"/>
                  </a:srgbClr>
                </a:outerShdw>
              </a:effectLst>
              <a:latin typeface="Gill Sans"/>
              <a:ea typeface="Calibri" charset="0"/>
              <a:cs typeface="Calibri" charset="0"/>
              <a:sym typeface="Gill Sans"/>
            </a:endParaRPr>
          </a:p>
        </p:txBody>
      </p:sp>
      <p:sp>
        <p:nvSpPr>
          <p:cNvPr id="101" name="Shape 2931"/>
          <p:cNvSpPr/>
          <p:nvPr userDrawn="1"/>
        </p:nvSpPr>
        <p:spPr>
          <a:xfrm>
            <a:off x="3347871" y="5794345"/>
            <a:ext cx="209550" cy="152400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9924" y="4050"/>
                </a:moveTo>
                <a:lnTo>
                  <a:pt x="18798" y="5598"/>
                </a:lnTo>
                <a:cubicBezTo>
                  <a:pt x="18709" y="5720"/>
                  <a:pt x="18655" y="5889"/>
                  <a:pt x="18655" y="6075"/>
                </a:cubicBezTo>
                <a:cubicBezTo>
                  <a:pt x="18655" y="6448"/>
                  <a:pt x="18874" y="6750"/>
                  <a:pt x="19145" y="6750"/>
                </a:cubicBezTo>
                <a:cubicBezTo>
                  <a:pt x="19281" y="6750"/>
                  <a:pt x="19404" y="6674"/>
                  <a:pt x="19493" y="6552"/>
                </a:cubicBezTo>
                <a:lnTo>
                  <a:pt x="21456" y="3853"/>
                </a:lnTo>
                <a:cubicBezTo>
                  <a:pt x="21545" y="3731"/>
                  <a:pt x="21600" y="3562"/>
                  <a:pt x="21600" y="3375"/>
                </a:cubicBezTo>
                <a:cubicBezTo>
                  <a:pt x="21600" y="3189"/>
                  <a:pt x="21545" y="3020"/>
                  <a:pt x="21456" y="2898"/>
                </a:cubicBezTo>
                <a:lnTo>
                  <a:pt x="19493" y="198"/>
                </a:lnTo>
                <a:cubicBezTo>
                  <a:pt x="19403" y="76"/>
                  <a:pt x="19281" y="0"/>
                  <a:pt x="19145" y="0"/>
                </a:cubicBezTo>
                <a:cubicBezTo>
                  <a:pt x="18874" y="0"/>
                  <a:pt x="18655" y="303"/>
                  <a:pt x="18655" y="675"/>
                </a:cubicBezTo>
                <a:cubicBezTo>
                  <a:pt x="18655" y="862"/>
                  <a:pt x="18709" y="1031"/>
                  <a:pt x="18799" y="1153"/>
                </a:cubicBezTo>
                <a:lnTo>
                  <a:pt x="19924" y="2700"/>
                </a:lnTo>
                <a:lnTo>
                  <a:pt x="15218" y="2700"/>
                </a:lnTo>
                <a:cubicBezTo>
                  <a:pt x="15065" y="2700"/>
                  <a:pt x="14933" y="2803"/>
                  <a:pt x="14843" y="2954"/>
                </a:cubicBezTo>
                <a:lnTo>
                  <a:pt x="14838" y="2948"/>
                </a:lnTo>
                <a:lnTo>
                  <a:pt x="6149" y="17550"/>
                </a:lnTo>
                <a:lnTo>
                  <a:pt x="491" y="17550"/>
                </a:lnTo>
                <a:cubicBezTo>
                  <a:pt x="220" y="17550"/>
                  <a:pt x="0" y="17853"/>
                  <a:pt x="0" y="18225"/>
                </a:cubicBezTo>
                <a:cubicBezTo>
                  <a:pt x="0" y="18598"/>
                  <a:pt x="220" y="18900"/>
                  <a:pt x="491" y="18900"/>
                </a:cubicBezTo>
                <a:lnTo>
                  <a:pt x="6382" y="18900"/>
                </a:lnTo>
                <a:cubicBezTo>
                  <a:pt x="6535" y="18900"/>
                  <a:pt x="6667" y="18798"/>
                  <a:pt x="6757" y="18647"/>
                </a:cubicBezTo>
                <a:lnTo>
                  <a:pt x="6762" y="18652"/>
                </a:lnTo>
                <a:lnTo>
                  <a:pt x="15451" y="4050"/>
                </a:lnTo>
                <a:cubicBezTo>
                  <a:pt x="15451" y="4050"/>
                  <a:pt x="19924" y="4050"/>
                  <a:pt x="19924" y="4050"/>
                </a:cubicBezTo>
                <a:close/>
                <a:moveTo>
                  <a:pt x="19493" y="15048"/>
                </a:moveTo>
                <a:cubicBezTo>
                  <a:pt x="19403" y="14926"/>
                  <a:pt x="19281" y="14850"/>
                  <a:pt x="19145" y="14850"/>
                </a:cubicBezTo>
                <a:cubicBezTo>
                  <a:pt x="18874" y="14850"/>
                  <a:pt x="18655" y="15153"/>
                  <a:pt x="18655" y="15525"/>
                </a:cubicBezTo>
                <a:cubicBezTo>
                  <a:pt x="18655" y="15712"/>
                  <a:pt x="18709" y="15880"/>
                  <a:pt x="18798" y="16002"/>
                </a:cubicBezTo>
                <a:lnTo>
                  <a:pt x="19924" y="17550"/>
                </a:lnTo>
                <a:lnTo>
                  <a:pt x="15451" y="17550"/>
                </a:lnTo>
                <a:lnTo>
                  <a:pt x="12386" y="12399"/>
                </a:lnTo>
                <a:lnTo>
                  <a:pt x="11751" y="13465"/>
                </a:lnTo>
                <a:lnTo>
                  <a:pt x="14838" y="18652"/>
                </a:lnTo>
                <a:lnTo>
                  <a:pt x="14843" y="18647"/>
                </a:lnTo>
                <a:cubicBezTo>
                  <a:pt x="14933" y="18798"/>
                  <a:pt x="15065" y="18900"/>
                  <a:pt x="15218" y="18900"/>
                </a:cubicBezTo>
                <a:lnTo>
                  <a:pt x="19924" y="18900"/>
                </a:lnTo>
                <a:lnTo>
                  <a:pt x="18798" y="20448"/>
                </a:lnTo>
                <a:cubicBezTo>
                  <a:pt x="18709" y="20570"/>
                  <a:pt x="18655" y="20739"/>
                  <a:pt x="18655" y="20925"/>
                </a:cubicBezTo>
                <a:cubicBezTo>
                  <a:pt x="18655" y="21298"/>
                  <a:pt x="18874" y="21600"/>
                  <a:pt x="19145" y="21600"/>
                </a:cubicBezTo>
                <a:cubicBezTo>
                  <a:pt x="19281" y="21600"/>
                  <a:pt x="19403" y="21525"/>
                  <a:pt x="19493" y="21402"/>
                </a:cubicBezTo>
                <a:lnTo>
                  <a:pt x="21456" y="18702"/>
                </a:lnTo>
                <a:cubicBezTo>
                  <a:pt x="21545" y="18580"/>
                  <a:pt x="21600" y="18412"/>
                  <a:pt x="21600" y="18225"/>
                </a:cubicBezTo>
                <a:cubicBezTo>
                  <a:pt x="21600" y="18039"/>
                  <a:pt x="21545" y="17870"/>
                  <a:pt x="21456" y="17748"/>
                </a:cubicBezTo>
                <a:cubicBezTo>
                  <a:pt x="21456" y="17748"/>
                  <a:pt x="19493" y="15048"/>
                  <a:pt x="19493" y="15048"/>
                </a:cubicBezTo>
                <a:close/>
                <a:moveTo>
                  <a:pt x="491" y="4050"/>
                </a:moveTo>
                <a:lnTo>
                  <a:pt x="6148" y="4050"/>
                </a:lnTo>
                <a:lnTo>
                  <a:pt x="9214" y="9201"/>
                </a:lnTo>
                <a:lnTo>
                  <a:pt x="9849" y="8136"/>
                </a:lnTo>
                <a:lnTo>
                  <a:pt x="6762" y="2948"/>
                </a:lnTo>
                <a:lnTo>
                  <a:pt x="6756" y="2954"/>
                </a:lnTo>
                <a:cubicBezTo>
                  <a:pt x="6667" y="2803"/>
                  <a:pt x="6535" y="2700"/>
                  <a:pt x="6382" y="2700"/>
                </a:cubicBezTo>
                <a:lnTo>
                  <a:pt x="491" y="2700"/>
                </a:lnTo>
                <a:cubicBezTo>
                  <a:pt x="220" y="2700"/>
                  <a:pt x="0" y="3003"/>
                  <a:pt x="0" y="3375"/>
                </a:cubicBezTo>
                <a:cubicBezTo>
                  <a:pt x="0" y="3748"/>
                  <a:pt x="220" y="4050"/>
                  <a:pt x="491" y="4050"/>
                </a:cubicBezTo>
              </a:path>
            </a:pathLst>
          </a:custGeom>
          <a:solidFill>
            <a:schemeClr val="tx1"/>
          </a:solidFill>
          <a:ln w="12700">
            <a:miter lim="400000"/>
          </a:ln>
        </p:spPr>
        <p:txBody>
          <a:bodyPr lIns="14284" tIns="14284" rIns="14284" bIns="14284" anchor="ctr"/>
          <a:lstStyle/>
          <a:p>
            <a:pPr defTabSz="171399" eaLnBrk="1" hangingPunct="1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1125">
              <a:solidFill>
                <a:srgbClr val="FFFFFF"/>
              </a:solidFill>
              <a:effectLst>
                <a:outerShdw blurRad="38100" dist="12700" dir="5400000" rotWithShape="0">
                  <a:srgbClr val="000000">
                    <a:alpha val="50000"/>
                  </a:srgbClr>
                </a:outerShdw>
              </a:effectLst>
              <a:latin typeface="Gill Sans"/>
              <a:ea typeface="Calibri" charset="0"/>
              <a:cs typeface="Calibri" charset="0"/>
              <a:sym typeface="Gill Sans"/>
            </a:endParaRPr>
          </a:p>
        </p:txBody>
      </p:sp>
      <p:sp>
        <p:nvSpPr>
          <p:cNvPr id="102" name="Shape 2932"/>
          <p:cNvSpPr/>
          <p:nvPr userDrawn="1"/>
        </p:nvSpPr>
        <p:spPr>
          <a:xfrm>
            <a:off x="3710852" y="5784820"/>
            <a:ext cx="209550" cy="171450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964" y="12000"/>
                </a:moveTo>
                <a:cubicBezTo>
                  <a:pt x="1421" y="12000"/>
                  <a:pt x="982" y="11462"/>
                  <a:pt x="982" y="10800"/>
                </a:cubicBezTo>
                <a:cubicBezTo>
                  <a:pt x="982" y="10138"/>
                  <a:pt x="1421" y="9600"/>
                  <a:pt x="1964" y="9600"/>
                </a:cubicBezTo>
                <a:cubicBezTo>
                  <a:pt x="2505" y="9600"/>
                  <a:pt x="2945" y="10138"/>
                  <a:pt x="2945" y="10800"/>
                </a:cubicBezTo>
                <a:cubicBezTo>
                  <a:pt x="2945" y="11462"/>
                  <a:pt x="2505" y="12000"/>
                  <a:pt x="1964" y="12000"/>
                </a:cubicBezTo>
                <a:moveTo>
                  <a:pt x="21456" y="10376"/>
                </a:moveTo>
                <a:lnTo>
                  <a:pt x="18511" y="6776"/>
                </a:lnTo>
                <a:cubicBezTo>
                  <a:pt x="18422" y="6667"/>
                  <a:pt x="18299" y="6600"/>
                  <a:pt x="18164" y="6600"/>
                </a:cubicBezTo>
                <a:cubicBezTo>
                  <a:pt x="17892" y="6600"/>
                  <a:pt x="17673" y="6869"/>
                  <a:pt x="17673" y="7200"/>
                </a:cubicBezTo>
                <a:cubicBezTo>
                  <a:pt x="17673" y="7366"/>
                  <a:pt x="17728" y="7516"/>
                  <a:pt x="17817" y="7624"/>
                </a:cubicBezTo>
                <a:lnTo>
                  <a:pt x="19924" y="10200"/>
                </a:lnTo>
                <a:lnTo>
                  <a:pt x="8058" y="10200"/>
                </a:lnTo>
                <a:lnTo>
                  <a:pt x="14727" y="2048"/>
                </a:lnTo>
                <a:lnTo>
                  <a:pt x="14727" y="5400"/>
                </a:lnTo>
                <a:cubicBezTo>
                  <a:pt x="14727" y="5732"/>
                  <a:pt x="14947" y="6000"/>
                  <a:pt x="15218" y="6000"/>
                </a:cubicBezTo>
                <a:cubicBezTo>
                  <a:pt x="15489" y="6000"/>
                  <a:pt x="15709" y="5732"/>
                  <a:pt x="15709" y="5400"/>
                </a:cubicBezTo>
                <a:lnTo>
                  <a:pt x="15709" y="600"/>
                </a:lnTo>
                <a:cubicBezTo>
                  <a:pt x="15709" y="269"/>
                  <a:pt x="15489" y="0"/>
                  <a:pt x="15218" y="0"/>
                </a:cubicBezTo>
                <a:lnTo>
                  <a:pt x="11291" y="0"/>
                </a:lnTo>
                <a:cubicBezTo>
                  <a:pt x="11020" y="0"/>
                  <a:pt x="10800" y="269"/>
                  <a:pt x="10800" y="600"/>
                </a:cubicBezTo>
                <a:cubicBezTo>
                  <a:pt x="10800" y="932"/>
                  <a:pt x="11020" y="1200"/>
                  <a:pt x="11291" y="1200"/>
                </a:cubicBezTo>
                <a:lnTo>
                  <a:pt x="14033" y="1200"/>
                </a:lnTo>
                <a:lnTo>
                  <a:pt x="6669" y="10200"/>
                </a:lnTo>
                <a:lnTo>
                  <a:pt x="3858" y="10200"/>
                </a:lnTo>
                <a:cubicBezTo>
                  <a:pt x="3639" y="9167"/>
                  <a:pt x="2877" y="8400"/>
                  <a:pt x="1964" y="8400"/>
                </a:cubicBezTo>
                <a:cubicBezTo>
                  <a:pt x="879" y="8400"/>
                  <a:pt x="0" y="9475"/>
                  <a:pt x="0" y="10800"/>
                </a:cubicBezTo>
                <a:cubicBezTo>
                  <a:pt x="0" y="12125"/>
                  <a:pt x="879" y="13200"/>
                  <a:pt x="1964" y="13200"/>
                </a:cubicBezTo>
                <a:cubicBezTo>
                  <a:pt x="2877" y="13200"/>
                  <a:pt x="3639" y="12434"/>
                  <a:pt x="3858" y="11400"/>
                </a:cubicBezTo>
                <a:lnTo>
                  <a:pt x="6669" y="11400"/>
                </a:lnTo>
                <a:lnTo>
                  <a:pt x="14033" y="20400"/>
                </a:lnTo>
                <a:lnTo>
                  <a:pt x="11291" y="20400"/>
                </a:lnTo>
                <a:cubicBezTo>
                  <a:pt x="11020" y="20400"/>
                  <a:pt x="10800" y="20669"/>
                  <a:pt x="10800" y="21000"/>
                </a:cubicBezTo>
                <a:cubicBezTo>
                  <a:pt x="10800" y="21332"/>
                  <a:pt x="11020" y="21600"/>
                  <a:pt x="11291" y="21600"/>
                </a:cubicBezTo>
                <a:lnTo>
                  <a:pt x="15218" y="21600"/>
                </a:lnTo>
                <a:cubicBezTo>
                  <a:pt x="15489" y="21600"/>
                  <a:pt x="15709" y="21332"/>
                  <a:pt x="15709" y="21000"/>
                </a:cubicBezTo>
                <a:lnTo>
                  <a:pt x="15709" y="16200"/>
                </a:lnTo>
                <a:cubicBezTo>
                  <a:pt x="15709" y="15869"/>
                  <a:pt x="15489" y="15600"/>
                  <a:pt x="15218" y="15600"/>
                </a:cubicBezTo>
                <a:cubicBezTo>
                  <a:pt x="14947" y="15600"/>
                  <a:pt x="14727" y="15869"/>
                  <a:pt x="14727" y="16200"/>
                </a:cubicBezTo>
                <a:lnTo>
                  <a:pt x="14727" y="19552"/>
                </a:lnTo>
                <a:lnTo>
                  <a:pt x="8058" y="11400"/>
                </a:lnTo>
                <a:lnTo>
                  <a:pt x="19924" y="11400"/>
                </a:lnTo>
                <a:lnTo>
                  <a:pt x="17817" y="13976"/>
                </a:lnTo>
                <a:cubicBezTo>
                  <a:pt x="17728" y="14085"/>
                  <a:pt x="17673" y="14235"/>
                  <a:pt x="17673" y="14400"/>
                </a:cubicBezTo>
                <a:cubicBezTo>
                  <a:pt x="17673" y="14732"/>
                  <a:pt x="17892" y="15000"/>
                  <a:pt x="18164" y="15000"/>
                </a:cubicBezTo>
                <a:cubicBezTo>
                  <a:pt x="18299" y="15000"/>
                  <a:pt x="18422" y="14933"/>
                  <a:pt x="18511" y="14824"/>
                </a:cubicBezTo>
                <a:lnTo>
                  <a:pt x="21456" y="11224"/>
                </a:lnTo>
                <a:cubicBezTo>
                  <a:pt x="21545" y="11116"/>
                  <a:pt x="21600" y="10966"/>
                  <a:pt x="21600" y="10800"/>
                </a:cubicBezTo>
                <a:cubicBezTo>
                  <a:pt x="21600" y="10635"/>
                  <a:pt x="21545" y="10485"/>
                  <a:pt x="21456" y="10376"/>
                </a:cubicBezTo>
              </a:path>
            </a:pathLst>
          </a:custGeom>
          <a:solidFill>
            <a:schemeClr val="tx1"/>
          </a:solidFill>
          <a:ln w="12700">
            <a:miter lim="400000"/>
          </a:ln>
        </p:spPr>
        <p:txBody>
          <a:bodyPr lIns="14284" tIns="14284" rIns="14284" bIns="14284" anchor="ctr"/>
          <a:lstStyle/>
          <a:p>
            <a:pPr defTabSz="171399" eaLnBrk="1" hangingPunct="1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1125">
              <a:solidFill>
                <a:srgbClr val="FFFFFF"/>
              </a:solidFill>
              <a:effectLst>
                <a:outerShdw blurRad="38100" dist="12700" dir="5400000" rotWithShape="0">
                  <a:srgbClr val="000000">
                    <a:alpha val="50000"/>
                  </a:srgbClr>
                </a:outerShdw>
              </a:effectLst>
              <a:latin typeface="Gill Sans"/>
              <a:ea typeface="Calibri" charset="0"/>
              <a:cs typeface="Calibri" charset="0"/>
              <a:sym typeface="Gill Sans"/>
            </a:endParaRPr>
          </a:p>
        </p:txBody>
      </p:sp>
      <p:sp>
        <p:nvSpPr>
          <p:cNvPr id="103" name="Shape 2933"/>
          <p:cNvSpPr>
            <a:spLocks noChangeArrowheads="1"/>
          </p:cNvSpPr>
          <p:nvPr userDrawn="1"/>
        </p:nvSpPr>
        <p:spPr bwMode="auto">
          <a:xfrm>
            <a:off x="909371" y="3925844"/>
            <a:ext cx="363554" cy="201971"/>
          </a:xfrm>
          <a:prstGeom prst="rect">
            <a:avLst/>
          </a:prstGeom>
          <a:noFill/>
          <a:ln>
            <a:noFill/>
          </a:ln>
        </p:spPr>
        <p:txBody>
          <a:bodyPr wrap="none" lIns="14284" tIns="14284" rIns="14284" bIns="14284" anchor="ctr">
            <a:spAutoFit/>
          </a:bodyPr>
          <a:lstStyle>
            <a:lvl1pPr algn="l">
              <a:defRPr sz="3000" b="1" cap="none" spc="-90">
                <a:solidFill>
                  <a:srgbClr val="1C1D21"/>
                </a:solidFill>
                <a:latin typeface="+mj-lt"/>
                <a:ea typeface="+mj-ea"/>
                <a:cs typeface="+mj-cs"/>
                <a:sym typeface="Karla"/>
              </a:defRPr>
            </a:lvl1pPr>
          </a:lstStyle>
          <a:p>
            <a:pPr eaLnBrk="1" hangingPunct="1">
              <a:defRPr/>
            </a:pPr>
            <a:r>
              <a:rPr sz="1125" dirty="0">
                <a:solidFill>
                  <a:schemeClr val="tx1"/>
                </a:solidFill>
                <a:ea typeface="Calibri" charset="0"/>
                <a:cs typeface="Calibri" charset="0"/>
              </a:rPr>
              <a:t>Arrows</a:t>
            </a:r>
          </a:p>
        </p:txBody>
      </p:sp>
      <p:grpSp>
        <p:nvGrpSpPr>
          <p:cNvPr id="104" name="Group 286"/>
          <p:cNvGrpSpPr/>
          <p:nvPr userDrawn="1"/>
        </p:nvGrpSpPr>
        <p:grpSpPr>
          <a:xfrm>
            <a:off x="7909573" y="5311155"/>
            <a:ext cx="241300" cy="241300"/>
            <a:chOff x="7989888" y="2541588"/>
            <a:chExt cx="296863" cy="296863"/>
          </a:xfrm>
          <a:solidFill>
            <a:schemeClr val="tx1"/>
          </a:solidFill>
        </p:grpSpPr>
        <p:sp>
          <p:nvSpPr>
            <p:cNvPr id="105" name="Freeform 83"/>
            <p:cNvSpPr>
              <a:spLocks noEditPoints="1"/>
            </p:cNvSpPr>
            <p:nvPr/>
          </p:nvSpPr>
          <p:spPr bwMode="auto">
            <a:xfrm>
              <a:off x="7989888" y="2541588"/>
              <a:ext cx="296863" cy="296863"/>
            </a:xfrm>
            <a:custGeom>
              <a:avLst/>
              <a:gdLst/>
              <a:ahLst/>
              <a:cxnLst>
                <a:cxn ang="0">
                  <a:pos x="58" y="0"/>
                </a:cxn>
                <a:cxn ang="0">
                  <a:pos x="0" y="58"/>
                </a:cxn>
                <a:cxn ang="0">
                  <a:pos x="58" y="116"/>
                </a:cxn>
                <a:cxn ang="0">
                  <a:pos x="116" y="58"/>
                </a:cxn>
                <a:cxn ang="0">
                  <a:pos x="58" y="0"/>
                </a:cxn>
                <a:cxn ang="0">
                  <a:pos x="58" y="109"/>
                </a:cxn>
                <a:cxn ang="0">
                  <a:pos x="7" y="58"/>
                </a:cxn>
                <a:cxn ang="0">
                  <a:pos x="58" y="7"/>
                </a:cxn>
                <a:cxn ang="0">
                  <a:pos x="109" y="58"/>
                </a:cxn>
                <a:cxn ang="0">
                  <a:pos x="58" y="109"/>
                </a:cxn>
              </a:cxnLst>
              <a:rect l="0" t="0" r="r" b="b"/>
              <a:pathLst>
                <a:path w="116" h="116">
                  <a:moveTo>
                    <a:pt x="58" y="0"/>
                  </a:moveTo>
                  <a:cubicBezTo>
                    <a:pt x="26" y="0"/>
                    <a:pt x="0" y="26"/>
                    <a:pt x="0" y="58"/>
                  </a:cubicBezTo>
                  <a:cubicBezTo>
                    <a:pt x="0" y="90"/>
                    <a:pt x="26" y="116"/>
                    <a:pt x="58" y="116"/>
                  </a:cubicBezTo>
                  <a:cubicBezTo>
                    <a:pt x="90" y="116"/>
                    <a:pt x="116" y="90"/>
                    <a:pt x="116" y="58"/>
                  </a:cubicBezTo>
                  <a:cubicBezTo>
                    <a:pt x="116" y="26"/>
                    <a:pt x="90" y="0"/>
                    <a:pt x="58" y="0"/>
                  </a:cubicBezTo>
                  <a:close/>
                  <a:moveTo>
                    <a:pt x="58" y="109"/>
                  </a:moveTo>
                  <a:cubicBezTo>
                    <a:pt x="30" y="109"/>
                    <a:pt x="7" y="86"/>
                    <a:pt x="7" y="58"/>
                  </a:cubicBezTo>
                  <a:cubicBezTo>
                    <a:pt x="7" y="30"/>
                    <a:pt x="30" y="7"/>
                    <a:pt x="58" y="7"/>
                  </a:cubicBezTo>
                  <a:cubicBezTo>
                    <a:pt x="86" y="7"/>
                    <a:pt x="109" y="30"/>
                    <a:pt x="109" y="58"/>
                  </a:cubicBezTo>
                  <a:cubicBezTo>
                    <a:pt x="109" y="86"/>
                    <a:pt x="86" y="109"/>
                    <a:pt x="58" y="109"/>
                  </a:cubicBezTo>
                  <a:close/>
                </a:path>
              </a:pathLst>
            </a:custGeom>
            <a:grpFill/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pPr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>
                <a:latin typeface="+mn-lt"/>
                <a:ea typeface="+mn-ea"/>
              </a:endParaRPr>
            </a:p>
          </p:txBody>
        </p:sp>
        <p:sp>
          <p:nvSpPr>
            <p:cNvPr id="106" name="Oval 84"/>
            <p:cNvSpPr>
              <a:spLocks noChangeArrowheads="1"/>
            </p:cNvSpPr>
            <p:nvPr/>
          </p:nvSpPr>
          <p:spPr bwMode="auto">
            <a:xfrm>
              <a:off x="8081963" y="2616200"/>
              <a:ext cx="38100" cy="55563"/>
            </a:xfrm>
            <a:prstGeom prst="ellipse">
              <a:avLst/>
            </a:prstGeom>
            <a:grpFill/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pPr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>
                <a:latin typeface="+mn-lt"/>
                <a:ea typeface="+mn-ea"/>
              </a:endParaRPr>
            </a:p>
          </p:txBody>
        </p:sp>
        <p:sp>
          <p:nvSpPr>
            <p:cNvPr id="107" name="Oval 85"/>
            <p:cNvSpPr>
              <a:spLocks noChangeArrowheads="1"/>
            </p:cNvSpPr>
            <p:nvPr/>
          </p:nvSpPr>
          <p:spPr bwMode="auto">
            <a:xfrm>
              <a:off x="8156575" y="2616200"/>
              <a:ext cx="38100" cy="55563"/>
            </a:xfrm>
            <a:prstGeom prst="ellipse">
              <a:avLst/>
            </a:prstGeom>
            <a:grpFill/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pPr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>
                <a:latin typeface="+mn-lt"/>
                <a:ea typeface="+mn-ea"/>
              </a:endParaRPr>
            </a:p>
          </p:txBody>
        </p:sp>
        <p:sp>
          <p:nvSpPr>
            <p:cNvPr id="108" name="Freeform 86"/>
            <p:cNvSpPr>
              <a:spLocks/>
            </p:cNvSpPr>
            <p:nvPr/>
          </p:nvSpPr>
          <p:spPr bwMode="auto">
            <a:xfrm>
              <a:off x="8048625" y="2708275"/>
              <a:ext cx="179388" cy="74613"/>
            </a:xfrm>
            <a:custGeom>
              <a:avLst/>
              <a:gdLst/>
              <a:ahLst/>
              <a:cxnLst>
                <a:cxn ang="0">
                  <a:pos x="4" y="12"/>
                </a:cxn>
                <a:cxn ang="0">
                  <a:pos x="35" y="29"/>
                </a:cxn>
                <a:cxn ang="0">
                  <a:pos x="66" y="12"/>
                </a:cxn>
                <a:cxn ang="0">
                  <a:pos x="70" y="0"/>
                </a:cxn>
                <a:cxn ang="0">
                  <a:pos x="0" y="0"/>
                </a:cxn>
                <a:cxn ang="0">
                  <a:pos x="4" y="12"/>
                </a:cxn>
              </a:cxnLst>
              <a:rect l="0" t="0" r="r" b="b"/>
              <a:pathLst>
                <a:path w="70" h="29">
                  <a:moveTo>
                    <a:pt x="4" y="12"/>
                  </a:moveTo>
                  <a:cubicBezTo>
                    <a:pt x="10" y="22"/>
                    <a:pt x="22" y="29"/>
                    <a:pt x="35" y="29"/>
                  </a:cubicBezTo>
                  <a:cubicBezTo>
                    <a:pt x="48" y="29"/>
                    <a:pt x="59" y="22"/>
                    <a:pt x="66" y="12"/>
                  </a:cubicBezTo>
                  <a:cubicBezTo>
                    <a:pt x="68" y="8"/>
                    <a:pt x="69" y="4"/>
                    <a:pt x="70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4"/>
                    <a:pt x="2" y="8"/>
                    <a:pt x="4" y="12"/>
                  </a:cubicBezTo>
                  <a:close/>
                </a:path>
              </a:pathLst>
            </a:custGeom>
            <a:grpFill/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pPr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>
                <a:latin typeface="+mn-lt"/>
                <a:ea typeface="+mn-ea"/>
              </a:endParaRPr>
            </a:p>
          </p:txBody>
        </p:sp>
      </p:grpSp>
      <p:grpSp>
        <p:nvGrpSpPr>
          <p:cNvPr id="109" name="Group 285"/>
          <p:cNvGrpSpPr/>
          <p:nvPr userDrawn="1"/>
        </p:nvGrpSpPr>
        <p:grpSpPr>
          <a:xfrm>
            <a:off x="8336032" y="5311155"/>
            <a:ext cx="241300" cy="241300"/>
            <a:chOff x="8564563" y="2541588"/>
            <a:chExt cx="296863" cy="296863"/>
          </a:xfrm>
          <a:solidFill>
            <a:schemeClr val="tx1"/>
          </a:solidFill>
        </p:grpSpPr>
        <p:sp>
          <p:nvSpPr>
            <p:cNvPr id="110" name="Freeform 87"/>
            <p:cNvSpPr>
              <a:spLocks noEditPoints="1"/>
            </p:cNvSpPr>
            <p:nvPr/>
          </p:nvSpPr>
          <p:spPr bwMode="auto">
            <a:xfrm>
              <a:off x="8564563" y="2541588"/>
              <a:ext cx="296863" cy="296863"/>
            </a:xfrm>
            <a:custGeom>
              <a:avLst/>
              <a:gdLst/>
              <a:ahLst/>
              <a:cxnLst>
                <a:cxn ang="0">
                  <a:pos x="58" y="0"/>
                </a:cxn>
                <a:cxn ang="0">
                  <a:pos x="0" y="58"/>
                </a:cxn>
                <a:cxn ang="0">
                  <a:pos x="58" y="116"/>
                </a:cxn>
                <a:cxn ang="0">
                  <a:pos x="116" y="58"/>
                </a:cxn>
                <a:cxn ang="0">
                  <a:pos x="58" y="0"/>
                </a:cxn>
                <a:cxn ang="0">
                  <a:pos x="58" y="109"/>
                </a:cxn>
                <a:cxn ang="0">
                  <a:pos x="7" y="58"/>
                </a:cxn>
                <a:cxn ang="0">
                  <a:pos x="58" y="7"/>
                </a:cxn>
                <a:cxn ang="0">
                  <a:pos x="109" y="58"/>
                </a:cxn>
                <a:cxn ang="0">
                  <a:pos x="58" y="109"/>
                </a:cxn>
              </a:cxnLst>
              <a:rect l="0" t="0" r="r" b="b"/>
              <a:pathLst>
                <a:path w="116" h="116">
                  <a:moveTo>
                    <a:pt x="58" y="0"/>
                  </a:moveTo>
                  <a:cubicBezTo>
                    <a:pt x="26" y="0"/>
                    <a:pt x="0" y="26"/>
                    <a:pt x="0" y="58"/>
                  </a:cubicBezTo>
                  <a:cubicBezTo>
                    <a:pt x="0" y="90"/>
                    <a:pt x="26" y="116"/>
                    <a:pt x="58" y="116"/>
                  </a:cubicBezTo>
                  <a:cubicBezTo>
                    <a:pt x="90" y="116"/>
                    <a:pt x="116" y="90"/>
                    <a:pt x="116" y="58"/>
                  </a:cubicBezTo>
                  <a:cubicBezTo>
                    <a:pt x="116" y="26"/>
                    <a:pt x="90" y="0"/>
                    <a:pt x="58" y="0"/>
                  </a:cubicBezTo>
                  <a:close/>
                  <a:moveTo>
                    <a:pt x="58" y="109"/>
                  </a:moveTo>
                  <a:cubicBezTo>
                    <a:pt x="30" y="109"/>
                    <a:pt x="7" y="86"/>
                    <a:pt x="7" y="58"/>
                  </a:cubicBezTo>
                  <a:cubicBezTo>
                    <a:pt x="7" y="30"/>
                    <a:pt x="30" y="7"/>
                    <a:pt x="58" y="7"/>
                  </a:cubicBezTo>
                  <a:cubicBezTo>
                    <a:pt x="86" y="7"/>
                    <a:pt x="109" y="30"/>
                    <a:pt x="109" y="58"/>
                  </a:cubicBezTo>
                  <a:cubicBezTo>
                    <a:pt x="109" y="86"/>
                    <a:pt x="86" y="109"/>
                    <a:pt x="58" y="109"/>
                  </a:cubicBezTo>
                  <a:close/>
                </a:path>
              </a:pathLst>
            </a:custGeom>
            <a:grpFill/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pPr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>
                <a:latin typeface="+mn-lt"/>
                <a:ea typeface="+mn-ea"/>
              </a:endParaRPr>
            </a:p>
          </p:txBody>
        </p:sp>
        <p:sp>
          <p:nvSpPr>
            <p:cNvPr id="111" name="Oval 88"/>
            <p:cNvSpPr>
              <a:spLocks noChangeArrowheads="1"/>
            </p:cNvSpPr>
            <p:nvPr/>
          </p:nvSpPr>
          <p:spPr bwMode="auto">
            <a:xfrm>
              <a:off x="8656638" y="2616200"/>
              <a:ext cx="39688" cy="55563"/>
            </a:xfrm>
            <a:prstGeom prst="ellipse">
              <a:avLst/>
            </a:prstGeom>
            <a:grpFill/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pPr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>
                <a:latin typeface="+mn-lt"/>
                <a:ea typeface="+mn-ea"/>
              </a:endParaRPr>
            </a:p>
          </p:txBody>
        </p:sp>
        <p:sp>
          <p:nvSpPr>
            <p:cNvPr id="112" name="Freeform 89"/>
            <p:cNvSpPr>
              <a:spLocks/>
            </p:cNvSpPr>
            <p:nvPr/>
          </p:nvSpPr>
          <p:spPr bwMode="auto">
            <a:xfrm>
              <a:off x="8639175" y="2708275"/>
              <a:ext cx="149225" cy="74613"/>
            </a:xfrm>
            <a:custGeom>
              <a:avLst/>
              <a:gdLst/>
              <a:ahLst/>
              <a:cxnLst>
                <a:cxn ang="0">
                  <a:pos x="29" y="15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29" y="29"/>
                </a:cxn>
                <a:cxn ang="0">
                  <a:pos x="58" y="0"/>
                </a:cxn>
                <a:cxn ang="0">
                  <a:pos x="58" y="0"/>
                </a:cxn>
                <a:cxn ang="0">
                  <a:pos x="29" y="15"/>
                </a:cxn>
              </a:cxnLst>
              <a:rect l="0" t="0" r="r" b="b"/>
              <a:pathLst>
                <a:path w="58" h="29">
                  <a:moveTo>
                    <a:pt x="29" y="15"/>
                  </a:moveTo>
                  <a:cubicBezTo>
                    <a:pt x="17" y="15"/>
                    <a:pt x="6" y="9"/>
                    <a:pt x="0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16"/>
                    <a:pt x="13" y="29"/>
                    <a:pt x="29" y="29"/>
                  </a:cubicBezTo>
                  <a:cubicBezTo>
                    <a:pt x="45" y="29"/>
                    <a:pt x="58" y="16"/>
                    <a:pt x="58" y="0"/>
                  </a:cubicBezTo>
                  <a:cubicBezTo>
                    <a:pt x="58" y="0"/>
                    <a:pt x="58" y="0"/>
                    <a:pt x="58" y="0"/>
                  </a:cubicBezTo>
                  <a:cubicBezTo>
                    <a:pt x="51" y="9"/>
                    <a:pt x="41" y="15"/>
                    <a:pt x="29" y="15"/>
                  </a:cubicBezTo>
                  <a:close/>
                </a:path>
              </a:pathLst>
            </a:custGeom>
            <a:grpFill/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pPr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>
                <a:latin typeface="+mn-lt"/>
                <a:ea typeface="+mn-ea"/>
              </a:endParaRPr>
            </a:p>
          </p:txBody>
        </p:sp>
        <p:sp>
          <p:nvSpPr>
            <p:cNvPr id="113" name="Rectangle 90"/>
            <p:cNvSpPr>
              <a:spLocks noChangeArrowheads="1"/>
            </p:cNvSpPr>
            <p:nvPr/>
          </p:nvSpPr>
          <p:spPr bwMode="auto">
            <a:xfrm>
              <a:off x="8731250" y="2633663"/>
              <a:ext cx="57150" cy="17463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pPr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>
                <a:latin typeface="+mn-lt"/>
                <a:ea typeface="+mn-ea"/>
              </a:endParaRPr>
            </a:p>
          </p:txBody>
        </p:sp>
      </p:grpSp>
      <p:grpSp>
        <p:nvGrpSpPr>
          <p:cNvPr id="114" name="Group 287"/>
          <p:cNvGrpSpPr/>
          <p:nvPr userDrawn="1"/>
        </p:nvGrpSpPr>
        <p:grpSpPr>
          <a:xfrm>
            <a:off x="7480534" y="5311155"/>
            <a:ext cx="243881" cy="241300"/>
            <a:chOff x="7392988" y="2541588"/>
            <a:chExt cx="300038" cy="296863"/>
          </a:xfrm>
          <a:solidFill>
            <a:schemeClr val="tx1"/>
          </a:solidFill>
        </p:grpSpPr>
        <p:sp>
          <p:nvSpPr>
            <p:cNvPr id="115" name="Freeform 103"/>
            <p:cNvSpPr>
              <a:spLocks noEditPoints="1"/>
            </p:cNvSpPr>
            <p:nvPr/>
          </p:nvSpPr>
          <p:spPr bwMode="auto">
            <a:xfrm>
              <a:off x="7392988" y="2541588"/>
              <a:ext cx="300038" cy="296863"/>
            </a:xfrm>
            <a:custGeom>
              <a:avLst/>
              <a:gdLst/>
              <a:ahLst/>
              <a:cxnLst>
                <a:cxn ang="0">
                  <a:pos x="58" y="0"/>
                </a:cxn>
                <a:cxn ang="0">
                  <a:pos x="0" y="58"/>
                </a:cxn>
                <a:cxn ang="0">
                  <a:pos x="58" y="116"/>
                </a:cxn>
                <a:cxn ang="0">
                  <a:pos x="117" y="58"/>
                </a:cxn>
                <a:cxn ang="0">
                  <a:pos x="58" y="0"/>
                </a:cxn>
                <a:cxn ang="0">
                  <a:pos x="58" y="109"/>
                </a:cxn>
                <a:cxn ang="0">
                  <a:pos x="8" y="58"/>
                </a:cxn>
                <a:cxn ang="0">
                  <a:pos x="58" y="7"/>
                </a:cxn>
                <a:cxn ang="0">
                  <a:pos x="109" y="58"/>
                </a:cxn>
                <a:cxn ang="0">
                  <a:pos x="58" y="109"/>
                </a:cxn>
              </a:cxnLst>
              <a:rect l="0" t="0" r="r" b="b"/>
              <a:pathLst>
                <a:path w="117" h="116">
                  <a:moveTo>
                    <a:pt x="58" y="0"/>
                  </a:moveTo>
                  <a:cubicBezTo>
                    <a:pt x="26" y="0"/>
                    <a:pt x="0" y="26"/>
                    <a:pt x="0" y="58"/>
                  </a:cubicBezTo>
                  <a:cubicBezTo>
                    <a:pt x="0" y="90"/>
                    <a:pt x="26" y="116"/>
                    <a:pt x="58" y="116"/>
                  </a:cubicBezTo>
                  <a:cubicBezTo>
                    <a:pt x="91" y="116"/>
                    <a:pt x="117" y="90"/>
                    <a:pt x="117" y="58"/>
                  </a:cubicBezTo>
                  <a:cubicBezTo>
                    <a:pt x="117" y="26"/>
                    <a:pt x="91" y="0"/>
                    <a:pt x="58" y="0"/>
                  </a:cubicBezTo>
                  <a:close/>
                  <a:moveTo>
                    <a:pt x="58" y="109"/>
                  </a:moveTo>
                  <a:cubicBezTo>
                    <a:pt x="30" y="109"/>
                    <a:pt x="8" y="86"/>
                    <a:pt x="8" y="58"/>
                  </a:cubicBezTo>
                  <a:cubicBezTo>
                    <a:pt x="8" y="30"/>
                    <a:pt x="30" y="7"/>
                    <a:pt x="58" y="7"/>
                  </a:cubicBezTo>
                  <a:cubicBezTo>
                    <a:pt x="86" y="7"/>
                    <a:pt x="109" y="30"/>
                    <a:pt x="109" y="58"/>
                  </a:cubicBezTo>
                  <a:cubicBezTo>
                    <a:pt x="109" y="86"/>
                    <a:pt x="86" y="109"/>
                    <a:pt x="58" y="109"/>
                  </a:cubicBezTo>
                  <a:close/>
                </a:path>
              </a:pathLst>
            </a:custGeom>
            <a:grpFill/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pPr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>
                <a:latin typeface="+mn-lt"/>
                <a:ea typeface="+mn-ea"/>
              </a:endParaRPr>
            </a:p>
          </p:txBody>
        </p:sp>
        <p:sp>
          <p:nvSpPr>
            <p:cNvPr id="116" name="Oval 104"/>
            <p:cNvSpPr>
              <a:spLocks noChangeArrowheads="1"/>
            </p:cNvSpPr>
            <p:nvPr/>
          </p:nvSpPr>
          <p:spPr bwMode="auto">
            <a:xfrm>
              <a:off x="7488238" y="2616200"/>
              <a:ext cx="36513" cy="55563"/>
            </a:xfrm>
            <a:prstGeom prst="ellipse">
              <a:avLst/>
            </a:prstGeom>
            <a:grpFill/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pPr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>
                <a:latin typeface="+mn-lt"/>
                <a:ea typeface="+mn-ea"/>
              </a:endParaRPr>
            </a:p>
          </p:txBody>
        </p:sp>
        <p:sp>
          <p:nvSpPr>
            <p:cNvPr id="117" name="Oval 105"/>
            <p:cNvSpPr>
              <a:spLocks noChangeArrowheads="1"/>
            </p:cNvSpPr>
            <p:nvPr/>
          </p:nvSpPr>
          <p:spPr bwMode="auto">
            <a:xfrm>
              <a:off x="7562850" y="2616200"/>
              <a:ext cx="34925" cy="55563"/>
            </a:xfrm>
            <a:prstGeom prst="ellipse">
              <a:avLst/>
            </a:prstGeom>
            <a:grpFill/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pPr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>
                <a:latin typeface="+mn-lt"/>
                <a:ea typeface="+mn-ea"/>
              </a:endParaRPr>
            </a:p>
          </p:txBody>
        </p:sp>
        <p:sp>
          <p:nvSpPr>
            <p:cNvPr id="118" name="Rectangle 106"/>
            <p:cNvSpPr>
              <a:spLocks noChangeArrowheads="1"/>
            </p:cNvSpPr>
            <p:nvPr/>
          </p:nvSpPr>
          <p:spPr bwMode="auto">
            <a:xfrm>
              <a:off x="7467600" y="2725738"/>
              <a:ext cx="150813" cy="20638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pPr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>
                <a:latin typeface="+mn-lt"/>
                <a:ea typeface="+mn-ea"/>
              </a:endParaRPr>
            </a:p>
          </p:txBody>
        </p:sp>
      </p:grpSp>
      <p:sp>
        <p:nvSpPr>
          <p:cNvPr id="119" name="Freeform 32"/>
          <p:cNvSpPr>
            <a:spLocks noEditPoints="1"/>
          </p:cNvSpPr>
          <p:nvPr userDrawn="1"/>
        </p:nvSpPr>
        <p:spPr bwMode="auto">
          <a:xfrm>
            <a:off x="7628743" y="2660797"/>
            <a:ext cx="203200" cy="247650"/>
          </a:xfrm>
          <a:custGeom>
            <a:avLst/>
            <a:gdLst>
              <a:gd name="T0" fmla="*/ 2147483646 w 59"/>
              <a:gd name="T1" fmla="*/ 2147483646 h 72"/>
              <a:gd name="T2" fmla="*/ 2147483646 w 59"/>
              <a:gd name="T3" fmla="*/ 2147483646 h 72"/>
              <a:gd name="T4" fmla="*/ 0 w 59"/>
              <a:gd name="T5" fmla="*/ 2147483646 h 72"/>
              <a:gd name="T6" fmla="*/ 2147483646 w 59"/>
              <a:gd name="T7" fmla="*/ 2147483646 h 72"/>
              <a:gd name="T8" fmla="*/ 2147483646 w 59"/>
              <a:gd name="T9" fmla="*/ 2147483646 h 72"/>
              <a:gd name="T10" fmla="*/ 2147483646 w 59"/>
              <a:gd name="T11" fmla="*/ 2147483646 h 72"/>
              <a:gd name="T12" fmla="*/ 2147483646 w 59"/>
              <a:gd name="T13" fmla="*/ 2147483646 h 72"/>
              <a:gd name="T14" fmla="*/ 2147483646 w 59"/>
              <a:gd name="T15" fmla="*/ 2147483646 h 72"/>
              <a:gd name="T16" fmla="*/ 2147483646 w 59"/>
              <a:gd name="T17" fmla="*/ 2147483646 h 72"/>
              <a:gd name="T18" fmla="*/ 2147483646 w 59"/>
              <a:gd name="T19" fmla="*/ 2147483646 h 72"/>
              <a:gd name="T20" fmla="*/ 2147483646 w 59"/>
              <a:gd name="T21" fmla="*/ 2147483646 h 72"/>
              <a:gd name="T22" fmla="*/ 2147483646 w 59"/>
              <a:gd name="T23" fmla="*/ 2147483646 h 72"/>
              <a:gd name="T24" fmla="*/ 2147483646 w 59"/>
              <a:gd name="T25" fmla="*/ 2147483646 h 72"/>
              <a:gd name="T26" fmla="*/ 2147483646 w 59"/>
              <a:gd name="T27" fmla="*/ 2147483646 h 72"/>
              <a:gd name="T28" fmla="*/ 2147483646 w 59"/>
              <a:gd name="T29" fmla="*/ 0 h 72"/>
              <a:gd name="T30" fmla="*/ 2147483646 w 59"/>
              <a:gd name="T31" fmla="*/ 0 h 72"/>
              <a:gd name="T32" fmla="*/ 2147483646 w 59"/>
              <a:gd name="T33" fmla="*/ 2147483646 h 72"/>
              <a:gd name="T34" fmla="*/ 2147483646 w 59"/>
              <a:gd name="T35" fmla="*/ 2147483646 h 72"/>
              <a:gd name="T36" fmla="*/ 2147483646 w 59"/>
              <a:gd name="T37" fmla="*/ 2147483646 h 72"/>
              <a:gd name="T38" fmla="*/ 2147483646 w 59"/>
              <a:gd name="T39" fmla="*/ 2147483646 h 72"/>
              <a:gd name="T40" fmla="*/ 2147483646 w 59"/>
              <a:gd name="T41" fmla="*/ 2147483646 h 72"/>
              <a:gd name="T42" fmla="*/ 2147483646 w 59"/>
              <a:gd name="T43" fmla="*/ 2147483646 h 72"/>
              <a:gd name="T44" fmla="*/ 2147483646 w 59"/>
              <a:gd name="T45" fmla="*/ 2147483646 h 72"/>
              <a:gd name="T46" fmla="*/ 2147483646 w 59"/>
              <a:gd name="T47" fmla="*/ 2147483646 h 72"/>
              <a:gd name="T48" fmla="*/ 2147483646 w 59"/>
              <a:gd name="T49" fmla="*/ 2147483646 h 72"/>
              <a:gd name="T50" fmla="*/ 2147483646 w 59"/>
              <a:gd name="T51" fmla="*/ 2147483646 h 72"/>
              <a:gd name="T52" fmla="*/ 2147483646 w 59"/>
              <a:gd name="T53" fmla="*/ 2147483646 h 72"/>
              <a:gd name="T54" fmla="*/ 2147483646 w 59"/>
              <a:gd name="T55" fmla="*/ 2147483646 h 72"/>
              <a:gd name="T56" fmla="*/ 2147483646 w 59"/>
              <a:gd name="T57" fmla="*/ 2147483646 h 72"/>
              <a:gd name="T58" fmla="*/ 2147483646 w 59"/>
              <a:gd name="T59" fmla="*/ 2147483646 h 72"/>
              <a:gd name="T60" fmla="*/ 2147483646 w 59"/>
              <a:gd name="T61" fmla="*/ 2147483646 h 72"/>
              <a:gd name="T62" fmla="*/ 2147483646 w 59"/>
              <a:gd name="T63" fmla="*/ 2147483646 h 72"/>
              <a:gd name="T64" fmla="*/ 2147483646 w 59"/>
              <a:gd name="T65" fmla="*/ 2147483646 h 72"/>
              <a:gd name="T66" fmla="*/ 2147483646 w 59"/>
              <a:gd name="T67" fmla="*/ 2147483646 h 72"/>
              <a:gd name="T68" fmla="*/ 2147483646 w 59"/>
              <a:gd name="T69" fmla="*/ 2147483646 h 72"/>
              <a:gd name="T70" fmla="*/ 2147483646 w 59"/>
              <a:gd name="T71" fmla="*/ 2147483646 h 72"/>
              <a:gd name="T72" fmla="*/ 2147483646 w 59"/>
              <a:gd name="T73" fmla="*/ 2147483646 h 72"/>
              <a:gd name="T74" fmla="*/ 2147483646 w 59"/>
              <a:gd name="T75" fmla="*/ 2147483646 h 72"/>
              <a:gd name="T76" fmla="*/ 2147483646 w 59"/>
              <a:gd name="T77" fmla="*/ 2147483646 h 72"/>
              <a:gd name="T78" fmla="*/ 2147483646 w 59"/>
              <a:gd name="T79" fmla="*/ 2147483646 h 72"/>
              <a:gd name="T80" fmla="*/ 2147483646 w 59"/>
              <a:gd name="T81" fmla="*/ 2147483646 h 72"/>
              <a:gd name="T82" fmla="*/ 2147483646 w 59"/>
              <a:gd name="T83" fmla="*/ 2147483646 h 72"/>
              <a:gd name="T84" fmla="*/ 2147483646 w 59"/>
              <a:gd name="T85" fmla="*/ 2147483646 h 72"/>
              <a:gd name="T86" fmla="*/ 2147483646 w 59"/>
              <a:gd name="T87" fmla="*/ 2147483646 h 72"/>
              <a:gd name="T88" fmla="*/ 2147483646 w 59"/>
              <a:gd name="T89" fmla="*/ 2147483646 h 72"/>
              <a:gd name="T90" fmla="*/ 2147483646 w 59"/>
              <a:gd name="T91" fmla="*/ 2147483646 h 72"/>
              <a:gd name="T92" fmla="*/ 2147483646 w 59"/>
              <a:gd name="T93" fmla="*/ 2147483646 h 72"/>
              <a:gd name="T94" fmla="*/ 2147483646 w 59"/>
              <a:gd name="T95" fmla="*/ 2147483646 h 72"/>
              <a:gd name="T96" fmla="*/ 2147483646 w 59"/>
              <a:gd name="T97" fmla="*/ 2147483646 h 72"/>
              <a:gd name="T98" fmla="*/ 2147483646 w 59"/>
              <a:gd name="T99" fmla="*/ 2147483646 h 72"/>
              <a:gd name="T100" fmla="*/ 2147483646 w 59"/>
              <a:gd name="T101" fmla="*/ 2147483646 h 72"/>
              <a:gd name="T102" fmla="*/ 2147483646 w 59"/>
              <a:gd name="T103" fmla="*/ 2147483646 h 72"/>
              <a:gd name="T104" fmla="*/ 2147483646 w 59"/>
              <a:gd name="T105" fmla="*/ 2147483646 h 72"/>
              <a:gd name="T106" fmla="*/ 2147483646 w 59"/>
              <a:gd name="T107" fmla="*/ 2147483646 h 72"/>
              <a:gd name="T108" fmla="*/ 2147483646 w 59"/>
              <a:gd name="T109" fmla="*/ 2147483646 h 72"/>
              <a:gd name="T110" fmla="*/ 2147483646 w 59"/>
              <a:gd name="T111" fmla="*/ 2147483646 h 72"/>
              <a:gd name="T112" fmla="*/ 2147483646 w 59"/>
              <a:gd name="T113" fmla="*/ 2147483646 h 72"/>
              <a:gd name="T114" fmla="*/ 2147483646 w 59"/>
              <a:gd name="T115" fmla="*/ 2147483646 h 72"/>
              <a:gd name="T116" fmla="*/ 2147483646 w 59"/>
              <a:gd name="T117" fmla="*/ 2147483646 h 72"/>
              <a:gd name="T118" fmla="*/ 2147483646 w 59"/>
              <a:gd name="T119" fmla="*/ 2147483646 h 72"/>
              <a:gd name="T120" fmla="*/ 2147483646 w 59"/>
              <a:gd name="T121" fmla="*/ 2147483646 h 72"/>
              <a:gd name="T122" fmla="*/ 2147483646 w 59"/>
              <a:gd name="T123" fmla="*/ 2147483646 h 72"/>
              <a:gd name="T124" fmla="*/ 0 60000 65536"/>
              <a:gd name="T125" fmla="*/ 0 60000 65536"/>
              <a:gd name="T126" fmla="*/ 0 60000 65536"/>
              <a:gd name="T127" fmla="*/ 0 60000 65536"/>
              <a:gd name="T128" fmla="*/ 0 60000 65536"/>
              <a:gd name="T129" fmla="*/ 0 60000 65536"/>
              <a:gd name="T130" fmla="*/ 0 60000 65536"/>
              <a:gd name="T131" fmla="*/ 0 60000 65536"/>
              <a:gd name="T132" fmla="*/ 0 60000 65536"/>
              <a:gd name="T133" fmla="*/ 0 60000 65536"/>
              <a:gd name="T134" fmla="*/ 0 60000 65536"/>
              <a:gd name="T135" fmla="*/ 0 60000 65536"/>
              <a:gd name="T136" fmla="*/ 0 60000 65536"/>
              <a:gd name="T137" fmla="*/ 0 60000 65536"/>
              <a:gd name="T138" fmla="*/ 0 60000 65536"/>
              <a:gd name="T139" fmla="*/ 0 60000 65536"/>
              <a:gd name="T140" fmla="*/ 0 60000 65536"/>
              <a:gd name="T141" fmla="*/ 0 60000 65536"/>
              <a:gd name="T142" fmla="*/ 0 60000 65536"/>
              <a:gd name="T143" fmla="*/ 0 60000 65536"/>
              <a:gd name="T144" fmla="*/ 0 60000 65536"/>
              <a:gd name="T145" fmla="*/ 0 60000 65536"/>
              <a:gd name="T146" fmla="*/ 0 60000 65536"/>
              <a:gd name="T147" fmla="*/ 0 60000 65536"/>
              <a:gd name="T148" fmla="*/ 0 60000 65536"/>
              <a:gd name="T149" fmla="*/ 0 60000 65536"/>
              <a:gd name="T150" fmla="*/ 0 60000 65536"/>
              <a:gd name="T151" fmla="*/ 0 60000 65536"/>
              <a:gd name="T152" fmla="*/ 0 60000 65536"/>
              <a:gd name="T153" fmla="*/ 0 60000 65536"/>
              <a:gd name="T154" fmla="*/ 0 60000 65536"/>
              <a:gd name="T155" fmla="*/ 0 60000 65536"/>
              <a:gd name="T156" fmla="*/ 0 60000 65536"/>
              <a:gd name="T157" fmla="*/ 0 60000 65536"/>
              <a:gd name="T158" fmla="*/ 0 60000 65536"/>
              <a:gd name="T159" fmla="*/ 0 60000 65536"/>
              <a:gd name="T160" fmla="*/ 0 60000 65536"/>
              <a:gd name="T161" fmla="*/ 0 60000 65536"/>
              <a:gd name="T162" fmla="*/ 0 60000 65536"/>
              <a:gd name="T163" fmla="*/ 0 60000 65536"/>
              <a:gd name="T164" fmla="*/ 0 60000 65536"/>
              <a:gd name="T165" fmla="*/ 0 60000 65536"/>
              <a:gd name="T166" fmla="*/ 0 60000 65536"/>
              <a:gd name="T167" fmla="*/ 0 60000 65536"/>
              <a:gd name="T168" fmla="*/ 0 60000 65536"/>
              <a:gd name="T169" fmla="*/ 0 60000 65536"/>
              <a:gd name="T170" fmla="*/ 0 60000 65536"/>
              <a:gd name="T171" fmla="*/ 0 60000 65536"/>
              <a:gd name="T172" fmla="*/ 0 60000 65536"/>
              <a:gd name="T173" fmla="*/ 0 60000 65536"/>
              <a:gd name="T174" fmla="*/ 0 60000 65536"/>
              <a:gd name="T175" fmla="*/ 0 60000 65536"/>
              <a:gd name="T176" fmla="*/ 0 60000 65536"/>
              <a:gd name="T177" fmla="*/ 0 60000 65536"/>
              <a:gd name="T178" fmla="*/ 0 60000 65536"/>
              <a:gd name="T179" fmla="*/ 0 60000 65536"/>
              <a:gd name="T180" fmla="*/ 0 60000 65536"/>
              <a:gd name="T181" fmla="*/ 0 60000 65536"/>
              <a:gd name="T182" fmla="*/ 0 60000 65536"/>
              <a:gd name="T183" fmla="*/ 0 60000 65536"/>
              <a:gd name="T184" fmla="*/ 0 60000 65536"/>
              <a:gd name="T185" fmla="*/ 0 60000 65536"/>
            </a:gdLst>
            <a:ahLst/>
            <a:cxnLst>
              <a:cxn ang="T124">
                <a:pos x="T0" y="T1"/>
              </a:cxn>
              <a:cxn ang="T125">
                <a:pos x="T2" y="T3"/>
              </a:cxn>
              <a:cxn ang="T126">
                <a:pos x="T4" y="T5"/>
              </a:cxn>
              <a:cxn ang="T127">
                <a:pos x="T6" y="T7"/>
              </a:cxn>
              <a:cxn ang="T128">
                <a:pos x="T8" y="T9"/>
              </a:cxn>
              <a:cxn ang="T129">
                <a:pos x="T10" y="T11"/>
              </a:cxn>
              <a:cxn ang="T130">
                <a:pos x="T12" y="T13"/>
              </a:cxn>
              <a:cxn ang="T131">
                <a:pos x="T14" y="T15"/>
              </a:cxn>
              <a:cxn ang="T132">
                <a:pos x="T16" y="T17"/>
              </a:cxn>
              <a:cxn ang="T133">
                <a:pos x="T18" y="T19"/>
              </a:cxn>
              <a:cxn ang="T134">
                <a:pos x="T20" y="T21"/>
              </a:cxn>
              <a:cxn ang="T135">
                <a:pos x="T22" y="T23"/>
              </a:cxn>
              <a:cxn ang="T136">
                <a:pos x="T24" y="T25"/>
              </a:cxn>
              <a:cxn ang="T137">
                <a:pos x="T26" y="T27"/>
              </a:cxn>
              <a:cxn ang="T138">
                <a:pos x="T28" y="T29"/>
              </a:cxn>
              <a:cxn ang="T139">
                <a:pos x="T30" y="T31"/>
              </a:cxn>
              <a:cxn ang="T140">
                <a:pos x="T32" y="T33"/>
              </a:cxn>
              <a:cxn ang="T141">
                <a:pos x="T34" y="T35"/>
              </a:cxn>
              <a:cxn ang="T142">
                <a:pos x="T36" y="T37"/>
              </a:cxn>
              <a:cxn ang="T143">
                <a:pos x="T38" y="T39"/>
              </a:cxn>
              <a:cxn ang="T144">
                <a:pos x="T40" y="T41"/>
              </a:cxn>
              <a:cxn ang="T145">
                <a:pos x="T42" y="T43"/>
              </a:cxn>
              <a:cxn ang="T146">
                <a:pos x="T44" y="T45"/>
              </a:cxn>
              <a:cxn ang="T147">
                <a:pos x="T46" y="T47"/>
              </a:cxn>
              <a:cxn ang="T148">
                <a:pos x="T48" y="T49"/>
              </a:cxn>
              <a:cxn ang="T149">
                <a:pos x="T50" y="T51"/>
              </a:cxn>
              <a:cxn ang="T150">
                <a:pos x="T52" y="T53"/>
              </a:cxn>
              <a:cxn ang="T151">
                <a:pos x="T54" y="T55"/>
              </a:cxn>
              <a:cxn ang="T152">
                <a:pos x="T56" y="T57"/>
              </a:cxn>
              <a:cxn ang="T153">
                <a:pos x="T58" y="T59"/>
              </a:cxn>
              <a:cxn ang="T154">
                <a:pos x="T60" y="T61"/>
              </a:cxn>
              <a:cxn ang="T155">
                <a:pos x="T62" y="T63"/>
              </a:cxn>
              <a:cxn ang="T156">
                <a:pos x="T64" y="T65"/>
              </a:cxn>
              <a:cxn ang="T157">
                <a:pos x="T66" y="T67"/>
              </a:cxn>
              <a:cxn ang="T158">
                <a:pos x="T68" y="T69"/>
              </a:cxn>
              <a:cxn ang="T159">
                <a:pos x="T70" y="T71"/>
              </a:cxn>
              <a:cxn ang="T160">
                <a:pos x="T72" y="T73"/>
              </a:cxn>
              <a:cxn ang="T161">
                <a:pos x="T74" y="T75"/>
              </a:cxn>
              <a:cxn ang="T162">
                <a:pos x="T76" y="T77"/>
              </a:cxn>
              <a:cxn ang="T163">
                <a:pos x="T78" y="T79"/>
              </a:cxn>
              <a:cxn ang="T164">
                <a:pos x="T80" y="T81"/>
              </a:cxn>
              <a:cxn ang="T165">
                <a:pos x="T82" y="T83"/>
              </a:cxn>
              <a:cxn ang="T166">
                <a:pos x="T84" y="T85"/>
              </a:cxn>
              <a:cxn ang="T167">
                <a:pos x="T86" y="T87"/>
              </a:cxn>
              <a:cxn ang="T168">
                <a:pos x="T88" y="T89"/>
              </a:cxn>
              <a:cxn ang="T169">
                <a:pos x="T90" y="T91"/>
              </a:cxn>
              <a:cxn ang="T170">
                <a:pos x="T92" y="T93"/>
              </a:cxn>
              <a:cxn ang="T171">
                <a:pos x="T94" y="T95"/>
              </a:cxn>
              <a:cxn ang="T172">
                <a:pos x="T96" y="T97"/>
              </a:cxn>
              <a:cxn ang="T173">
                <a:pos x="T98" y="T99"/>
              </a:cxn>
              <a:cxn ang="T174">
                <a:pos x="T100" y="T101"/>
              </a:cxn>
              <a:cxn ang="T175">
                <a:pos x="T102" y="T103"/>
              </a:cxn>
              <a:cxn ang="T176">
                <a:pos x="T104" y="T105"/>
              </a:cxn>
              <a:cxn ang="T177">
                <a:pos x="T106" y="T107"/>
              </a:cxn>
              <a:cxn ang="T178">
                <a:pos x="T108" y="T109"/>
              </a:cxn>
              <a:cxn ang="T179">
                <a:pos x="T110" y="T111"/>
              </a:cxn>
              <a:cxn ang="T180">
                <a:pos x="T112" y="T113"/>
              </a:cxn>
              <a:cxn ang="T181">
                <a:pos x="T114" y="T115"/>
              </a:cxn>
              <a:cxn ang="T182">
                <a:pos x="T116" y="T117"/>
              </a:cxn>
              <a:cxn ang="T183">
                <a:pos x="T118" y="T119"/>
              </a:cxn>
              <a:cxn ang="T184">
                <a:pos x="T120" y="T121"/>
              </a:cxn>
              <a:cxn ang="T185">
                <a:pos x="T122" y="T123"/>
              </a:cxn>
            </a:cxnLst>
            <a:rect l="0" t="0" r="r" b="b"/>
            <a:pathLst>
              <a:path w="59" h="72">
                <a:moveTo>
                  <a:pt x="58" y="66"/>
                </a:moveTo>
                <a:cubicBezTo>
                  <a:pt x="58" y="69"/>
                  <a:pt x="55" y="71"/>
                  <a:pt x="52" y="71"/>
                </a:cubicBezTo>
                <a:cubicBezTo>
                  <a:pt x="45" y="72"/>
                  <a:pt x="37" y="72"/>
                  <a:pt x="30" y="72"/>
                </a:cubicBezTo>
                <a:cubicBezTo>
                  <a:pt x="22" y="72"/>
                  <a:pt x="15" y="72"/>
                  <a:pt x="7" y="71"/>
                </a:cubicBezTo>
                <a:cubicBezTo>
                  <a:pt x="4" y="71"/>
                  <a:pt x="2" y="69"/>
                  <a:pt x="1" y="66"/>
                </a:cubicBezTo>
                <a:cubicBezTo>
                  <a:pt x="0" y="61"/>
                  <a:pt x="0" y="56"/>
                  <a:pt x="0" y="52"/>
                </a:cubicBezTo>
                <a:cubicBezTo>
                  <a:pt x="0" y="47"/>
                  <a:pt x="0" y="42"/>
                  <a:pt x="1" y="38"/>
                </a:cubicBezTo>
                <a:cubicBezTo>
                  <a:pt x="2" y="34"/>
                  <a:pt x="4" y="32"/>
                  <a:pt x="7" y="32"/>
                </a:cubicBezTo>
                <a:cubicBezTo>
                  <a:pt x="15" y="31"/>
                  <a:pt x="22" y="31"/>
                  <a:pt x="30" y="31"/>
                </a:cubicBezTo>
                <a:cubicBezTo>
                  <a:pt x="37" y="31"/>
                  <a:pt x="45" y="31"/>
                  <a:pt x="52" y="32"/>
                </a:cubicBezTo>
                <a:cubicBezTo>
                  <a:pt x="55" y="32"/>
                  <a:pt x="58" y="34"/>
                  <a:pt x="58" y="38"/>
                </a:cubicBezTo>
                <a:cubicBezTo>
                  <a:pt x="59" y="42"/>
                  <a:pt x="59" y="47"/>
                  <a:pt x="59" y="52"/>
                </a:cubicBezTo>
                <a:cubicBezTo>
                  <a:pt x="59" y="56"/>
                  <a:pt x="59" y="61"/>
                  <a:pt x="58" y="66"/>
                </a:cubicBezTo>
                <a:close/>
                <a:moveTo>
                  <a:pt x="17" y="42"/>
                </a:moveTo>
                <a:cubicBezTo>
                  <a:pt x="17" y="38"/>
                  <a:pt x="17" y="38"/>
                  <a:pt x="17" y="38"/>
                </a:cubicBezTo>
                <a:cubicBezTo>
                  <a:pt x="4" y="38"/>
                  <a:pt x="4" y="38"/>
                  <a:pt x="4" y="38"/>
                </a:cubicBezTo>
                <a:cubicBezTo>
                  <a:pt x="4" y="42"/>
                  <a:pt x="4" y="42"/>
                  <a:pt x="4" y="42"/>
                </a:cubicBezTo>
                <a:cubicBezTo>
                  <a:pt x="9" y="42"/>
                  <a:pt x="9" y="42"/>
                  <a:pt x="9" y="42"/>
                </a:cubicBezTo>
                <a:cubicBezTo>
                  <a:pt x="9" y="64"/>
                  <a:pt x="9" y="64"/>
                  <a:pt x="9" y="64"/>
                </a:cubicBezTo>
                <a:cubicBezTo>
                  <a:pt x="13" y="64"/>
                  <a:pt x="13" y="64"/>
                  <a:pt x="13" y="64"/>
                </a:cubicBezTo>
                <a:cubicBezTo>
                  <a:pt x="13" y="42"/>
                  <a:pt x="13" y="42"/>
                  <a:pt x="13" y="42"/>
                </a:cubicBezTo>
                <a:lnTo>
                  <a:pt x="17" y="42"/>
                </a:lnTo>
                <a:close/>
                <a:moveTo>
                  <a:pt x="23" y="0"/>
                </a:moveTo>
                <a:cubicBezTo>
                  <a:pt x="19" y="16"/>
                  <a:pt x="19" y="16"/>
                  <a:pt x="19" y="16"/>
                </a:cubicBezTo>
                <a:cubicBezTo>
                  <a:pt x="19" y="27"/>
                  <a:pt x="19" y="27"/>
                  <a:pt x="19" y="27"/>
                </a:cubicBezTo>
                <a:cubicBezTo>
                  <a:pt x="15" y="27"/>
                  <a:pt x="15" y="27"/>
                  <a:pt x="15" y="27"/>
                </a:cubicBezTo>
                <a:cubicBezTo>
                  <a:pt x="15" y="16"/>
                  <a:pt x="15" y="16"/>
                  <a:pt x="15" y="16"/>
                </a:cubicBezTo>
                <a:cubicBezTo>
                  <a:pt x="14" y="14"/>
                  <a:pt x="13" y="12"/>
                  <a:pt x="12" y="8"/>
                </a:cubicBezTo>
                <a:cubicBezTo>
                  <a:pt x="11" y="5"/>
                  <a:pt x="10" y="3"/>
                  <a:pt x="9" y="0"/>
                </a:cubicBezTo>
                <a:cubicBezTo>
                  <a:pt x="14" y="0"/>
                  <a:pt x="14" y="0"/>
                  <a:pt x="14" y="0"/>
                </a:cubicBezTo>
                <a:cubicBezTo>
                  <a:pt x="17" y="11"/>
                  <a:pt x="17" y="11"/>
                  <a:pt x="17" y="11"/>
                </a:cubicBezTo>
                <a:cubicBezTo>
                  <a:pt x="19" y="0"/>
                  <a:pt x="19" y="0"/>
                  <a:pt x="19" y="0"/>
                </a:cubicBezTo>
                <a:lnTo>
                  <a:pt x="23" y="0"/>
                </a:lnTo>
                <a:close/>
                <a:moveTo>
                  <a:pt x="28" y="64"/>
                </a:moveTo>
                <a:cubicBezTo>
                  <a:pt x="28" y="45"/>
                  <a:pt x="28" y="45"/>
                  <a:pt x="28" y="45"/>
                </a:cubicBezTo>
                <a:cubicBezTo>
                  <a:pt x="24" y="45"/>
                  <a:pt x="24" y="45"/>
                  <a:pt x="24" y="45"/>
                </a:cubicBezTo>
                <a:cubicBezTo>
                  <a:pt x="24" y="60"/>
                  <a:pt x="24" y="60"/>
                  <a:pt x="24" y="60"/>
                </a:cubicBezTo>
                <a:cubicBezTo>
                  <a:pt x="23" y="61"/>
                  <a:pt x="23" y="61"/>
                  <a:pt x="22" y="61"/>
                </a:cubicBezTo>
                <a:cubicBezTo>
                  <a:pt x="21" y="61"/>
                  <a:pt x="21" y="61"/>
                  <a:pt x="21" y="61"/>
                </a:cubicBezTo>
                <a:cubicBezTo>
                  <a:pt x="21" y="60"/>
                  <a:pt x="21" y="60"/>
                  <a:pt x="21" y="59"/>
                </a:cubicBezTo>
                <a:cubicBezTo>
                  <a:pt x="21" y="45"/>
                  <a:pt x="21" y="45"/>
                  <a:pt x="21" y="45"/>
                </a:cubicBezTo>
                <a:cubicBezTo>
                  <a:pt x="17" y="45"/>
                  <a:pt x="17" y="45"/>
                  <a:pt x="17" y="45"/>
                </a:cubicBezTo>
                <a:cubicBezTo>
                  <a:pt x="17" y="60"/>
                  <a:pt x="17" y="60"/>
                  <a:pt x="17" y="60"/>
                </a:cubicBezTo>
                <a:cubicBezTo>
                  <a:pt x="17" y="62"/>
                  <a:pt x="17" y="63"/>
                  <a:pt x="18" y="63"/>
                </a:cubicBezTo>
                <a:cubicBezTo>
                  <a:pt x="18" y="64"/>
                  <a:pt x="19" y="65"/>
                  <a:pt x="20" y="65"/>
                </a:cubicBezTo>
                <a:cubicBezTo>
                  <a:pt x="21" y="65"/>
                  <a:pt x="23" y="64"/>
                  <a:pt x="24" y="62"/>
                </a:cubicBezTo>
                <a:cubicBezTo>
                  <a:pt x="24" y="64"/>
                  <a:pt x="24" y="64"/>
                  <a:pt x="24" y="64"/>
                </a:cubicBezTo>
                <a:lnTo>
                  <a:pt x="28" y="64"/>
                </a:lnTo>
                <a:close/>
                <a:moveTo>
                  <a:pt x="34" y="21"/>
                </a:moveTo>
                <a:cubicBezTo>
                  <a:pt x="34" y="23"/>
                  <a:pt x="34" y="24"/>
                  <a:pt x="33" y="25"/>
                </a:cubicBezTo>
                <a:cubicBezTo>
                  <a:pt x="32" y="27"/>
                  <a:pt x="31" y="28"/>
                  <a:pt x="29" y="28"/>
                </a:cubicBezTo>
                <a:cubicBezTo>
                  <a:pt x="27" y="28"/>
                  <a:pt x="26" y="27"/>
                  <a:pt x="25" y="25"/>
                </a:cubicBezTo>
                <a:cubicBezTo>
                  <a:pt x="24" y="24"/>
                  <a:pt x="23" y="23"/>
                  <a:pt x="23" y="21"/>
                </a:cubicBezTo>
                <a:cubicBezTo>
                  <a:pt x="23" y="14"/>
                  <a:pt x="23" y="14"/>
                  <a:pt x="23" y="14"/>
                </a:cubicBezTo>
                <a:cubicBezTo>
                  <a:pt x="23" y="12"/>
                  <a:pt x="24" y="10"/>
                  <a:pt x="25" y="9"/>
                </a:cubicBezTo>
                <a:cubicBezTo>
                  <a:pt x="26" y="8"/>
                  <a:pt x="27" y="7"/>
                  <a:pt x="29" y="7"/>
                </a:cubicBezTo>
                <a:cubicBezTo>
                  <a:pt x="31" y="7"/>
                  <a:pt x="32" y="8"/>
                  <a:pt x="33" y="9"/>
                </a:cubicBezTo>
                <a:cubicBezTo>
                  <a:pt x="34" y="10"/>
                  <a:pt x="34" y="12"/>
                  <a:pt x="34" y="14"/>
                </a:cubicBezTo>
                <a:lnTo>
                  <a:pt x="34" y="21"/>
                </a:lnTo>
                <a:close/>
                <a:moveTo>
                  <a:pt x="30" y="13"/>
                </a:moveTo>
                <a:cubicBezTo>
                  <a:pt x="30" y="11"/>
                  <a:pt x="30" y="10"/>
                  <a:pt x="29" y="10"/>
                </a:cubicBezTo>
                <a:cubicBezTo>
                  <a:pt x="28" y="10"/>
                  <a:pt x="27" y="11"/>
                  <a:pt x="27" y="13"/>
                </a:cubicBezTo>
                <a:cubicBezTo>
                  <a:pt x="27" y="21"/>
                  <a:pt x="27" y="21"/>
                  <a:pt x="27" y="21"/>
                </a:cubicBezTo>
                <a:cubicBezTo>
                  <a:pt x="27" y="23"/>
                  <a:pt x="28" y="24"/>
                  <a:pt x="29" y="24"/>
                </a:cubicBezTo>
                <a:cubicBezTo>
                  <a:pt x="30" y="24"/>
                  <a:pt x="30" y="23"/>
                  <a:pt x="30" y="21"/>
                </a:cubicBezTo>
                <a:lnTo>
                  <a:pt x="30" y="13"/>
                </a:lnTo>
                <a:close/>
                <a:moveTo>
                  <a:pt x="41" y="51"/>
                </a:moveTo>
                <a:cubicBezTo>
                  <a:pt x="41" y="49"/>
                  <a:pt x="41" y="47"/>
                  <a:pt x="41" y="47"/>
                </a:cubicBezTo>
                <a:cubicBezTo>
                  <a:pt x="41" y="45"/>
                  <a:pt x="40" y="44"/>
                  <a:pt x="38" y="44"/>
                </a:cubicBezTo>
                <a:cubicBezTo>
                  <a:pt x="37" y="44"/>
                  <a:pt x="36" y="45"/>
                  <a:pt x="34" y="46"/>
                </a:cubicBezTo>
                <a:cubicBezTo>
                  <a:pt x="34" y="38"/>
                  <a:pt x="34" y="38"/>
                  <a:pt x="34" y="38"/>
                </a:cubicBezTo>
                <a:cubicBezTo>
                  <a:pt x="31" y="38"/>
                  <a:pt x="31" y="38"/>
                  <a:pt x="31" y="38"/>
                </a:cubicBezTo>
                <a:cubicBezTo>
                  <a:pt x="31" y="64"/>
                  <a:pt x="31" y="64"/>
                  <a:pt x="31" y="64"/>
                </a:cubicBezTo>
                <a:cubicBezTo>
                  <a:pt x="34" y="64"/>
                  <a:pt x="34" y="64"/>
                  <a:pt x="34" y="64"/>
                </a:cubicBezTo>
                <a:cubicBezTo>
                  <a:pt x="34" y="62"/>
                  <a:pt x="34" y="62"/>
                  <a:pt x="34" y="62"/>
                </a:cubicBezTo>
                <a:cubicBezTo>
                  <a:pt x="36" y="64"/>
                  <a:pt x="37" y="65"/>
                  <a:pt x="38" y="65"/>
                </a:cubicBezTo>
                <a:cubicBezTo>
                  <a:pt x="40" y="65"/>
                  <a:pt x="41" y="64"/>
                  <a:pt x="41" y="62"/>
                </a:cubicBezTo>
                <a:cubicBezTo>
                  <a:pt x="41" y="62"/>
                  <a:pt x="41" y="60"/>
                  <a:pt x="41" y="58"/>
                </a:cubicBezTo>
                <a:lnTo>
                  <a:pt x="41" y="51"/>
                </a:lnTo>
                <a:close/>
                <a:moveTo>
                  <a:pt x="38" y="59"/>
                </a:moveTo>
                <a:cubicBezTo>
                  <a:pt x="38" y="61"/>
                  <a:pt x="37" y="61"/>
                  <a:pt x="36" y="61"/>
                </a:cubicBezTo>
                <a:cubicBezTo>
                  <a:pt x="36" y="61"/>
                  <a:pt x="35" y="61"/>
                  <a:pt x="34" y="61"/>
                </a:cubicBezTo>
                <a:cubicBezTo>
                  <a:pt x="34" y="48"/>
                  <a:pt x="34" y="48"/>
                  <a:pt x="34" y="48"/>
                </a:cubicBezTo>
                <a:cubicBezTo>
                  <a:pt x="35" y="48"/>
                  <a:pt x="36" y="48"/>
                  <a:pt x="36" y="48"/>
                </a:cubicBezTo>
                <a:cubicBezTo>
                  <a:pt x="37" y="48"/>
                  <a:pt x="38" y="49"/>
                  <a:pt x="38" y="50"/>
                </a:cubicBezTo>
                <a:lnTo>
                  <a:pt x="38" y="59"/>
                </a:lnTo>
                <a:close/>
                <a:moveTo>
                  <a:pt x="48" y="27"/>
                </a:moveTo>
                <a:cubicBezTo>
                  <a:pt x="44" y="27"/>
                  <a:pt x="44" y="27"/>
                  <a:pt x="44" y="27"/>
                </a:cubicBezTo>
                <a:cubicBezTo>
                  <a:pt x="44" y="25"/>
                  <a:pt x="44" y="25"/>
                  <a:pt x="44" y="25"/>
                </a:cubicBezTo>
                <a:cubicBezTo>
                  <a:pt x="42" y="27"/>
                  <a:pt x="41" y="28"/>
                  <a:pt x="40" y="28"/>
                </a:cubicBezTo>
                <a:cubicBezTo>
                  <a:pt x="39" y="28"/>
                  <a:pt x="38" y="27"/>
                  <a:pt x="37" y="26"/>
                </a:cubicBezTo>
                <a:cubicBezTo>
                  <a:pt x="37" y="25"/>
                  <a:pt x="37" y="24"/>
                  <a:pt x="37" y="23"/>
                </a:cubicBezTo>
                <a:cubicBezTo>
                  <a:pt x="37" y="7"/>
                  <a:pt x="37" y="7"/>
                  <a:pt x="37" y="7"/>
                </a:cubicBezTo>
                <a:cubicBezTo>
                  <a:pt x="41" y="7"/>
                  <a:pt x="41" y="7"/>
                  <a:pt x="41" y="7"/>
                </a:cubicBezTo>
                <a:cubicBezTo>
                  <a:pt x="41" y="22"/>
                  <a:pt x="41" y="22"/>
                  <a:pt x="41" y="22"/>
                </a:cubicBezTo>
                <a:cubicBezTo>
                  <a:pt x="41" y="23"/>
                  <a:pt x="41" y="23"/>
                  <a:pt x="41" y="23"/>
                </a:cubicBezTo>
                <a:cubicBezTo>
                  <a:pt x="41" y="24"/>
                  <a:pt x="41" y="24"/>
                  <a:pt x="42" y="24"/>
                </a:cubicBezTo>
                <a:cubicBezTo>
                  <a:pt x="42" y="24"/>
                  <a:pt x="43" y="24"/>
                  <a:pt x="44" y="22"/>
                </a:cubicBezTo>
                <a:cubicBezTo>
                  <a:pt x="44" y="7"/>
                  <a:pt x="44" y="7"/>
                  <a:pt x="44" y="7"/>
                </a:cubicBezTo>
                <a:cubicBezTo>
                  <a:pt x="48" y="7"/>
                  <a:pt x="48" y="7"/>
                  <a:pt x="48" y="7"/>
                </a:cubicBezTo>
                <a:lnTo>
                  <a:pt x="48" y="27"/>
                </a:lnTo>
                <a:close/>
                <a:moveTo>
                  <a:pt x="55" y="58"/>
                </a:moveTo>
                <a:cubicBezTo>
                  <a:pt x="51" y="58"/>
                  <a:pt x="51" y="58"/>
                  <a:pt x="51" y="58"/>
                </a:cubicBezTo>
                <a:cubicBezTo>
                  <a:pt x="51" y="59"/>
                  <a:pt x="51" y="60"/>
                  <a:pt x="51" y="60"/>
                </a:cubicBezTo>
                <a:cubicBezTo>
                  <a:pt x="51" y="61"/>
                  <a:pt x="50" y="61"/>
                  <a:pt x="50" y="61"/>
                </a:cubicBezTo>
                <a:cubicBezTo>
                  <a:pt x="48" y="61"/>
                  <a:pt x="48" y="61"/>
                  <a:pt x="48" y="59"/>
                </a:cubicBezTo>
                <a:cubicBezTo>
                  <a:pt x="48" y="55"/>
                  <a:pt x="48" y="55"/>
                  <a:pt x="48" y="55"/>
                </a:cubicBezTo>
                <a:cubicBezTo>
                  <a:pt x="55" y="55"/>
                  <a:pt x="55" y="55"/>
                  <a:pt x="55" y="55"/>
                </a:cubicBezTo>
                <a:cubicBezTo>
                  <a:pt x="55" y="51"/>
                  <a:pt x="55" y="51"/>
                  <a:pt x="55" y="51"/>
                </a:cubicBezTo>
                <a:cubicBezTo>
                  <a:pt x="55" y="49"/>
                  <a:pt x="55" y="47"/>
                  <a:pt x="54" y="46"/>
                </a:cubicBezTo>
                <a:cubicBezTo>
                  <a:pt x="53" y="45"/>
                  <a:pt x="51" y="44"/>
                  <a:pt x="50" y="44"/>
                </a:cubicBezTo>
                <a:cubicBezTo>
                  <a:pt x="48" y="44"/>
                  <a:pt x="46" y="45"/>
                  <a:pt x="45" y="46"/>
                </a:cubicBezTo>
                <a:cubicBezTo>
                  <a:pt x="45" y="47"/>
                  <a:pt x="44" y="49"/>
                  <a:pt x="44" y="51"/>
                </a:cubicBezTo>
                <a:cubicBezTo>
                  <a:pt x="44" y="58"/>
                  <a:pt x="44" y="58"/>
                  <a:pt x="44" y="58"/>
                </a:cubicBezTo>
                <a:cubicBezTo>
                  <a:pt x="44" y="60"/>
                  <a:pt x="45" y="62"/>
                  <a:pt x="45" y="63"/>
                </a:cubicBezTo>
                <a:cubicBezTo>
                  <a:pt x="46" y="64"/>
                  <a:pt x="48" y="65"/>
                  <a:pt x="50" y="65"/>
                </a:cubicBezTo>
                <a:cubicBezTo>
                  <a:pt x="52" y="65"/>
                  <a:pt x="53" y="64"/>
                  <a:pt x="54" y="63"/>
                </a:cubicBezTo>
                <a:cubicBezTo>
                  <a:pt x="54" y="62"/>
                  <a:pt x="55" y="61"/>
                  <a:pt x="55" y="60"/>
                </a:cubicBezTo>
                <a:cubicBezTo>
                  <a:pt x="55" y="60"/>
                  <a:pt x="55" y="59"/>
                  <a:pt x="55" y="58"/>
                </a:cubicBezTo>
                <a:close/>
                <a:moveTo>
                  <a:pt x="51" y="52"/>
                </a:moveTo>
                <a:cubicBezTo>
                  <a:pt x="48" y="52"/>
                  <a:pt x="48" y="52"/>
                  <a:pt x="48" y="52"/>
                </a:cubicBezTo>
                <a:cubicBezTo>
                  <a:pt x="48" y="50"/>
                  <a:pt x="48" y="50"/>
                  <a:pt x="48" y="50"/>
                </a:cubicBezTo>
                <a:cubicBezTo>
                  <a:pt x="48" y="49"/>
                  <a:pt x="48" y="48"/>
                  <a:pt x="50" y="48"/>
                </a:cubicBezTo>
                <a:cubicBezTo>
                  <a:pt x="51" y="48"/>
                  <a:pt x="51" y="49"/>
                  <a:pt x="51" y="50"/>
                </a:cubicBezTo>
                <a:lnTo>
                  <a:pt x="51" y="52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20" name="Freeform 51"/>
          <p:cNvSpPr>
            <a:spLocks noEditPoints="1"/>
          </p:cNvSpPr>
          <p:nvPr userDrawn="1"/>
        </p:nvSpPr>
        <p:spPr bwMode="auto">
          <a:xfrm>
            <a:off x="3778977" y="2681937"/>
            <a:ext cx="201266" cy="284937"/>
          </a:xfrm>
          <a:custGeom>
            <a:avLst/>
            <a:gdLst>
              <a:gd name="T0" fmla="*/ 2147483646 w 41"/>
              <a:gd name="T1" fmla="*/ 2147483646 h 58"/>
              <a:gd name="T2" fmla="*/ 2147483646 w 41"/>
              <a:gd name="T3" fmla="*/ 2147483646 h 58"/>
              <a:gd name="T4" fmla="*/ 2147483646 w 41"/>
              <a:gd name="T5" fmla="*/ 2147483646 h 58"/>
              <a:gd name="T6" fmla="*/ 2147483646 w 41"/>
              <a:gd name="T7" fmla="*/ 2147483646 h 58"/>
              <a:gd name="T8" fmla="*/ 2147483646 w 41"/>
              <a:gd name="T9" fmla="*/ 2147483646 h 58"/>
              <a:gd name="T10" fmla="*/ 2147483646 w 41"/>
              <a:gd name="T11" fmla="*/ 2147483646 h 58"/>
              <a:gd name="T12" fmla="*/ 2147483646 w 41"/>
              <a:gd name="T13" fmla="*/ 2147483646 h 58"/>
              <a:gd name="T14" fmla="*/ 2147483646 w 41"/>
              <a:gd name="T15" fmla="*/ 2147483646 h 58"/>
              <a:gd name="T16" fmla="*/ 2147483646 w 41"/>
              <a:gd name="T17" fmla="*/ 2147483646 h 58"/>
              <a:gd name="T18" fmla="*/ 2147483646 w 41"/>
              <a:gd name="T19" fmla="*/ 2147483646 h 58"/>
              <a:gd name="T20" fmla="*/ 2147483646 w 41"/>
              <a:gd name="T21" fmla="*/ 2147483646 h 58"/>
              <a:gd name="T22" fmla="*/ 2147483646 w 41"/>
              <a:gd name="T23" fmla="*/ 2147483646 h 58"/>
              <a:gd name="T24" fmla="*/ 2147483646 w 41"/>
              <a:gd name="T25" fmla="*/ 2147483646 h 58"/>
              <a:gd name="T26" fmla="*/ 2147483646 w 41"/>
              <a:gd name="T27" fmla="*/ 2147483646 h 58"/>
              <a:gd name="T28" fmla="*/ 2147483646 w 41"/>
              <a:gd name="T29" fmla="*/ 2147483646 h 58"/>
              <a:gd name="T30" fmla="*/ 2147483646 w 41"/>
              <a:gd name="T31" fmla="*/ 2147483646 h 58"/>
              <a:gd name="T32" fmla="*/ 2147483646 w 41"/>
              <a:gd name="T33" fmla="*/ 2147483646 h 58"/>
              <a:gd name="T34" fmla="*/ 2147483646 w 41"/>
              <a:gd name="T35" fmla="*/ 2147483646 h 58"/>
              <a:gd name="T36" fmla="*/ 2147483646 w 41"/>
              <a:gd name="T37" fmla="*/ 2147483646 h 58"/>
              <a:gd name="T38" fmla="*/ 2147483646 w 41"/>
              <a:gd name="T39" fmla="*/ 2147483646 h 58"/>
              <a:gd name="T40" fmla="*/ 2147483646 w 41"/>
              <a:gd name="T41" fmla="*/ 2147483646 h 58"/>
              <a:gd name="T42" fmla="*/ 2147483646 w 41"/>
              <a:gd name="T43" fmla="*/ 0 h 58"/>
              <a:gd name="T44" fmla="*/ 2147483646 w 41"/>
              <a:gd name="T45" fmla="*/ 2147483646 h 58"/>
              <a:gd name="T46" fmla="*/ 2147483646 w 41"/>
              <a:gd name="T47" fmla="*/ 2147483646 h 58"/>
              <a:gd name="T48" fmla="*/ 0 60000 65536"/>
              <a:gd name="T49" fmla="*/ 0 60000 65536"/>
              <a:gd name="T50" fmla="*/ 0 60000 65536"/>
              <a:gd name="T51" fmla="*/ 0 60000 65536"/>
              <a:gd name="T52" fmla="*/ 0 60000 65536"/>
              <a:gd name="T53" fmla="*/ 0 60000 65536"/>
              <a:gd name="T54" fmla="*/ 0 60000 65536"/>
              <a:gd name="T55" fmla="*/ 0 60000 65536"/>
              <a:gd name="T56" fmla="*/ 0 60000 65536"/>
              <a:gd name="T57" fmla="*/ 0 60000 65536"/>
              <a:gd name="T58" fmla="*/ 0 60000 65536"/>
              <a:gd name="T59" fmla="*/ 0 60000 65536"/>
              <a:gd name="T60" fmla="*/ 0 60000 65536"/>
              <a:gd name="T61" fmla="*/ 0 60000 65536"/>
              <a:gd name="T62" fmla="*/ 0 60000 65536"/>
              <a:gd name="T63" fmla="*/ 0 60000 65536"/>
              <a:gd name="T64" fmla="*/ 0 60000 65536"/>
              <a:gd name="T65" fmla="*/ 0 60000 65536"/>
              <a:gd name="T66" fmla="*/ 0 60000 65536"/>
              <a:gd name="T67" fmla="*/ 0 60000 65536"/>
              <a:gd name="T68" fmla="*/ 0 60000 65536"/>
              <a:gd name="T69" fmla="*/ 0 60000 65536"/>
              <a:gd name="T70" fmla="*/ 0 60000 65536"/>
              <a:gd name="T71" fmla="*/ 0 60000 65536"/>
            </a:gdLst>
            <a:ahLst/>
            <a:cxnLst>
              <a:cxn ang="T48">
                <a:pos x="T0" y="T1"/>
              </a:cxn>
              <a:cxn ang="T49">
                <a:pos x="T2" y="T3"/>
              </a:cxn>
              <a:cxn ang="T50">
                <a:pos x="T4" y="T5"/>
              </a:cxn>
              <a:cxn ang="T51">
                <a:pos x="T6" y="T7"/>
              </a:cxn>
              <a:cxn ang="T52">
                <a:pos x="T8" y="T9"/>
              </a:cxn>
              <a:cxn ang="T53">
                <a:pos x="T10" y="T11"/>
              </a:cxn>
              <a:cxn ang="T54">
                <a:pos x="T12" y="T13"/>
              </a:cxn>
              <a:cxn ang="T55">
                <a:pos x="T14" y="T15"/>
              </a:cxn>
              <a:cxn ang="T56">
                <a:pos x="T16" y="T17"/>
              </a:cxn>
              <a:cxn ang="T57">
                <a:pos x="T18" y="T19"/>
              </a:cxn>
              <a:cxn ang="T58">
                <a:pos x="T20" y="T21"/>
              </a:cxn>
              <a:cxn ang="T59">
                <a:pos x="T22" y="T23"/>
              </a:cxn>
              <a:cxn ang="T60">
                <a:pos x="T24" y="T25"/>
              </a:cxn>
              <a:cxn ang="T61">
                <a:pos x="T26" y="T27"/>
              </a:cxn>
              <a:cxn ang="T62">
                <a:pos x="T28" y="T29"/>
              </a:cxn>
              <a:cxn ang="T63">
                <a:pos x="T30" y="T31"/>
              </a:cxn>
              <a:cxn ang="T64">
                <a:pos x="T32" y="T33"/>
              </a:cxn>
              <a:cxn ang="T65">
                <a:pos x="T34" y="T35"/>
              </a:cxn>
              <a:cxn ang="T66">
                <a:pos x="T36" y="T37"/>
              </a:cxn>
              <a:cxn ang="T67">
                <a:pos x="T38" y="T39"/>
              </a:cxn>
              <a:cxn ang="T68">
                <a:pos x="T40" y="T41"/>
              </a:cxn>
              <a:cxn ang="T69">
                <a:pos x="T42" y="T43"/>
              </a:cxn>
              <a:cxn ang="T70">
                <a:pos x="T44" y="T45"/>
              </a:cxn>
              <a:cxn ang="T71">
                <a:pos x="T46" y="T47"/>
              </a:cxn>
            </a:cxnLst>
            <a:rect l="0" t="0" r="r" b="b"/>
            <a:pathLst>
              <a:path w="41" h="58">
                <a:moveTo>
                  <a:pt x="30" y="24"/>
                </a:moveTo>
                <a:cubicBezTo>
                  <a:pt x="30" y="54"/>
                  <a:pt x="30" y="54"/>
                  <a:pt x="30" y="54"/>
                </a:cubicBezTo>
                <a:cubicBezTo>
                  <a:pt x="30" y="56"/>
                  <a:pt x="28" y="58"/>
                  <a:pt x="26" y="58"/>
                </a:cubicBezTo>
                <a:cubicBezTo>
                  <a:pt x="24" y="58"/>
                  <a:pt x="22" y="56"/>
                  <a:pt x="22" y="54"/>
                </a:cubicBezTo>
                <a:cubicBezTo>
                  <a:pt x="22" y="40"/>
                  <a:pt x="22" y="40"/>
                  <a:pt x="22" y="40"/>
                </a:cubicBezTo>
                <a:cubicBezTo>
                  <a:pt x="19" y="40"/>
                  <a:pt x="19" y="40"/>
                  <a:pt x="19" y="40"/>
                </a:cubicBezTo>
                <a:cubicBezTo>
                  <a:pt x="19" y="54"/>
                  <a:pt x="19" y="54"/>
                  <a:pt x="19" y="54"/>
                </a:cubicBezTo>
                <a:cubicBezTo>
                  <a:pt x="19" y="56"/>
                  <a:pt x="18" y="58"/>
                  <a:pt x="15" y="58"/>
                </a:cubicBezTo>
                <a:cubicBezTo>
                  <a:pt x="13" y="58"/>
                  <a:pt x="11" y="56"/>
                  <a:pt x="11" y="54"/>
                </a:cubicBezTo>
                <a:cubicBezTo>
                  <a:pt x="11" y="24"/>
                  <a:pt x="11" y="24"/>
                  <a:pt x="11" y="24"/>
                </a:cubicBezTo>
                <a:cubicBezTo>
                  <a:pt x="1" y="14"/>
                  <a:pt x="1" y="14"/>
                  <a:pt x="1" y="14"/>
                </a:cubicBezTo>
                <a:cubicBezTo>
                  <a:pt x="0" y="13"/>
                  <a:pt x="0" y="10"/>
                  <a:pt x="1" y="9"/>
                </a:cubicBezTo>
                <a:cubicBezTo>
                  <a:pt x="2" y="8"/>
                  <a:pt x="5" y="8"/>
                  <a:pt x="6" y="9"/>
                </a:cubicBezTo>
                <a:cubicBezTo>
                  <a:pt x="14" y="17"/>
                  <a:pt x="14" y="17"/>
                  <a:pt x="14" y="17"/>
                </a:cubicBezTo>
                <a:cubicBezTo>
                  <a:pt x="27" y="17"/>
                  <a:pt x="27" y="17"/>
                  <a:pt x="27" y="17"/>
                </a:cubicBezTo>
                <a:cubicBezTo>
                  <a:pt x="35" y="9"/>
                  <a:pt x="35" y="9"/>
                  <a:pt x="35" y="9"/>
                </a:cubicBezTo>
                <a:cubicBezTo>
                  <a:pt x="37" y="8"/>
                  <a:pt x="39" y="8"/>
                  <a:pt x="40" y="9"/>
                </a:cubicBezTo>
                <a:cubicBezTo>
                  <a:pt x="41" y="10"/>
                  <a:pt x="41" y="13"/>
                  <a:pt x="40" y="14"/>
                </a:cubicBezTo>
                <a:lnTo>
                  <a:pt x="30" y="24"/>
                </a:lnTo>
                <a:close/>
                <a:moveTo>
                  <a:pt x="21" y="16"/>
                </a:moveTo>
                <a:cubicBezTo>
                  <a:pt x="16" y="16"/>
                  <a:pt x="13" y="12"/>
                  <a:pt x="13" y="8"/>
                </a:cubicBezTo>
                <a:cubicBezTo>
                  <a:pt x="13" y="4"/>
                  <a:pt x="16" y="0"/>
                  <a:pt x="21" y="0"/>
                </a:cubicBezTo>
                <a:cubicBezTo>
                  <a:pt x="25" y="0"/>
                  <a:pt x="29" y="4"/>
                  <a:pt x="29" y="8"/>
                </a:cubicBezTo>
                <a:cubicBezTo>
                  <a:pt x="29" y="12"/>
                  <a:pt x="25" y="16"/>
                  <a:pt x="21" y="16"/>
                </a:cubicBezTo>
                <a:close/>
              </a:path>
            </a:pathLst>
          </a:custGeom>
          <a:solidFill>
            <a:schemeClr val="tx1"/>
          </a:solidFill>
          <a:ln>
            <a:noFill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21" name="Freeform 83"/>
          <p:cNvSpPr>
            <a:spLocks/>
          </p:cNvSpPr>
          <p:nvPr userDrawn="1"/>
        </p:nvSpPr>
        <p:spPr bwMode="auto">
          <a:xfrm>
            <a:off x="8050348" y="2696890"/>
            <a:ext cx="188912" cy="188912"/>
          </a:xfrm>
          <a:custGeom>
            <a:avLst/>
            <a:gdLst>
              <a:gd name="T0" fmla="*/ 2147483646 w 55"/>
              <a:gd name="T1" fmla="*/ 2147483646 h 55"/>
              <a:gd name="T2" fmla="*/ 2147483646 w 55"/>
              <a:gd name="T3" fmla="*/ 2147483646 h 55"/>
              <a:gd name="T4" fmla="*/ 2147483646 w 55"/>
              <a:gd name="T5" fmla="*/ 2147483646 h 55"/>
              <a:gd name="T6" fmla="*/ 2147483646 w 55"/>
              <a:gd name="T7" fmla="*/ 2147483646 h 55"/>
              <a:gd name="T8" fmla="*/ 2147483646 w 55"/>
              <a:gd name="T9" fmla="*/ 2147483646 h 55"/>
              <a:gd name="T10" fmla="*/ 2147483646 w 55"/>
              <a:gd name="T11" fmla="*/ 2147483646 h 55"/>
              <a:gd name="T12" fmla="*/ 2147483646 w 55"/>
              <a:gd name="T13" fmla="*/ 2147483646 h 55"/>
              <a:gd name="T14" fmla="*/ 2147483646 w 55"/>
              <a:gd name="T15" fmla="*/ 2147483646 h 55"/>
              <a:gd name="T16" fmla="*/ 2147483646 w 55"/>
              <a:gd name="T17" fmla="*/ 2147483646 h 55"/>
              <a:gd name="T18" fmla="*/ 2147483646 w 55"/>
              <a:gd name="T19" fmla="*/ 2147483646 h 55"/>
              <a:gd name="T20" fmla="*/ 2147483646 w 55"/>
              <a:gd name="T21" fmla="*/ 2147483646 h 55"/>
              <a:gd name="T22" fmla="*/ 2147483646 w 55"/>
              <a:gd name="T23" fmla="*/ 2147483646 h 55"/>
              <a:gd name="T24" fmla="*/ 2147483646 w 55"/>
              <a:gd name="T25" fmla="*/ 2147483646 h 55"/>
              <a:gd name="T26" fmla="*/ 2147483646 w 55"/>
              <a:gd name="T27" fmla="*/ 2147483646 h 55"/>
              <a:gd name="T28" fmla="*/ 2147483646 w 55"/>
              <a:gd name="T29" fmla="*/ 2147483646 h 55"/>
              <a:gd name="T30" fmla="*/ 2147483646 w 55"/>
              <a:gd name="T31" fmla="*/ 2147483646 h 55"/>
              <a:gd name="T32" fmla="*/ 2147483646 w 55"/>
              <a:gd name="T33" fmla="*/ 2147483646 h 55"/>
              <a:gd name="T34" fmla="*/ 2147483646 w 55"/>
              <a:gd name="T35" fmla="*/ 2147483646 h 55"/>
              <a:gd name="T36" fmla="*/ 0 w 55"/>
              <a:gd name="T37" fmla="*/ 2147483646 h 55"/>
              <a:gd name="T38" fmla="*/ 0 w 55"/>
              <a:gd name="T39" fmla="*/ 2147483646 h 55"/>
              <a:gd name="T40" fmla="*/ 2147483646 w 55"/>
              <a:gd name="T41" fmla="*/ 0 h 55"/>
              <a:gd name="T42" fmla="*/ 2147483646 w 55"/>
              <a:gd name="T43" fmla="*/ 0 h 55"/>
              <a:gd name="T44" fmla="*/ 2147483646 w 55"/>
              <a:gd name="T45" fmla="*/ 2147483646 h 55"/>
              <a:gd name="T46" fmla="*/ 2147483646 w 55"/>
              <a:gd name="T47" fmla="*/ 2147483646 h 55"/>
              <a:gd name="T48" fmla="*/ 2147483646 w 55"/>
              <a:gd name="T49" fmla="*/ 2147483646 h 55"/>
              <a:gd name="T50" fmla="*/ 0 60000 65536"/>
              <a:gd name="T51" fmla="*/ 0 60000 65536"/>
              <a:gd name="T52" fmla="*/ 0 60000 65536"/>
              <a:gd name="T53" fmla="*/ 0 60000 65536"/>
              <a:gd name="T54" fmla="*/ 0 60000 65536"/>
              <a:gd name="T55" fmla="*/ 0 60000 65536"/>
              <a:gd name="T56" fmla="*/ 0 60000 65536"/>
              <a:gd name="T57" fmla="*/ 0 60000 65536"/>
              <a:gd name="T58" fmla="*/ 0 60000 65536"/>
              <a:gd name="T59" fmla="*/ 0 60000 65536"/>
              <a:gd name="T60" fmla="*/ 0 60000 65536"/>
              <a:gd name="T61" fmla="*/ 0 60000 65536"/>
              <a:gd name="T62" fmla="*/ 0 60000 65536"/>
              <a:gd name="T63" fmla="*/ 0 60000 65536"/>
              <a:gd name="T64" fmla="*/ 0 60000 65536"/>
              <a:gd name="T65" fmla="*/ 0 60000 65536"/>
              <a:gd name="T66" fmla="*/ 0 60000 65536"/>
              <a:gd name="T67" fmla="*/ 0 60000 65536"/>
              <a:gd name="T68" fmla="*/ 0 60000 65536"/>
              <a:gd name="T69" fmla="*/ 0 60000 65536"/>
              <a:gd name="T70" fmla="*/ 0 60000 65536"/>
              <a:gd name="T71" fmla="*/ 0 60000 65536"/>
              <a:gd name="T72" fmla="*/ 0 60000 65536"/>
              <a:gd name="T73" fmla="*/ 0 60000 65536"/>
              <a:gd name="T74" fmla="*/ 0 60000 65536"/>
            </a:gdLst>
            <a:ahLst/>
            <a:cxnLst>
              <a:cxn ang="T50">
                <a:pos x="T0" y="T1"/>
              </a:cxn>
              <a:cxn ang="T51">
                <a:pos x="T2" y="T3"/>
              </a:cxn>
              <a:cxn ang="T52">
                <a:pos x="T4" y="T5"/>
              </a:cxn>
              <a:cxn ang="T53">
                <a:pos x="T6" y="T7"/>
              </a:cxn>
              <a:cxn ang="T54">
                <a:pos x="T8" y="T9"/>
              </a:cxn>
              <a:cxn ang="T55">
                <a:pos x="T10" y="T11"/>
              </a:cxn>
              <a:cxn ang="T56">
                <a:pos x="T12" y="T13"/>
              </a:cxn>
              <a:cxn ang="T57">
                <a:pos x="T14" y="T15"/>
              </a:cxn>
              <a:cxn ang="T58">
                <a:pos x="T16" y="T17"/>
              </a:cxn>
              <a:cxn ang="T59">
                <a:pos x="T18" y="T19"/>
              </a:cxn>
              <a:cxn ang="T60">
                <a:pos x="T20" y="T21"/>
              </a:cxn>
              <a:cxn ang="T61">
                <a:pos x="T22" y="T23"/>
              </a:cxn>
              <a:cxn ang="T62">
                <a:pos x="T24" y="T25"/>
              </a:cxn>
              <a:cxn ang="T63">
                <a:pos x="T26" y="T27"/>
              </a:cxn>
              <a:cxn ang="T64">
                <a:pos x="T28" y="T29"/>
              </a:cxn>
              <a:cxn ang="T65">
                <a:pos x="T30" y="T31"/>
              </a:cxn>
              <a:cxn ang="T66">
                <a:pos x="T32" y="T33"/>
              </a:cxn>
              <a:cxn ang="T67">
                <a:pos x="T34" y="T35"/>
              </a:cxn>
              <a:cxn ang="T68">
                <a:pos x="T36" y="T37"/>
              </a:cxn>
              <a:cxn ang="T69">
                <a:pos x="T38" y="T39"/>
              </a:cxn>
              <a:cxn ang="T70">
                <a:pos x="T40" y="T41"/>
              </a:cxn>
              <a:cxn ang="T71">
                <a:pos x="T42" y="T43"/>
              </a:cxn>
              <a:cxn ang="T72">
                <a:pos x="T44" y="T45"/>
              </a:cxn>
              <a:cxn ang="T73">
                <a:pos x="T46" y="T47"/>
              </a:cxn>
              <a:cxn ang="T74">
                <a:pos x="T48" y="T49"/>
              </a:cxn>
            </a:cxnLst>
            <a:rect l="0" t="0" r="r" b="b"/>
            <a:pathLst>
              <a:path w="55" h="55">
                <a:moveTo>
                  <a:pt x="44" y="55"/>
                </a:moveTo>
                <a:cubicBezTo>
                  <a:pt x="37" y="55"/>
                  <a:pt x="37" y="55"/>
                  <a:pt x="37" y="55"/>
                </a:cubicBezTo>
                <a:cubicBezTo>
                  <a:pt x="37" y="33"/>
                  <a:pt x="37" y="33"/>
                  <a:pt x="37" y="33"/>
                </a:cubicBezTo>
                <a:cubicBezTo>
                  <a:pt x="45" y="33"/>
                  <a:pt x="45" y="33"/>
                  <a:pt x="45" y="33"/>
                </a:cubicBezTo>
                <a:cubicBezTo>
                  <a:pt x="46" y="25"/>
                  <a:pt x="46" y="25"/>
                  <a:pt x="46" y="25"/>
                </a:cubicBezTo>
                <a:cubicBezTo>
                  <a:pt x="37" y="25"/>
                  <a:pt x="37" y="25"/>
                  <a:pt x="37" y="25"/>
                </a:cubicBezTo>
                <a:cubicBezTo>
                  <a:pt x="37" y="20"/>
                  <a:pt x="37" y="20"/>
                  <a:pt x="37" y="20"/>
                </a:cubicBezTo>
                <a:cubicBezTo>
                  <a:pt x="37" y="18"/>
                  <a:pt x="38" y="16"/>
                  <a:pt x="42" y="16"/>
                </a:cubicBezTo>
                <a:cubicBezTo>
                  <a:pt x="47" y="16"/>
                  <a:pt x="47" y="16"/>
                  <a:pt x="47" y="16"/>
                </a:cubicBezTo>
                <a:cubicBezTo>
                  <a:pt x="47" y="9"/>
                  <a:pt x="47" y="9"/>
                  <a:pt x="47" y="9"/>
                </a:cubicBezTo>
                <a:cubicBezTo>
                  <a:pt x="45" y="9"/>
                  <a:pt x="43" y="8"/>
                  <a:pt x="40" y="8"/>
                </a:cubicBezTo>
                <a:cubicBezTo>
                  <a:pt x="34" y="8"/>
                  <a:pt x="29" y="12"/>
                  <a:pt x="29" y="19"/>
                </a:cubicBezTo>
                <a:cubicBezTo>
                  <a:pt x="29" y="25"/>
                  <a:pt x="29" y="25"/>
                  <a:pt x="29" y="25"/>
                </a:cubicBezTo>
                <a:cubicBezTo>
                  <a:pt x="21" y="25"/>
                  <a:pt x="21" y="25"/>
                  <a:pt x="21" y="25"/>
                </a:cubicBezTo>
                <a:cubicBezTo>
                  <a:pt x="21" y="33"/>
                  <a:pt x="21" y="33"/>
                  <a:pt x="21" y="33"/>
                </a:cubicBezTo>
                <a:cubicBezTo>
                  <a:pt x="29" y="33"/>
                  <a:pt x="29" y="33"/>
                  <a:pt x="29" y="33"/>
                </a:cubicBezTo>
                <a:cubicBezTo>
                  <a:pt x="29" y="55"/>
                  <a:pt x="29" y="55"/>
                  <a:pt x="29" y="55"/>
                </a:cubicBezTo>
                <a:cubicBezTo>
                  <a:pt x="10" y="55"/>
                  <a:pt x="10" y="55"/>
                  <a:pt x="10" y="55"/>
                </a:cubicBezTo>
                <a:cubicBezTo>
                  <a:pt x="4" y="55"/>
                  <a:pt x="0" y="50"/>
                  <a:pt x="0" y="45"/>
                </a:cubicBezTo>
                <a:cubicBezTo>
                  <a:pt x="0" y="10"/>
                  <a:pt x="0" y="10"/>
                  <a:pt x="0" y="10"/>
                </a:cubicBezTo>
                <a:cubicBezTo>
                  <a:pt x="0" y="5"/>
                  <a:pt x="4" y="0"/>
                  <a:pt x="10" y="0"/>
                </a:cubicBezTo>
                <a:cubicBezTo>
                  <a:pt x="44" y="0"/>
                  <a:pt x="44" y="0"/>
                  <a:pt x="44" y="0"/>
                </a:cubicBezTo>
                <a:cubicBezTo>
                  <a:pt x="50" y="0"/>
                  <a:pt x="55" y="5"/>
                  <a:pt x="55" y="10"/>
                </a:cubicBezTo>
                <a:cubicBezTo>
                  <a:pt x="55" y="45"/>
                  <a:pt x="55" y="45"/>
                  <a:pt x="55" y="45"/>
                </a:cubicBezTo>
                <a:cubicBezTo>
                  <a:pt x="55" y="50"/>
                  <a:pt x="50" y="55"/>
                  <a:pt x="44" y="55"/>
                </a:cubicBezTo>
                <a:close/>
              </a:path>
            </a:pathLst>
          </a:custGeom>
          <a:solidFill>
            <a:schemeClr val="tx1"/>
          </a:solidFill>
          <a:ln>
            <a:noFill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22" name="Shape 2786"/>
          <p:cNvSpPr/>
          <p:nvPr userDrawn="1"/>
        </p:nvSpPr>
        <p:spPr>
          <a:xfrm>
            <a:off x="1737995" y="2247498"/>
            <a:ext cx="209550" cy="190500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079" h="20458" extrusionOk="0">
                <a:moveTo>
                  <a:pt x="8629" y="9718"/>
                </a:moveTo>
                <a:cubicBezTo>
                  <a:pt x="8364" y="9718"/>
                  <a:pt x="8150" y="9946"/>
                  <a:pt x="8150" y="10229"/>
                </a:cubicBezTo>
                <a:cubicBezTo>
                  <a:pt x="8150" y="10512"/>
                  <a:pt x="8364" y="10740"/>
                  <a:pt x="8629" y="10740"/>
                </a:cubicBezTo>
                <a:cubicBezTo>
                  <a:pt x="8894" y="10740"/>
                  <a:pt x="9109" y="10512"/>
                  <a:pt x="9109" y="10229"/>
                </a:cubicBezTo>
                <a:cubicBezTo>
                  <a:pt x="9109" y="9946"/>
                  <a:pt x="8894" y="9718"/>
                  <a:pt x="8629" y="9718"/>
                </a:cubicBezTo>
                <a:moveTo>
                  <a:pt x="19841" y="17227"/>
                </a:moveTo>
                <a:cubicBezTo>
                  <a:pt x="18962" y="17974"/>
                  <a:pt x="18122" y="17900"/>
                  <a:pt x="18122" y="17900"/>
                </a:cubicBezTo>
                <a:cubicBezTo>
                  <a:pt x="17681" y="17900"/>
                  <a:pt x="16277" y="16919"/>
                  <a:pt x="9448" y="11852"/>
                </a:cubicBezTo>
                <a:lnTo>
                  <a:pt x="10866" y="10844"/>
                </a:lnTo>
                <a:cubicBezTo>
                  <a:pt x="10866" y="10844"/>
                  <a:pt x="19841" y="17227"/>
                  <a:pt x="19841" y="17227"/>
                </a:cubicBezTo>
                <a:close/>
                <a:moveTo>
                  <a:pt x="6661" y="12605"/>
                </a:moveTo>
                <a:cubicBezTo>
                  <a:pt x="6010" y="12349"/>
                  <a:pt x="5264" y="12239"/>
                  <a:pt x="4521" y="12267"/>
                </a:cubicBezTo>
                <a:cubicBezTo>
                  <a:pt x="15686" y="3965"/>
                  <a:pt x="17591" y="2558"/>
                  <a:pt x="18122" y="2558"/>
                </a:cubicBezTo>
                <a:cubicBezTo>
                  <a:pt x="18122" y="2558"/>
                  <a:pt x="18962" y="2484"/>
                  <a:pt x="19841" y="3231"/>
                </a:cubicBezTo>
                <a:cubicBezTo>
                  <a:pt x="19841" y="3231"/>
                  <a:pt x="6661" y="12605"/>
                  <a:pt x="6661" y="12605"/>
                </a:cubicBezTo>
                <a:close/>
                <a:moveTo>
                  <a:pt x="5586" y="19031"/>
                </a:moveTo>
                <a:cubicBezTo>
                  <a:pt x="4111" y="19863"/>
                  <a:pt x="2224" y="19369"/>
                  <a:pt x="1372" y="17927"/>
                </a:cubicBezTo>
                <a:cubicBezTo>
                  <a:pt x="520" y="16485"/>
                  <a:pt x="1026" y="14640"/>
                  <a:pt x="2501" y="13808"/>
                </a:cubicBezTo>
                <a:cubicBezTo>
                  <a:pt x="3977" y="12975"/>
                  <a:pt x="6532" y="13092"/>
                  <a:pt x="7383" y="14534"/>
                </a:cubicBezTo>
                <a:cubicBezTo>
                  <a:pt x="8235" y="15977"/>
                  <a:pt x="7062" y="18198"/>
                  <a:pt x="5586" y="19031"/>
                </a:cubicBezTo>
                <a:moveTo>
                  <a:pt x="4521" y="8191"/>
                </a:moveTo>
                <a:cubicBezTo>
                  <a:pt x="5264" y="8219"/>
                  <a:pt x="6010" y="8109"/>
                  <a:pt x="6661" y="7853"/>
                </a:cubicBezTo>
                <a:lnTo>
                  <a:pt x="7765" y="8638"/>
                </a:lnTo>
                <a:cubicBezTo>
                  <a:pt x="7345" y="8950"/>
                  <a:pt x="6901" y="9281"/>
                  <a:pt x="6443" y="9621"/>
                </a:cubicBezTo>
                <a:cubicBezTo>
                  <a:pt x="5833" y="9167"/>
                  <a:pt x="5200" y="8696"/>
                  <a:pt x="4521" y="8191"/>
                </a:cubicBezTo>
                <a:moveTo>
                  <a:pt x="2501" y="6650"/>
                </a:moveTo>
                <a:cubicBezTo>
                  <a:pt x="1026" y="5818"/>
                  <a:pt x="520" y="3973"/>
                  <a:pt x="1372" y="2531"/>
                </a:cubicBezTo>
                <a:cubicBezTo>
                  <a:pt x="2224" y="1089"/>
                  <a:pt x="4111" y="595"/>
                  <a:pt x="5586" y="1427"/>
                </a:cubicBezTo>
                <a:cubicBezTo>
                  <a:pt x="7062" y="2260"/>
                  <a:pt x="8235" y="4481"/>
                  <a:pt x="7383" y="5924"/>
                </a:cubicBezTo>
                <a:cubicBezTo>
                  <a:pt x="6532" y="7366"/>
                  <a:pt x="3977" y="7483"/>
                  <a:pt x="2501" y="6650"/>
                </a:cubicBezTo>
                <a:moveTo>
                  <a:pt x="21079" y="3580"/>
                </a:moveTo>
                <a:cubicBezTo>
                  <a:pt x="21079" y="2451"/>
                  <a:pt x="19262" y="1535"/>
                  <a:pt x="18203" y="1535"/>
                </a:cubicBezTo>
                <a:lnTo>
                  <a:pt x="18122" y="1535"/>
                </a:lnTo>
                <a:cubicBezTo>
                  <a:pt x="17404" y="1535"/>
                  <a:pt x="17139" y="1673"/>
                  <a:pt x="8610" y="8009"/>
                </a:cubicBezTo>
                <a:lnTo>
                  <a:pt x="7613" y="7300"/>
                </a:lnTo>
                <a:cubicBezTo>
                  <a:pt x="7876" y="7084"/>
                  <a:pt x="8104" y="6833"/>
                  <a:pt x="8275" y="6534"/>
                </a:cubicBezTo>
                <a:cubicBezTo>
                  <a:pt x="9372" y="4611"/>
                  <a:pt x="7861" y="1650"/>
                  <a:pt x="5960" y="539"/>
                </a:cubicBezTo>
                <a:cubicBezTo>
                  <a:pt x="4060" y="-571"/>
                  <a:pt x="1629" y="88"/>
                  <a:pt x="532" y="2011"/>
                </a:cubicBezTo>
                <a:cubicBezTo>
                  <a:pt x="-521" y="3857"/>
                  <a:pt x="41" y="6194"/>
                  <a:pt x="1769" y="7361"/>
                </a:cubicBezTo>
                <a:cubicBezTo>
                  <a:pt x="3185" y="8414"/>
                  <a:pt x="4458" y="9360"/>
                  <a:pt x="5626" y="10229"/>
                </a:cubicBezTo>
                <a:cubicBezTo>
                  <a:pt x="4461" y="11096"/>
                  <a:pt x="3178" y="12049"/>
                  <a:pt x="1769" y="13097"/>
                </a:cubicBezTo>
                <a:cubicBezTo>
                  <a:pt x="40" y="14264"/>
                  <a:pt x="-521" y="16601"/>
                  <a:pt x="532" y="18447"/>
                </a:cubicBezTo>
                <a:cubicBezTo>
                  <a:pt x="1629" y="20371"/>
                  <a:pt x="4060" y="21029"/>
                  <a:pt x="5960" y="19919"/>
                </a:cubicBezTo>
                <a:cubicBezTo>
                  <a:pt x="7861" y="18808"/>
                  <a:pt x="9372" y="15847"/>
                  <a:pt x="8275" y="13924"/>
                </a:cubicBezTo>
                <a:cubicBezTo>
                  <a:pt x="8104" y="13625"/>
                  <a:pt x="7876" y="13374"/>
                  <a:pt x="7613" y="13158"/>
                </a:cubicBezTo>
                <a:lnTo>
                  <a:pt x="8610" y="12449"/>
                </a:lnTo>
                <a:cubicBezTo>
                  <a:pt x="17134" y="18781"/>
                  <a:pt x="17404" y="18923"/>
                  <a:pt x="18122" y="18923"/>
                </a:cubicBezTo>
                <a:lnTo>
                  <a:pt x="18203" y="18923"/>
                </a:lnTo>
                <a:cubicBezTo>
                  <a:pt x="19262" y="18923"/>
                  <a:pt x="21079" y="18007"/>
                  <a:pt x="21079" y="16878"/>
                </a:cubicBezTo>
                <a:lnTo>
                  <a:pt x="11731" y="10229"/>
                </a:lnTo>
                <a:cubicBezTo>
                  <a:pt x="11731" y="10229"/>
                  <a:pt x="21079" y="3580"/>
                  <a:pt x="21079" y="3580"/>
                </a:cubicBezTo>
                <a:close/>
                <a:moveTo>
                  <a:pt x="4639" y="16789"/>
                </a:moveTo>
                <a:cubicBezTo>
                  <a:pt x="4496" y="16859"/>
                  <a:pt x="4332" y="16897"/>
                  <a:pt x="4162" y="16897"/>
                </a:cubicBezTo>
                <a:cubicBezTo>
                  <a:pt x="3846" y="16897"/>
                  <a:pt x="3544" y="16764"/>
                  <a:pt x="3411" y="16567"/>
                </a:cubicBezTo>
                <a:cubicBezTo>
                  <a:pt x="3347" y="16471"/>
                  <a:pt x="3351" y="16406"/>
                  <a:pt x="3362" y="16361"/>
                </a:cubicBezTo>
                <a:cubicBezTo>
                  <a:pt x="3392" y="16240"/>
                  <a:pt x="3511" y="16117"/>
                  <a:pt x="3682" y="16034"/>
                </a:cubicBezTo>
                <a:cubicBezTo>
                  <a:pt x="3891" y="15930"/>
                  <a:pt x="4198" y="15869"/>
                  <a:pt x="4503" y="15869"/>
                </a:cubicBezTo>
                <a:cubicBezTo>
                  <a:pt x="4935" y="15869"/>
                  <a:pt x="5194" y="15988"/>
                  <a:pt x="5273" y="16050"/>
                </a:cubicBezTo>
                <a:cubicBezTo>
                  <a:pt x="5252" y="16207"/>
                  <a:pt x="5019" y="16601"/>
                  <a:pt x="4639" y="16789"/>
                </a:cubicBezTo>
                <a:moveTo>
                  <a:pt x="4503" y="14845"/>
                </a:moveTo>
                <a:cubicBezTo>
                  <a:pt x="4065" y="14845"/>
                  <a:pt x="3621" y="14936"/>
                  <a:pt x="3279" y="15105"/>
                </a:cubicBezTo>
                <a:cubicBezTo>
                  <a:pt x="2435" y="15522"/>
                  <a:pt x="2147" y="16443"/>
                  <a:pt x="2633" y="17165"/>
                </a:cubicBezTo>
                <a:cubicBezTo>
                  <a:pt x="2960" y="17649"/>
                  <a:pt x="3553" y="17919"/>
                  <a:pt x="4162" y="17919"/>
                </a:cubicBezTo>
                <a:cubicBezTo>
                  <a:pt x="4461" y="17919"/>
                  <a:pt x="4764" y="17854"/>
                  <a:pt x="5041" y="17717"/>
                </a:cubicBezTo>
                <a:cubicBezTo>
                  <a:pt x="5885" y="17300"/>
                  <a:pt x="6555" y="16190"/>
                  <a:pt x="6069" y="15469"/>
                </a:cubicBezTo>
                <a:cubicBezTo>
                  <a:pt x="5779" y="15040"/>
                  <a:pt x="5146" y="14845"/>
                  <a:pt x="4503" y="14845"/>
                </a:cubicBezTo>
                <a:moveTo>
                  <a:pt x="4503" y="4590"/>
                </a:moveTo>
                <a:cubicBezTo>
                  <a:pt x="4198" y="4590"/>
                  <a:pt x="3891" y="4528"/>
                  <a:pt x="3682" y="4425"/>
                </a:cubicBezTo>
                <a:cubicBezTo>
                  <a:pt x="3511" y="4341"/>
                  <a:pt x="3392" y="4219"/>
                  <a:pt x="3362" y="4098"/>
                </a:cubicBezTo>
                <a:cubicBezTo>
                  <a:pt x="3351" y="4052"/>
                  <a:pt x="3347" y="3987"/>
                  <a:pt x="3411" y="3891"/>
                </a:cubicBezTo>
                <a:cubicBezTo>
                  <a:pt x="3544" y="3694"/>
                  <a:pt x="3846" y="3561"/>
                  <a:pt x="4162" y="3561"/>
                </a:cubicBezTo>
                <a:cubicBezTo>
                  <a:pt x="4332" y="3561"/>
                  <a:pt x="4496" y="3599"/>
                  <a:pt x="4639" y="3669"/>
                </a:cubicBezTo>
                <a:cubicBezTo>
                  <a:pt x="5019" y="3857"/>
                  <a:pt x="5252" y="4252"/>
                  <a:pt x="5273" y="4408"/>
                </a:cubicBezTo>
                <a:cubicBezTo>
                  <a:pt x="5194" y="4470"/>
                  <a:pt x="4935" y="4590"/>
                  <a:pt x="4503" y="4590"/>
                </a:cubicBezTo>
                <a:moveTo>
                  <a:pt x="5041" y="2741"/>
                </a:moveTo>
                <a:cubicBezTo>
                  <a:pt x="4764" y="2604"/>
                  <a:pt x="4461" y="2539"/>
                  <a:pt x="4162" y="2539"/>
                </a:cubicBezTo>
                <a:cubicBezTo>
                  <a:pt x="3553" y="2539"/>
                  <a:pt x="2960" y="2809"/>
                  <a:pt x="2633" y="3294"/>
                </a:cubicBezTo>
                <a:cubicBezTo>
                  <a:pt x="2147" y="4015"/>
                  <a:pt x="2435" y="4937"/>
                  <a:pt x="3279" y="5353"/>
                </a:cubicBezTo>
                <a:cubicBezTo>
                  <a:pt x="3621" y="5522"/>
                  <a:pt x="4065" y="5613"/>
                  <a:pt x="4503" y="5613"/>
                </a:cubicBezTo>
                <a:cubicBezTo>
                  <a:pt x="5146" y="5613"/>
                  <a:pt x="5779" y="5418"/>
                  <a:pt x="6069" y="4990"/>
                </a:cubicBezTo>
                <a:cubicBezTo>
                  <a:pt x="6555" y="4268"/>
                  <a:pt x="5885" y="3158"/>
                  <a:pt x="5041" y="2741"/>
                </a:cubicBezTo>
              </a:path>
            </a:pathLst>
          </a:custGeom>
          <a:solidFill>
            <a:schemeClr val="tx1"/>
          </a:solidFill>
          <a:ln w="12700">
            <a:miter lim="400000"/>
          </a:ln>
        </p:spPr>
        <p:txBody>
          <a:bodyPr lIns="14284" tIns="14284" rIns="14284" bIns="14284" anchor="ctr"/>
          <a:lstStyle/>
          <a:p>
            <a:pPr defTabSz="171399" eaLnBrk="1" hangingPunct="1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1125">
              <a:solidFill>
                <a:srgbClr val="FFFFFF"/>
              </a:solidFill>
              <a:effectLst>
                <a:outerShdw blurRad="38100" dist="12700" dir="5400000" rotWithShape="0">
                  <a:srgbClr val="000000">
                    <a:alpha val="50000"/>
                  </a:srgbClr>
                </a:outerShdw>
              </a:effectLst>
              <a:latin typeface="Gill Sans"/>
              <a:ea typeface="Calibri" charset="0"/>
              <a:cs typeface="Calibri" charset="0"/>
              <a:sym typeface="Gill Sans"/>
            </a:endParaRPr>
          </a:p>
        </p:txBody>
      </p:sp>
      <p:sp>
        <p:nvSpPr>
          <p:cNvPr id="123" name="Shape 2831"/>
          <p:cNvSpPr/>
          <p:nvPr userDrawn="1"/>
        </p:nvSpPr>
        <p:spPr>
          <a:xfrm>
            <a:off x="7639798" y="861348"/>
            <a:ext cx="152400" cy="209550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20925" y="6873"/>
                </a:moveTo>
                <a:lnTo>
                  <a:pt x="13500" y="6873"/>
                </a:lnTo>
                <a:cubicBezTo>
                  <a:pt x="13128" y="6873"/>
                  <a:pt x="12825" y="7093"/>
                  <a:pt x="12825" y="7364"/>
                </a:cubicBezTo>
                <a:cubicBezTo>
                  <a:pt x="12825" y="7635"/>
                  <a:pt x="13128" y="7855"/>
                  <a:pt x="13500" y="7855"/>
                </a:cubicBezTo>
                <a:lnTo>
                  <a:pt x="20250" y="7855"/>
                </a:lnTo>
                <a:lnTo>
                  <a:pt x="20250" y="20618"/>
                </a:lnTo>
                <a:lnTo>
                  <a:pt x="1350" y="20618"/>
                </a:lnTo>
                <a:lnTo>
                  <a:pt x="1350" y="7855"/>
                </a:lnTo>
                <a:lnTo>
                  <a:pt x="8100" y="7855"/>
                </a:lnTo>
                <a:cubicBezTo>
                  <a:pt x="8472" y="7855"/>
                  <a:pt x="8775" y="7635"/>
                  <a:pt x="8775" y="7364"/>
                </a:cubicBezTo>
                <a:cubicBezTo>
                  <a:pt x="8775" y="7093"/>
                  <a:pt x="8472" y="6873"/>
                  <a:pt x="8100" y="6873"/>
                </a:cubicBezTo>
                <a:lnTo>
                  <a:pt x="675" y="6873"/>
                </a:lnTo>
                <a:cubicBezTo>
                  <a:pt x="303" y="6873"/>
                  <a:pt x="0" y="7093"/>
                  <a:pt x="0" y="7364"/>
                </a:cubicBezTo>
                <a:lnTo>
                  <a:pt x="0" y="21109"/>
                </a:lnTo>
                <a:cubicBezTo>
                  <a:pt x="0" y="21381"/>
                  <a:pt x="303" y="21600"/>
                  <a:pt x="675" y="21600"/>
                </a:cubicBezTo>
                <a:lnTo>
                  <a:pt x="20925" y="21600"/>
                </a:lnTo>
                <a:cubicBezTo>
                  <a:pt x="21297" y="21600"/>
                  <a:pt x="21600" y="21381"/>
                  <a:pt x="21600" y="21109"/>
                </a:cubicBezTo>
                <a:lnTo>
                  <a:pt x="21600" y="7364"/>
                </a:lnTo>
                <a:cubicBezTo>
                  <a:pt x="21600" y="7093"/>
                  <a:pt x="21297" y="6873"/>
                  <a:pt x="20925" y="6873"/>
                </a:cubicBezTo>
                <a:moveTo>
                  <a:pt x="5400" y="12764"/>
                </a:moveTo>
                <a:cubicBezTo>
                  <a:pt x="5028" y="12764"/>
                  <a:pt x="4725" y="12983"/>
                  <a:pt x="4725" y="13255"/>
                </a:cubicBezTo>
                <a:cubicBezTo>
                  <a:pt x="4725" y="13390"/>
                  <a:pt x="4800" y="13513"/>
                  <a:pt x="4923" y="13602"/>
                </a:cubicBezTo>
                <a:lnTo>
                  <a:pt x="10323" y="17529"/>
                </a:lnTo>
                <a:cubicBezTo>
                  <a:pt x="10445" y="17618"/>
                  <a:pt x="10614" y="17673"/>
                  <a:pt x="10800" y="17673"/>
                </a:cubicBezTo>
                <a:cubicBezTo>
                  <a:pt x="10986" y="17673"/>
                  <a:pt x="11155" y="17618"/>
                  <a:pt x="11277" y="17529"/>
                </a:cubicBezTo>
                <a:lnTo>
                  <a:pt x="16677" y="13602"/>
                </a:lnTo>
                <a:cubicBezTo>
                  <a:pt x="16800" y="13513"/>
                  <a:pt x="16875" y="13390"/>
                  <a:pt x="16875" y="13255"/>
                </a:cubicBezTo>
                <a:cubicBezTo>
                  <a:pt x="16875" y="12983"/>
                  <a:pt x="16572" y="12764"/>
                  <a:pt x="16200" y="12764"/>
                </a:cubicBezTo>
                <a:cubicBezTo>
                  <a:pt x="16014" y="12764"/>
                  <a:pt x="15845" y="12819"/>
                  <a:pt x="15723" y="12907"/>
                </a:cubicBezTo>
                <a:lnTo>
                  <a:pt x="11475" y="15997"/>
                </a:lnTo>
                <a:lnTo>
                  <a:pt x="11475" y="491"/>
                </a:lnTo>
                <a:cubicBezTo>
                  <a:pt x="11475" y="220"/>
                  <a:pt x="11172" y="0"/>
                  <a:pt x="10800" y="0"/>
                </a:cubicBezTo>
                <a:cubicBezTo>
                  <a:pt x="10428" y="0"/>
                  <a:pt x="10125" y="220"/>
                  <a:pt x="10125" y="491"/>
                </a:cubicBezTo>
                <a:lnTo>
                  <a:pt x="10125" y="15997"/>
                </a:lnTo>
                <a:lnTo>
                  <a:pt x="5877" y="12907"/>
                </a:lnTo>
                <a:cubicBezTo>
                  <a:pt x="5755" y="12819"/>
                  <a:pt x="5586" y="12764"/>
                  <a:pt x="5400" y="12764"/>
                </a:cubicBezTo>
              </a:path>
            </a:pathLst>
          </a:custGeom>
          <a:solidFill>
            <a:schemeClr val="tx1"/>
          </a:solidFill>
          <a:ln w="12700">
            <a:miter lim="400000"/>
          </a:ln>
        </p:spPr>
        <p:txBody>
          <a:bodyPr lIns="14284" tIns="14284" rIns="14284" bIns="14284" anchor="ctr"/>
          <a:lstStyle/>
          <a:p>
            <a:pPr defTabSz="171399" eaLnBrk="1" hangingPunct="1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1125">
              <a:solidFill>
                <a:srgbClr val="FFFFFF"/>
              </a:solidFill>
              <a:effectLst>
                <a:outerShdw blurRad="38100" dist="12700" dir="5400000" rotWithShape="0">
                  <a:srgbClr val="000000">
                    <a:alpha val="50000"/>
                  </a:srgbClr>
                </a:outerShdw>
              </a:effectLst>
              <a:latin typeface="Gill Sans"/>
              <a:ea typeface="Calibri" charset="0"/>
              <a:cs typeface="Calibri" charset="0"/>
              <a:sym typeface="Gill Sans"/>
            </a:endParaRPr>
          </a:p>
        </p:txBody>
      </p:sp>
      <p:sp>
        <p:nvSpPr>
          <p:cNvPr id="124" name="Shape 2832"/>
          <p:cNvSpPr/>
          <p:nvPr userDrawn="1"/>
        </p:nvSpPr>
        <p:spPr>
          <a:xfrm>
            <a:off x="8032696" y="861348"/>
            <a:ext cx="152400" cy="209550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5400" y="4909"/>
                </a:moveTo>
                <a:cubicBezTo>
                  <a:pt x="5586" y="4909"/>
                  <a:pt x="5755" y="4855"/>
                  <a:pt x="5877" y="4765"/>
                </a:cubicBezTo>
                <a:lnTo>
                  <a:pt x="10125" y="1676"/>
                </a:lnTo>
                <a:lnTo>
                  <a:pt x="10125" y="17182"/>
                </a:lnTo>
                <a:cubicBezTo>
                  <a:pt x="10125" y="17453"/>
                  <a:pt x="10428" y="17673"/>
                  <a:pt x="10800" y="17673"/>
                </a:cubicBezTo>
                <a:cubicBezTo>
                  <a:pt x="11172" y="17673"/>
                  <a:pt x="11475" y="17453"/>
                  <a:pt x="11475" y="17182"/>
                </a:cubicBezTo>
                <a:lnTo>
                  <a:pt x="11475" y="1676"/>
                </a:lnTo>
                <a:lnTo>
                  <a:pt x="15723" y="4765"/>
                </a:lnTo>
                <a:cubicBezTo>
                  <a:pt x="15845" y="4855"/>
                  <a:pt x="16014" y="4909"/>
                  <a:pt x="16200" y="4909"/>
                </a:cubicBezTo>
                <a:cubicBezTo>
                  <a:pt x="16572" y="4909"/>
                  <a:pt x="16875" y="4690"/>
                  <a:pt x="16875" y="4418"/>
                </a:cubicBezTo>
                <a:cubicBezTo>
                  <a:pt x="16875" y="4283"/>
                  <a:pt x="16800" y="4161"/>
                  <a:pt x="16677" y="4071"/>
                </a:cubicBezTo>
                <a:lnTo>
                  <a:pt x="11277" y="144"/>
                </a:lnTo>
                <a:cubicBezTo>
                  <a:pt x="11155" y="55"/>
                  <a:pt x="10986" y="0"/>
                  <a:pt x="10800" y="0"/>
                </a:cubicBezTo>
                <a:cubicBezTo>
                  <a:pt x="10614" y="0"/>
                  <a:pt x="10445" y="55"/>
                  <a:pt x="10323" y="144"/>
                </a:cubicBezTo>
                <a:lnTo>
                  <a:pt x="4923" y="4071"/>
                </a:lnTo>
                <a:cubicBezTo>
                  <a:pt x="4800" y="4161"/>
                  <a:pt x="4725" y="4283"/>
                  <a:pt x="4725" y="4418"/>
                </a:cubicBezTo>
                <a:cubicBezTo>
                  <a:pt x="4725" y="4690"/>
                  <a:pt x="5028" y="4909"/>
                  <a:pt x="5400" y="4909"/>
                </a:cubicBezTo>
                <a:moveTo>
                  <a:pt x="20925" y="6873"/>
                </a:moveTo>
                <a:lnTo>
                  <a:pt x="13500" y="6873"/>
                </a:lnTo>
                <a:cubicBezTo>
                  <a:pt x="13128" y="6873"/>
                  <a:pt x="12825" y="7093"/>
                  <a:pt x="12825" y="7364"/>
                </a:cubicBezTo>
                <a:cubicBezTo>
                  <a:pt x="12825" y="7635"/>
                  <a:pt x="13128" y="7855"/>
                  <a:pt x="13500" y="7855"/>
                </a:cubicBezTo>
                <a:lnTo>
                  <a:pt x="20250" y="7855"/>
                </a:lnTo>
                <a:lnTo>
                  <a:pt x="20250" y="20618"/>
                </a:lnTo>
                <a:lnTo>
                  <a:pt x="1350" y="20618"/>
                </a:lnTo>
                <a:lnTo>
                  <a:pt x="1350" y="7855"/>
                </a:lnTo>
                <a:lnTo>
                  <a:pt x="8100" y="7855"/>
                </a:lnTo>
                <a:cubicBezTo>
                  <a:pt x="8472" y="7855"/>
                  <a:pt x="8775" y="7635"/>
                  <a:pt x="8775" y="7364"/>
                </a:cubicBezTo>
                <a:cubicBezTo>
                  <a:pt x="8775" y="7093"/>
                  <a:pt x="8472" y="6873"/>
                  <a:pt x="8100" y="6873"/>
                </a:cubicBezTo>
                <a:lnTo>
                  <a:pt x="675" y="6873"/>
                </a:lnTo>
                <a:cubicBezTo>
                  <a:pt x="303" y="6873"/>
                  <a:pt x="0" y="7093"/>
                  <a:pt x="0" y="7364"/>
                </a:cubicBezTo>
                <a:lnTo>
                  <a:pt x="0" y="21109"/>
                </a:lnTo>
                <a:cubicBezTo>
                  <a:pt x="0" y="21381"/>
                  <a:pt x="303" y="21600"/>
                  <a:pt x="675" y="21600"/>
                </a:cubicBezTo>
                <a:lnTo>
                  <a:pt x="20925" y="21600"/>
                </a:lnTo>
                <a:cubicBezTo>
                  <a:pt x="21297" y="21600"/>
                  <a:pt x="21600" y="21381"/>
                  <a:pt x="21600" y="21109"/>
                </a:cubicBezTo>
                <a:lnTo>
                  <a:pt x="21600" y="7364"/>
                </a:lnTo>
                <a:cubicBezTo>
                  <a:pt x="21600" y="7093"/>
                  <a:pt x="21297" y="6873"/>
                  <a:pt x="20925" y="6873"/>
                </a:cubicBezTo>
              </a:path>
            </a:pathLst>
          </a:custGeom>
          <a:solidFill>
            <a:schemeClr val="tx1"/>
          </a:solidFill>
          <a:ln w="12700">
            <a:miter lim="400000"/>
          </a:ln>
        </p:spPr>
        <p:txBody>
          <a:bodyPr lIns="14284" tIns="14284" rIns="14284" bIns="14284" anchor="ctr"/>
          <a:lstStyle/>
          <a:p>
            <a:pPr defTabSz="171399" eaLnBrk="1" hangingPunct="1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1125">
              <a:solidFill>
                <a:srgbClr val="FFFFFF"/>
              </a:solidFill>
              <a:effectLst>
                <a:outerShdw blurRad="38100" dist="12700" dir="5400000" rotWithShape="0">
                  <a:srgbClr val="000000">
                    <a:alpha val="50000"/>
                  </a:srgbClr>
                </a:outerShdw>
              </a:effectLst>
              <a:latin typeface="Gill Sans"/>
              <a:ea typeface="Calibri" charset="0"/>
              <a:cs typeface="Calibri" charset="0"/>
              <a:sym typeface="Gill Sans"/>
            </a:endParaRPr>
          </a:p>
        </p:txBody>
      </p:sp>
      <p:sp>
        <p:nvSpPr>
          <p:cNvPr id="125" name="Shape 2836"/>
          <p:cNvSpPr/>
          <p:nvPr userDrawn="1"/>
        </p:nvSpPr>
        <p:spPr>
          <a:xfrm>
            <a:off x="8018066" y="1338258"/>
            <a:ext cx="209550" cy="152400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20618" y="18900"/>
                </a:moveTo>
                <a:cubicBezTo>
                  <a:pt x="20618" y="18980"/>
                  <a:pt x="20611" y="19058"/>
                  <a:pt x="20601" y="19135"/>
                </a:cubicBezTo>
                <a:lnTo>
                  <a:pt x="14539" y="10800"/>
                </a:lnTo>
                <a:lnTo>
                  <a:pt x="20601" y="2465"/>
                </a:lnTo>
                <a:cubicBezTo>
                  <a:pt x="20611" y="2542"/>
                  <a:pt x="20618" y="2620"/>
                  <a:pt x="20618" y="2700"/>
                </a:cubicBezTo>
                <a:cubicBezTo>
                  <a:pt x="20618" y="2700"/>
                  <a:pt x="20618" y="18900"/>
                  <a:pt x="20618" y="18900"/>
                </a:cubicBezTo>
                <a:close/>
                <a:moveTo>
                  <a:pt x="19636" y="20250"/>
                </a:moveTo>
                <a:lnTo>
                  <a:pt x="1964" y="20250"/>
                </a:lnTo>
                <a:cubicBezTo>
                  <a:pt x="1849" y="20250"/>
                  <a:pt x="1739" y="20218"/>
                  <a:pt x="1637" y="20168"/>
                </a:cubicBezTo>
                <a:lnTo>
                  <a:pt x="7755" y="11754"/>
                </a:lnTo>
                <a:lnTo>
                  <a:pt x="9440" y="14072"/>
                </a:lnTo>
                <a:cubicBezTo>
                  <a:pt x="9816" y="14589"/>
                  <a:pt x="10308" y="14847"/>
                  <a:pt x="10800" y="14847"/>
                </a:cubicBezTo>
                <a:cubicBezTo>
                  <a:pt x="11292" y="14847"/>
                  <a:pt x="11784" y="14589"/>
                  <a:pt x="12159" y="14072"/>
                </a:cubicBezTo>
                <a:lnTo>
                  <a:pt x="13845" y="11754"/>
                </a:lnTo>
                <a:lnTo>
                  <a:pt x="19964" y="20168"/>
                </a:lnTo>
                <a:cubicBezTo>
                  <a:pt x="19861" y="20218"/>
                  <a:pt x="19752" y="20250"/>
                  <a:pt x="19636" y="20250"/>
                </a:cubicBezTo>
                <a:moveTo>
                  <a:pt x="982" y="18900"/>
                </a:moveTo>
                <a:lnTo>
                  <a:pt x="982" y="2700"/>
                </a:lnTo>
                <a:cubicBezTo>
                  <a:pt x="982" y="2620"/>
                  <a:pt x="989" y="2542"/>
                  <a:pt x="999" y="2465"/>
                </a:cubicBezTo>
                <a:lnTo>
                  <a:pt x="7061" y="10800"/>
                </a:lnTo>
                <a:lnTo>
                  <a:pt x="999" y="19135"/>
                </a:lnTo>
                <a:cubicBezTo>
                  <a:pt x="989" y="19058"/>
                  <a:pt x="982" y="18980"/>
                  <a:pt x="982" y="18900"/>
                </a:cubicBezTo>
                <a:moveTo>
                  <a:pt x="1964" y="1350"/>
                </a:moveTo>
                <a:lnTo>
                  <a:pt x="19636" y="1350"/>
                </a:lnTo>
                <a:cubicBezTo>
                  <a:pt x="19752" y="1350"/>
                  <a:pt x="19861" y="1382"/>
                  <a:pt x="19964" y="1433"/>
                </a:cubicBezTo>
                <a:lnTo>
                  <a:pt x="11465" y="13118"/>
                </a:lnTo>
                <a:cubicBezTo>
                  <a:pt x="11288" y="13362"/>
                  <a:pt x="11051" y="13497"/>
                  <a:pt x="10800" y="13497"/>
                </a:cubicBezTo>
                <a:cubicBezTo>
                  <a:pt x="10549" y="13497"/>
                  <a:pt x="10312" y="13362"/>
                  <a:pt x="10134" y="13118"/>
                </a:cubicBezTo>
                <a:lnTo>
                  <a:pt x="1637" y="1433"/>
                </a:lnTo>
                <a:cubicBezTo>
                  <a:pt x="1739" y="1382"/>
                  <a:pt x="1849" y="1350"/>
                  <a:pt x="1964" y="1350"/>
                </a:cubicBezTo>
                <a:moveTo>
                  <a:pt x="19636" y="0"/>
                </a:moveTo>
                <a:lnTo>
                  <a:pt x="1964" y="0"/>
                </a:lnTo>
                <a:cubicBezTo>
                  <a:pt x="879" y="0"/>
                  <a:pt x="0" y="1209"/>
                  <a:pt x="0" y="2700"/>
                </a:cubicBezTo>
                <a:lnTo>
                  <a:pt x="0" y="18900"/>
                </a:lnTo>
                <a:cubicBezTo>
                  <a:pt x="0" y="20391"/>
                  <a:pt x="879" y="21600"/>
                  <a:pt x="1964" y="21600"/>
                </a:cubicBezTo>
                <a:lnTo>
                  <a:pt x="19636" y="21600"/>
                </a:lnTo>
                <a:cubicBezTo>
                  <a:pt x="20721" y="21600"/>
                  <a:pt x="21600" y="20391"/>
                  <a:pt x="21600" y="18900"/>
                </a:cubicBezTo>
                <a:lnTo>
                  <a:pt x="21600" y="2700"/>
                </a:lnTo>
                <a:cubicBezTo>
                  <a:pt x="21600" y="1209"/>
                  <a:pt x="20721" y="0"/>
                  <a:pt x="19636" y="0"/>
                </a:cubicBezTo>
              </a:path>
            </a:pathLst>
          </a:custGeom>
          <a:solidFill>
            <a:schemeClr val="tx1"/>
          </a:solidFill>
          <a:ln w="12700">
            <a:miter lim="400000"/>
          </a:ln>
        </p:spPr>
        <p:txBody>
          <a:bodyPr lIns="14284" tIns="14284" rIns="14284" bIns="14284" anchor="ctr"/>
          <a:lstStyle/>
          <a:p>
            <a:pPr defTabSz="171399" eaLnBrk="1" hangingPunct="1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1125">
              <a:solidFill>
                <a:srgbClr val="FFFFFF"/>
              </a:solidFill>
              <a:effectLst>
                <a:outerShdw blurRad="38100" dist="12700" dir="5400000" rotWithShape="0">
                  <a:srgbClr val="000000">
                    <a:alpha val="50000"/>
                  </a:srgbClr>
                </a:outerShdw>
              </a:effectLst>
              <a:latin typeface="Gill Sans"/>
              <a:ea typeface="Calibri" charset="0"/>
              <a:cs typeface="Calibri" charset="0"/>
              <a:sym typeface="Gill Sans"/>
            </a:endParaRPr>
          </a:p>
        </p:txBody>
      </p:sp>
      <p:sp>
        <p:nvSpPr>
          <p:cNvPr id="126" name="Shape 2843"/>
          <p:cNvSpPr/>
          <p:nvPr userDrawn="1"/>
        </p:nvSpPr>
        <p:spPr>
          <a:xfrm>
            <a:off x="7618844" y="1731508"/>
            <a:ext cx="209550" cy="209550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21109" y="10309"/>
                </a:moveTo>
                <a:cubicBezTo>
                  <a:pt x="20838" y="10309"/>
                  <a:pt x="20618" y="10529"/>
                  <a:pt x="20618" y="10800"/>
                </a:cubicBezTo>
                <a:cubicBezTo>
                  <a:pt x="20618" y="16223"/>
                  <a:pt x="16223" y="20618"/>
                  <a:pt x="10800" y="20618"/>
                </a:cubicBezTo>
                <a:cubicBezTo>
                  <a:pt x="5377" y="20618"/>
                  <a:pt x="982" y="16223"/>
                  <a:pt x="982" y="10800"/>
                </a:cubicBezTo>
                <a:cubicBezTo>
                  <a:pt x="982" y="5378"/>
                  <a:pt x="5377" y="982"/>
                  <a:pt x="10800" y="982"/>
                </a:cubicBezTo>
                <a:cubicBezTo>
                  <a:pt x="14012" y="982"/>
                  <a:pt x="16860" y="2526"/>
                  <a:pt x="18652" y="4909"/>
                </a:cubicBezTo>
                <a:lnTo>
                  <a:pt x="14727" y="4909"/>
                </a:lnTo>
                <a:cubicBezTo>
                  <a:pt x="14456" y="4909"/>
                  <a:pt x="14236" y="5129"/>
                  <a:pt x="14236" y="5400"/>
                </a:cubicBezTo>
                <a:cubicBezTo>
                  <a:pt x="14236" y="5672"/>
                  <a:pt x="14456" y="5891"/>
                  <a:pt x="14727" y="5891"/>
                </a:cubicBezTo>
                <a:lnTo>
                  <a:pt x="19636" y="5891"/>
                </a:lnTo>
                <a:cubicBezTo>
                  <a:pt x="19907" y="5891"/>
                  <a:pt x="20127" y="5672"/>
                  <a:pt x="20127" y="5400"/>
                </a:cubicBezTo>
                <a:lnTo>
                  <a:pt x="20127" y="491"/>
                </a:lnTo>
                <a:cubicBezTo>
                  <a:pt x="20127" y="220"/>
                  <a:pt x="19907" y="0"/>
                  <a:pt x="19636" y="0"/>
                </a:cubicBezTo>
                <a:cubicBezTo>
                  <a:pt x="19366" y="0"/>
                  <a:pt x="19145" y="220"/>
                  <a:pt x="19145" y="491"/>
                </a:cubicBezTo>
                <a:lnTo>
                  <a:pt x="19145" y="3962"/>
                </a:lnTo>
                <a:cubicBezTo>
                  <a:pt x="17166" y="1546"/>
                  <a:pt x="14167" y="0"/>
                  <a:pt x="10800" y="0"/>
                </a:cubicBezTo>
                <a:cubicBezTo>
                  <a:pt x="4836" y="0"/>
                  <a:pt x="0" y="4836"/>
                  <a:pt x="0" y="10800"/>
                </a:cubicBezTo>
                <a:cubicBezTo>
                  <a:pt x="0" y="16765"/>
                  <a:pt x="4836" y="21600"/>
                  <a:pt x="10800" y="21600"/>
                </a:cubicBezTo>
                <a:cubicBezTo>
                  <a:pt x="16764" y="21600"/>
                  <a:pt x="21600" y="16765"/>
                  <a:pt x="21600" y="10800"/>
                </a:cubicBezTo>
                <a:cubicBezTo>
                  <a:pt x="21600" y="10529"/>
                  <a:pt x="21380" y="10309"/>
                  <a:pt x="21109" y="10309"/>
                </a:cubicBezTo>
              </a:path>
            </a:pathLst>
          </a:custGeom>
          <a:solidFill>
            <a:schemeClr val="tx1"/>
          </a:solidFill>
          <a:ln w="12700">
            <a:miter lim="400000"/>
          </a:ln>
        </p:spPr>
        <p:txBody>
          <a:bodyPr lIns="14284" tIns="14284" rIns="14284" bIns="14284" anchor="ctr"/>
          <a:lstStyle/>
          <a:p>
            <a:pPr defTabSz="171399" eaLnBrk="1" hangingPunct="1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1125">
              <a:solidFill>
                <a:srgbClr val="FFFFFF"/>
              </a:solidFill>
              <a:effectLst>
                <a:outerShdw blurRad="38100" dist="12700" dir="5400000" rotWithShape="0">
                  <a:srgbClr val="000000">
                    <a:alpha val="50000"/>
                  </a:srgbClr>
                </a:outerShdw>
              </a:effectLst>
              <a:latin typeface="Gill Sans"/>
              <a:ea typeface="Calibri" charset="0"/>
              <a:cs typeface="Calibri" charset="0"/>
              <a:sym typeface="Gill Sans"/>
            </a:endParaRPr>
          </a:p>
        </p:txBody>
      </p:sp>
      <p:sp>
        <p:nvSpPr>
          <p:cNvPr id="127" name="Shape 2844"/>
          <p:cNvSpPr/>
          <p:nvPr userDrawn="1"/>
        </p:nvSpPr>
        <p:spPr>
          <a:xfrm>
            <a:off x="8002280" y="1731508"/>
            <a:ext cx="209550" cy="209550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0800" y="982"/>
                </a:moveTo>
                <a:cubicBezTo>
                  <a:pt x="14012" y="982"/>
                  <a:pt x="16860" y="2526"/>
                  <a:pt x="18652" y="4909"/>
                </a:cubicBezTo>
                <a:lnTo>
                  <a:pt x="14727" y="4909"/>
                </a:lnTo>
                <a:cubicBezTo>
                  <a:pt x="14456" y="4909"/>
                  <a:pt x="14236" y="5129"/>
                  <a:pt x="14236" y="5400"/>
                </a:cubicBezTo>
                <a:cubicBezTo>
                  <a:pt x="14236" y="5672"/>
                  <a:pt x="14456" y="5891"/>
                  <a:pt x="14727" y="5891"/>
                </a:cubicBezTo>
                <a:lnTo>
                  <a:pt x="19636" y="5891"/>
                </a:lnTo>
                <a:cubicBezTo>
                  <a:pt x="19907" y="5891"/>
                  <a:pt x="20127" y="5672"/>
                  <a:pt x="20127" y="5400"/>
                </a:cubicBezTo>
                <a:lnTo>
                  <a:pt x="20127" y="491"/>
                </a:lnTo>
                <a:cubicBezTo>
                  <a:pt x="20127" y="220"/>
                  <a:pt x="19907" y="0"/>
                  <a:pt x="19636" y="0"/>
                </a:cubicBezTo>
                <a:cubicBezTo>
                  <a:pt x="19366" y="0"/>
                  <a:pt x="19145" y="220"/>
                  <a:pt x="19145" y="491"/>
                </a:cubicBezTo>
                <a:lnTo>
                  <a:pt x="19145" y="3962"/>
                </a:lnTo>
                <a:cubicBezTo>
                  <a:pt x="17166" y="1546"/>
                  <a:pt x="14167" y="0"/>
                  <a:pt x="10800" y="0"/>
                </a:cubicBezTo>
                <a:cubicBezTo>
                  <a:pt x="4836" y="0"/>
                  <a:pt x="0" y="4836"/>
                  <a:pt x="0" y="10800"/>
                </a:cubicBezTo>
                <a:cubicBezTo>
                  <a:pt x="0" y="11071"/>
                  <a:pt x="220" y="11291"/>
                  <a:pt x="491" y="11291"/>
                </a:cubicBezTo>
                <a:cubicBezTo>
                  <a:pt x="762" y="11291"/>
                  <a:pt x="982" y="11071"/>
                  <a:pt x="982" y="10800"/>
                </a:cubicBezTo>
                <a:cubicBezTo>
                  <a:pt x="982" y="5378"/>
                  <a:pt x="5377" y="982"/>
                  <a:pt x="10800" y="982"/>
                </a:cubicBezTo>
                <a:moveTo>
                  <a:pt x="21109" y="10309"/>
                </a:moveTo>
                <a:cubicBezTo>
                  <a:pt x="20838" y="10309"/>
                  <a:pt x="20618" y="10529"/>
                  <a:pt x="20618" y="10800"/>
                </a:cubicBezTo>
                <a:cubicBezTo>
                  <a:pt x="20618" y="16223"/>
                  <a:pt x="16223" y="20618"/>
                  <a:pt x="10800" y="20618"/>
                </a:cubicBezTo>
                <a:cubicBezTo>
                  <a:pt x="7588" y="20618"/>
                  <a:pt x="4740" y="19075"/>
                  <a:pt x="2948" y="16691"/>
                </a:cubicBezTo>
                <a:lnTo>
                  <a:pt x="6873" y="16691"/>
                </a:lnTo>
                <a:cubicBezTo>
                  <a:pt x="7144" y="16691"/>
                  <a:pt x="7364" y="16471"/>
                  <a:pt x="7364" y="16200"/>
                </a:cubicBezTo>
                <a:cubicBezTo>
                  <a:pt x="7364" y="15929"/>
                  <a:pt x="7144" y="15709"/>
                  <a:pt x="6873" y="15709"/>
                </a:cubicBezTo>
                <a:lnTo>
                  <a:pt x="1964" y="15709"/>
                </a:lnTo>
                <a:cubicBezTo>
                  <a:pt x="1693" y="15709"/>
                  <a:pt x="1473" y="15929"/>
                  <a:pt x="1473" y="16200"/>
                </a:cubicBezTo>
                <a:lnTo>
                  <a:pt x="1473" y="21109"/>
                </a:lnTo>
                <a:cubicBezTo>
                  <a:pt x="1473" y="21380"/>
                  <a:pt x="1693" y="21600"/>
                  <a:pt x="1964" y="21600"/>
                </a:cubicBezTo>
                <a:cubicBezTo>
                  <a:pt x="2234" y="21600"/>
                  <a:pt x="2455" y="21380"/>
                  <a:pt x="2455" y="21109"/>
                </a:cubicBezTo>
                <a:lnTo>
                  <a:pt x="2455" y="17639"/>
                </a:lnTo>
                <a:cubicBezTo>
                  <a:pt x="4434" y="20054"/>
                  <a:pt x="7433" y="21600"/>
                  <a:pt x="10800" y="21600"/>
                </a:cubicBezTo>
                <a:cubicBezTo>
                  <a:pt x="16764" y="21600"/>
                  <a:pt x="21600" y="16765"/>
                  <a:pt x="21600" y="10800"/>
                </a:cubicBezTo>
                <a:cubicBezTo>
                  <a:pt x="21600" y="10529"/>
                  <a:pt x="21380" y="10309"/>
                  <a:pt x="21109" y="10309"/>
                </a:cubicBezTo>
              </a:path>
            </a:pathLst>
          </a:custGeom>
          <a:solidFill>
            <a:schemeClr val="tx1"/>
          </a:solidFill>
          <a:ln w="12700">
            <a:miter lim="400000"/>
          </a:ln>
        </p:spPr>
        <p:txBody>
          <a:bodyPr lIns="14284" tIns="14284" rIns="14284" bIns="14284" anchor="ctr"/>
          <a:lstStyle/>
          <a:p>
            <a:pPr defTabSz="171399" eaLnBrk="1" hangingPunct="1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1125">
              <a:solidFill>
                <a:srgbClr val="FFFFFF"/>
              </a:solidFill>
              <a:effectLst>
                <a:outerShdw blurRad="38100" dist="12700" dir="5400000" rotWithShape="0">
                  <a:srgbClr val="000000">
                    <a:alpha val="50000"/>
                  </a:srgbClr>
                </a:outerShdw>
              </a:effectLst>
              <a:latin typeface="Gill Sans"/>
              <a:ea typeface="Calibri" charset="0"/>
              <a:cs typeface="Calibri" charset="0"/>
              <a:sym typeface="Gill Sans"/>
            </a:endParaRPr>
          </a:p>
        </p:txBody>
      </p:sp>
      <p:sp>
        <p:nvSpPr>
          <p:cNvPr id="128" name="Shape 2845"/>
          <p:cNvSpPr/>
          <p:nvPr userDrawn="1"/>
        </p:nvSpPr>
        <p:spPr>
          <a:xfrm>
            <a:off x="8421380" y="1731508"/>
            <a:ext cx="171450" cy="209550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2000" y="1408"/>
                </a:moveTo>
                <a:lnTo>
                  <a:pt x="17518" y="4418"/>
                </a:lnTo>
                <a:lnTo>
                  <a:pt x="12000" y="7429"/>
                </a:lnTo>
                <a:cubicBezTo>
                  <a:pt x="12000" y="7429"/>
                  <a:pt x="12000" y="1408"/>
                  <a:pt x="12000" y="1408"/>
                </a:cubicBezTo>
                <a:close/>
                <a:moveTo>
                  <a:pt x="21000" y="12273"/>
                </a:moveTo>
                <a:cubicBezTo>
                  <a:pt x="20669" y="12273"/>
                  <a:pt x="20400" y="12492"/>
                  <a:pt x="20400" y="12764"/>
                </a:cubicBezTo>
                <a:cubicBezTo>
                  <a:pt x="20400" y="17102"/>
                  <a:pt x="16102" y="20618"/>
                  <a:pt x="10800" y="20618"/>
                </a:cubicBezTo>
                <a:cubicBezTo>
                  <a:pt x="5498" y="20618"/>
                  <a:pt x="1200" y="17102"/>
                  <a:pt x="1200" y="12764"/>
                </a:cubicBezTo>
                <a:cubicBezTo>
                  <a:pt x="1200" y="8426"/>
                  <a:pt x="5498" y="4909"/>
                  <a:pt x="10800" y="4909"/>
                </a:cubicBezTo>
                <a:lnTo>
                  <a:pt x="10800" y="8345"/>
                </a:lnTo>
                <a:cubicBezTo>
                  <a:pt x="10800" y="8617"/>
                  <a:pt x="11069" y="8836"/>
                  <a:pt x="11400" y="8836"/>
                </a:cubicBezTo>
                <a:cubicBezTo>
                  <a:pt x="11524" y="8836"/>
                  <a:pt x="11631" y="8799"/>
                  <a:pt x="11726" y="8747"/>
                </a:cubicBezTo>
                <a:lnTo>
                  <a:pt x="11733" y="8754"/>
                </a:lnTo>
                <a:lnTo>
                  <a:pt x="18933" y="4827"/>
                </a:lnTo>
                <a:lnTo>
                  <a:pt x="18926" y="4819"/>
                </a:lnTo>
                <a:cubicBezTo>
                  <a:pt x="19087" y="4731"/>
                  <a:pt x="19200" y="4589"/>
                  <a:pt x="19200" y="4418"/>
                </a:cubicBezTo>
                <a:cubicBezTo>
                  <a:pt x="19200" y="4248"/>
                  <a:pt x="19087" y="4106"/>
                  <a:pt x="18926" y="4017"/>
                </a:cubicBezTo>
                <a:lnTo>
                  <a:pt x="18933" y="4010"/>
                </a:lnTo>
                <a:lnTo>
                  <a:pt x="11733" y="82"/>
                </a:lnTo>
                <a:lnTo>
                  <a:pt x="11726" y="90"/>
                </a:lnTo>
                <a:cubicBezTo>
                  <a:pt x="11631" y="38"/>
                  <a:pt x="11524" y="0"/>
                  <a:pt x="11400" y="0"/>
                </a:cubicBezTo>
                <a:cubicBezTo>
                  <a:pt x="11069" y="0"/>
                  <a:pt x="10800" y="220"/>
                  <a:pt x="10800" y="491"/>
                </a:cubicBezTo>
                <a:lnTo>
                  <a:pt x="10800" y="3927"/>
                </a:lnTo>
                <a:cubicBezTo>
                  <a:pt x="4835" y="3927"/>
                  <a:pt x="0" y="7883"/>
                  <a:pt x="0" y="12764"/>
                </a:cubicBezTo>
                <a:cubicBezTo>
                  <a:pt x="0" y="17644"/>
                  <a:pt x="4835" y="21600"/>
                  <a:pt x="10800" y="21600"/>
                </a:cubicBezTo>
                <a:cubicBezTo>
                  <a:pt x="16765" y="21600"/>
                  <a:pt x="21600" y="17644"/>
                  <a:pt x="21600" y="12764"/>
                </a:cubicBezTo>
                <a:cubicBezTo>
                  <a:pt x="21600" y="12492"/>
                  <a:pt x="21331" y="12273"/>
                  <a:pt x="21000" y="12273"/>
                </a:cubicBezTo>
              </a:path>
            </a:pathLst>
          </a:custGeom>
          <a:solidFill>
            <a:schemeClr val="tx1"/>
          </a:solidFill>
          <a:ln w="12700">
            <a:miter lim="400000"/>
          </a:ln>
        </p:spPr>
        <p:txBody>
          <a:bodyPr lIns="14284" tIns="14284" rIns="14284" bIns="14284" anchor="ctr"/>
          <a:lstStyle/>
          <a:p>
            <a:pPr defTabSz="171399" eaLnBrk="1" hangingPunct="1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1125">
              <a:solidFill>
                <a:srgbClr val="FFFFFF"/>
              </a:solidFill>
              <a:effectLst>
                <a:outerShdw blurRad="38100" dist="12700" dir="5400000" rotWithShape="0">
                  <a:srgbClr val="000000">
                    <a:alpha val="50000"/>
                  </a:srgbClr>
                </a:outerShdw>
              </a:effectLst>
              <a:latin typeface="Gill Sans"/>
              <a:ea typeface="Calibri" charset="0"/>
              <a:cs typeface="Calibri" charset="0"/>
              <a:sym typeface="Gill Sans"/>
            </a:endParaRPr>
          </a:p>
        </p:txBody>
      </p:sp>
      <p:sp>
        <p:nvSpPr>
          <p:cNvPr id="129" name="Shape 2846"/>
          <p:cNvSpPr/>
          <p:nvPr userDrawn="1"/>
        </p:nvSpPr>
        <p:spPr>
          <a:xfrm>
            <a:off x="8821430" y="1731508"/>
            <a:ext cx="171450" cy="209550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21000" y="12273"/>
                </a:moveTo>
                <a:cubicBezTo>
                  <a:pt x="20668" y="12273"/>
                  <a:pt x="20400" y="12492"/>
                  <a:pt x="20400" y="12764"/>
                </a:cubicBezTo>
                <a:cubicBezTo>
                  <a:pt x="20400" y="17102"/>
                  <a:pt x="16102" y="20618"/>
                  <a:pt x="10800" y="20618"/>
                </a:cubicBezTo>
                <a:cubicBezTo>
                  <a:pt x="5498" y="20618"/>
                  <a:pt x="1200" y="17102"/>
                  <a:pt x="1200" y="12764"/>
                </a:cubicBezTo>
                <a:cubicBezTo>
                  <a:pt x="1200" y="8426"/>
                  <a:pt x="5498" y="4909"/>
                  <a:pt x="10800" y="4909"/>
                </a:cubicBezTo>
                <a:lnTo>
                  <a:pt x="14768" y="4909"/>
                </a:lnTo>
                <a:lnTo>
                  <a:pt x="11067" y="7937"/>
                </a:lnTo>
                <a:lnTo>
                  <a:pt x="11073" y="7945"/>
                </a:lnTo>
                <a:cubicBezTo>
                  <a:pt x="10912" y="8033"/>
                  <a:pt x="10800" y="8175"/>
                  <a:pt x="10800" y="8345"/>
                </a:cubicBezTo>
                <a:cubicBezTo>
                  <a:pt x="10800" y="8617"/>
                  <a:pt x="11068" y="8836"/>
                  <a:pt x="11400" y="8836"/>
                </a:cubicBezTo>
                <a:cubicBezTo>
                  <a:pt x="11523" y="8836"/>
                  <a:pt x="11631" y="8798"/>
                  <a:pt x="11727" y="8747"/>
                </a:cubicBezTo>
                <a:lnTo>
                  <a:pt x="11733" y="8754"/>
                </a:lnTo>
                <a:lnTo>
                  <a:pt x="11774" y="8721"/>
                </a:lnTo>
                <a:cubicBezTo>
                  <a:pt x="11805" y="8700"/>
                  <a:pt x="11832" y="8677"/>
                  <a:pt x="11858" y="8651"/>
                </a:cubicBezTo>
                <a:lnTo>
                  <a:pt x="16533" y="4827"/>
                </a:lnTo>
                <a:lnTo>
                  <a:pt x="16527" y="4819"/>
                </a:lnTo>
                <a:cubicBezTo>
                  <a:pt x="16688" y="4731"/>
                  <a:pt x="16800" y="4589"/>
                  <a:pt x="16800" y="4418"/>
                </a:cubicBezTo>
                <a:cubicBezTo>
                  <a:pt x="16800" y="4248"/>
                  <a:pt x="16688" y="4106"/>
                  <a:pt x="16527" y="4018"/>
                </a:cubicBezTo>
                <a:lnTo>
                  <a:pt x="16533" y="4010"/>
                </a:lnTo>
                <a:lnTo>
                  <a:pt x="11858" y="185"/>
                </a:lnTo>
                <a:cubicBezTo>
                  <a:pt x="11832" y="159"/>
                  <a:pt x="11805" y="137"/>
                  <a:pt x="11774" y="116"/>
                </a:cubicBezTo>
                <a:lnTo>
                  <a:pt x="11733" y="82"/>
                </a:lnTo>
                <a:lnTo>
                  <a:pt x="11727" y="90"/>
                </a:lnTo>
                <a:cubicBezTo>
                  <a:pt x="11631" y="38"/>
                  <a:pt x="11523" y="0"/>
                  <a:pt x="11400" y="0"/>
                </a:cubicBezTo>
                <a:cubicBezTo>
                  <a:pt x="11068" y="0"/>
                  <a:pt x="10800" y="220"/>
                  <a:pt x="10800" y="491"/>
                </a:cubicBezTo>
                <a:cubicBezTo>
                  <a:pt x="10800" y="662"/>
                  <a:pt x="10912" y="804"/>
                  <a:pt x="11073" y="892"/>
                </a:cubicBezTo>
                <a:lnTo>
                  <a:pt x="11067" y="899"/>
                </a:lnTo>
                <a:lnTo>
                  <a:pt x="14768" y="3927"/>
                </a:lnTo>
                <a:lnTo>
                  <a:pt x="10800" y="3927"/>
                </a:lnTo>
                <a:cubicBezTo>
                  <a:pt x="4835" y="3927"/>
                  <a:pt x="0" y="7884"/>
                  <a:pt x="0" y="12764"/>
                </a:cubicBezTo>
                <a:cubicBezTo>
                  <a:pt x="0" y="17644"/>
                  <a:pt x="4835" y="21600"/>
                  <a:pt x="10800" y="21600"/>
                </a:cubicBezTo>
                <a:cubicBezTo>
                  <a:pt x="16765" y="21600"/>
                  <a:pt x="21600" y="17644"/>
                  <a:pt x="21600" y="12764"/>
                </a:cubicBezTo>
                <a:cubicBezTo>
                  <a:pt x="21600" y="12492"/>
                  <a:pt x="21332" y="12273"/>
                  <a:pt x="21000" y="12273"/>
                </a:cubicBezTo>
              </a:path>
            </a:pathLst>
          </a:custGeom>
          <a:solidFill>
            <a:schemeClr val="tx1"/>
          </a:solidFill>
          <a:ln w="12700">
            <a:miter lim="400000"/>
          </a:ln>
        </p:spPr>
        <p:txBody>
          <a:bodyPr lIns="14284" tIns="14284" rIns="14284" bIns="14284" anchor="ctr"/>
          <a:lstStyle/>
          <a:p>
            <a:pPr defTabSz="171399" eaLnBrk="1" hangingPunct="1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1125">
              <a:solidFill>
                <a:srgbClr val="FFFFFF"/>
              </a:solidFill>
              <a:effectLst>
                <a:outerShdw blurRad="38100" dist="12700" dir="5400000" rotWithShape="0">
                  <a:srgbClr val="000000">
                    <a:alpha val="50000"/>
                  </a:srgbClr>
                </a:outerShdw>
              </a:effectLst>
              <a:latin typeface="Gill Sans"/>
              <a:ea typeface="Calibri" charset="0"/>
              <a:cs typeface="Calibri" charset="0"/>
              <a:sym typeface="Gill Sans"/>
            </a:endParaRPr>
          </a:p>
        </p:txBody>
      </p:sp>
      <p:sp>
        <p:nvSpPr>
          <p:cNvPr id="130" name="Shape 2847"/>
          <p:cNvSpPr/>
          <p:nvPr userDrawn="1"/>
        </p:nvSpPr>
        <p:spPr>
          <a:xfrm>
            <a:off x="8445827" y="1321593"/>
            <a:ext cx="209550" cy="209550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8634" y="6292"/>
                </a:moveTo>
                <a:cubicBezTo>
                  <a:pt x="18643" y="6159"/>
                  <a:pt x="18655" y="6026"/>
                  <a:pt x="18655" y="5891"/>
                </a:cubicBezTo>
                <a:cubicBezTo>
                  <a:pt x="18655" y="2638"/>
                  <a:pt x="16017" y="0"/>
                  <a:pt x="12764" y="0"/>
                </a:cubicBezTo>
                <a:cubicBezTo>
                  <a:pt x="10499" y="0"/>
                  <a:pt x="8536" y="1279"/>
                  <a:pt x="7550" y="3153"/>
                </a:cubicBezTo>
                <a:cubicBezTo>
                  <a:pt x="7185" y="3021"/>
                  <a:pt x="6793" y="2945"/>
                  <a:pt x="6382" y="2945"/>
                </a:cubicBezTo>
                <a:cubicBezTo>
                  <a:pt x="4484" y="2945"/>
                  <a:pt x="2945" y="4484"/>
                  <a:pt x="2945" y="6382"/>
                </a:cubicBezTo>
                <a:cubicBezTo>
                  <a:pt x="2945" y="6629"/>
                  <a:pt x="2973" y="6869"/>
                  <a:pt x="3022" y="7101"/>
                </a:cubicBezTo>
                <a:cubicBezTo>
                  <a:pt x="1267" y="7686"/>
                  <a:pt x="0" y="9339"/>
                  <a:pt x="0" y="11291"/>
                </a:cubicBezTo>
                <a:cubicBezTo>
                  <a:pt x="0" y="13731"/>
                  <a:pt x="1978" y="15709"/>
                  <a:pt x="4418" y="15709"/>
                </a:cubicBezTo>
                <a:lnTo>
                  <a:pt x="8836" y="15709"/>
                </a:lnTo>
                <a:cubicBezTo>
                  <a:pt x="9108" y="15709"/>
                  <a:pt x="9327" y="15489"/>
                  <a:pt x="9327" y="15218"/>
                </a:cubicBezTo>
                <a:cubicBezTo>
                  <a:pt x="9327" y="14947"/>
                  <a:pt x="9108" y="14727"/>
                  <a:pt x="8836" y="14727"/>
                </a:cubicBezTo>
                <a:lnTo>
                  <a:pt x="4418" y="14727"/>
                </a:lnTo>
                <a:cubicBezTo>
                  <a:pt x="2524" y="14727"/>
                  <a:pt x="982" y="13185"/>
                  <a:pt x="982" y="11291"/>
                </a:cubicBezTo>
                <a:cubicBezTo>
                  <a:pt x="982" y="9810"/>
                  <a:pt x="1926" y="8502"/>
                  <a:pt x="3333" y="8033"/>
                </a:cubicBezTo>
                <a:lnTo>
                  <a:pt x="4165" y="7756"/>
                </a:lnTo>
                <a:lnTo>
                  <a:pt x="3982" y="6897"/>
                </a:lnTo>
                <a:cubicBezTo>
                  <a:pt x="3946" y="6725"/>
                  <a:pt x="3927" y="6551"/>
                  <a:pt x="3927" y="6382"/>
                </a:cubicBezTo>
                <a:cubicBezTo>
                  <a:pt x="3927" y="5028"/>
                  <a:pt x="5028" y="3927"/>
                  <a:pt x="6382" y="3927"/>
                </a:cubicBezTo>
                <a:cubicBezTo>
                  <a:pt x="6662" y="3927"/>
                  <a:pt x="6942" y="3977"/>
                  <a:pt x="7215" y="4077"/>
                </a:cubicBezTo>
                <a:lnTo>
                  <a:pt x="8019" y="4368"/>
                </a:lnTo>
                <a:lnTo>
                  <a:pt x="8418" y="3611"/>
                </a:lnTo>
                <a:cubicBezTo>
                  <a:pt x="9272" y="1989"/>
                  <a:pt x="10937" y="982"/>
                  <a:pt x="12764" y="982"/>
                </a:cubicBezTo>
                <a:cubicBezTo>
                  <a:pt x="15470" y="982"/>
                  <a:pt x="17673" y="3184"/>
                  <a:pt x="17673" y="5891"/>
                </a:cubicBezTo>
                <a:cubicBezTo>
                  <a:pt x="17673" y="5977"/>
                  <a:pt x="17666" y="6060"/>
                  <a:pt x="17660" y="6145"/>
                </a:cubicBezTo>
                <a:lnTo>
                  <a:pt x="17655" y="6229"/>
                </a:lnTo>
                <a:lnTo>
                  <a:pt x="17610" y="6920"/>
                </a:lnTo>
                <a:lnTo>
                  <a:pt x="18245" y="7194"/>
                </a:lnTo>
                <a:cubicBezTo>
                  <a:pt x="19686" y="7816"/>
                  <a:pt x="20618" y="9232"/>
                  <a:pt x="20618" y="10800"/>
                </a:cubicBezTo>
                <a:cubicBezTo>
                  <a:pt x="20618" y="12965"/>
                  <a:pt x="18856" y="14727"/>
                  <a:pt x="16691" y="14727"/>
                </a:cubicBezTo>
                <a:lnTo>
                  <a:pt x="12764" y="14727"/>
                </a:lnTo>
                <a:cubicBezTo>
                  <a:pt x="12492" y="14727"/>
                  <a:pt x="12273" y="14947"/>
                  <a:pt x="12273" y="15218"/>
                </a:cubicBezTo>
                <a:cubicBezTo>
                  <a:pt x="12273" y="15489"/>
                  <a:pt x="12492" y="15709"/>
                  <a:pt x="12764" y="15709"/>
                </a:cubicBezTo>
                <a:lnTo>
                  <a:pt x="16691" y="15709"/>
                </a:lnTo>
                <a:cubicBezTo>
                  <a:pt x="19401" y="15709"/>
                  <a:pt x="21600" y="13511"/>
                  <a:pt x="21600" y="10800"/>
                </a:cubicBezTo>
                <a:cubicBezTo>
                  <a:pt x="21600" y="8780"/>
                  <a:pt x="20378" y="7045"/>
                  <a:pt x="18634" y="6292"/>
                </a:cubicBezTo>
                <a:moveTo>
                  <a:pt x="13745" y="17673"/>
                </a:moveTo>
                <a:cubicBezTo>
                  <a:pt x="13610" y="17673"/>
                  <a:pt x="13488" y="17728"/>
                  <a:pt x="13398" y="17817"/>
                </a:cubicBezTo>
                <a:lnTo>
                  <a:pt x="11291" y="19924"/>
                </a:lnTo>
                <a:lnTo>
                  <a:pt x="11291" y="8346"/>
                </a:lnTo>
                <a:cubicBezTo>
                  <a:pt x="11291" y="8074"/>
                  <a:pt x="11071" y="7855"/>
                  <a:pt x="10800" y="7855"/>
                </a:cubicBezTo>
                <a:cubicBezTo>
                  <a:pt x="10529" y="7855"/>
                  <a:pt x="10309" y="8074"/>
                  <a:pt x="10309" y="8346"/>
                </a:cubicBezTo>
                <a:lnTo>
                  <a:pt x="10309" y="19924"/>
                </a:lnTo>
                <a:lnTo>
                  <a:pt x="8202" y="17817"/>
                </a:lnTo>
                <a:cubicBezTo>
                  <a:pt x="8113" y="17728"/>
                  <a:pt x="7990" y="17673"/>
                  <a:pt x="7855" y="17673"/>
                </a:cubicBezTo>
                <a:cubicBezTo>
                  <a:pt x="7583" y="17673"/>
                  <a:pt x="7364" y="17893"/>
                  <a:pt x="7364" y="18164"/>
                </a:cubicBezTo>
                <a:cubicBezTo>
                  <a:pt x="7364" y="18300"/>
                  <a:pt x="7419" y="18422"/>
                  <a:pt x="7507" y="18511"/>
                </a:cubicBezTo>
                <a:lnTo>
                  <a:pt x="10453" y="21456"/>
                </a:lnTo>
                <a:cubicBezTo>
                  <a:pt x="10542" y="21545"/>
                  <a:pt x="10664" y="21600"/>
                  <a:pt x="10800" y="21600"/>
                </a:cubicBezTo>
                <a:cubicBezTo>
                  <a:pt x="10936" y="21600"/>
                  <a:pt x="11058" y="21545"/>
                  <a:pt x="11147" y="21456"/>
                </a:cubicBezTo>
                <a:lnTo>
                  <a:pt x="14093" y="18511"/>
                </a:lnTo>
                <a:cubicBezTo>
                  <a:pt x="14182" y="18422"/>
                  <a:pt x="14236" y="18300"/>
                  <a:pt x="14236" y="18164"/>
                </a:cubicBezTo>
                <a:cubicBezTo>
                  <a:pt x="14236" y="17893"/>
                  <a:pt x="14017" y="17673"/>
                  <a:pt x="13745" y="17673"/>
                </a:cubicBezTo>
              </a:path>
            </a:pathLst>
          </a:custGeom>
          <a:solidFill>
            <a:schemeClr val="tx1"/>
          </a:solidFill>
          <a:ln w="12700">
            <a:miter lim="400000"/>
          </a:ln>
        </p:spPr>
        <p:txBody>
          <a:bodyPr lIns="14284" tIns="14284" rIns="14284" bIns="14284" anchor="ctr"/>
          <a:lstStyle/>
          <a:p>
            <a:pPr defTabSz="171399" eaLnBrk="1" hangingPunct="1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1125">
              <a:solidFill>
                <a:srgbClr val="FFFFFF"/>
              </a:solidFill>
              <a:effectLst>
                <a:outerShdw blurRad="38100" dist="12700" dir="5400000" rotWithShape="0">
                  <a:srgbClr val="000000">
                    <a:alpha val="50000"/>
                  </a:srgbClr>
                </a:outerShdw>
              </a:effectLst>
              <a:latin typeface="Gill Sans"/>
              <a:ea typeface="Calibri" charset="0"/>
              <a:cs typeface="Calibri" charset="0"/>
              <a:sym typeface="Gill Sans"/>
            </a:endParaRPr>
          </a:p>
        </p:txBody>
      </p:sp>
      <p:sp>
        <p:nvSpPr>
          <p:cNvPr id="131" name="Shape 2848"/>
          <p:cNvSpPr/>
          <p:nvPr userDrawn="1"/>
        </p:nvSpPr>
        <p:spPr>
          <a:xfrm>
            <a:off x="8822381" y="1335041"/>
            <a:ext cx="209550" cy="209550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8634" y="6292"/>
                </a:moveTo>
                <a:cubicBezTo>
                  <a:pt x="18643" y="6159"/>
                  <a:pt x="18655" y="6026"/>
                  <a:pt x="18655" y="5891"/>
                </a:cubicBezTo>
                <a:cubicBezTo>
                  <a:pt x="18655" y="2638"/>
                  <a:pt x="16017" y="0"/>
                  <a:pt x="12764" y="0"/>
                </a:cubicBezTo>
                <a:cubicBezTo>
                  <a:pt x="10499" y="0"/>
                  <a:pt x="8536" y="1279"/>
                  <a:pt x="7550" y="3153"/>
                </a:cubicBezTo>
                <a:cubicBezTo>
                  <a:pt x="7185" y="3021"/>
                  <a:pt x="6793" y="2945"/>
                  <a:pt x="6382" y="2945"/>
                </a:cubicBezTo>
                <a:cubicBezTo>
                  <a:pt x="4484" y="2945"/>
                  <a:pt x="2945" y="4484"/>
                  <a:pt x="2945" y="6382"/>
                </a:cubicBezTo>
                <a:cubicBezTo>
                  <a:pt x="2945" y="6629"/>
                  <a:pt x="2973" y="6869"/>
                  <a:pt x="3022" y="7101"/>
                </a:cubicBezTo>
                <a:cubicBezTo>
                  <a:pt x="1267" y="7686"/>
                  <a:pt x="0" y="9339"/>
                  <a:pt x="0" y="11291"/>
                </a:cubicBezTo>
                <a:cubicBezTo>
                  <a:pt x="0" y="13731"/>
                  <a:pt x="1978" y="15709"/>
                  <a:pt x="4418" y="15709"/>
                </a:cubicBezTo>
                <a:lnTo>
                  <a:pt x="8836" y="15709"/>
                </a:lnTo>
                <a:cubicBezTo>
                  <a:pt x="9108" y="15709"/>
                  <a:pt x="9327" y="15489"/>
                  <a:pt x="9327" y="15218"/>
                </a:cubicBezTo>
                <a:cubicBezTo>
                  <a:pt x="9327" y="14947"/>
                  <a:pt x="9108" y="14727"/>
                  <a:pt x="8836" y="14727"/>
                </a:cubicBezTo>
                <a:lnTo>
                  <a:pt x="4418" y="14727"/>
                </a:lnTo>
                <a:cubicBezTo>
                  <a:pt x="2524" y="14727"/>
                  <a:pt x="982" y="13185"/>
                  <a:pt x="982" y="11291"/>
                </a:cubicBezTo>
                <a:cubicBezTo>
                  <a:pt x="982" y="9810"/>
                  <a:pt x="1926" y="8502"/>
                  <a:pt x="3333" y="8033"/>
                </a:cubicBezTo>
                <a:lnTo>
                  <a:pt x="4165" y="7756"/>
                </a:lnTo>
                <a:lnTo>
                  <a:pt x="3982" y="6897"/>
                </a:lnTo>
                <a:cubicBezTo>
                  <a:pt x="3946" y="6725"/>
                  <a:pt x="3927" y="6551"/>
                  <a:pt x="3927" y="6382"/>
                </a:cubicBezTo>
                <a:cubicBezTo>
                  <a:pt x="3927" y="5028"/>
                  <a:pt x="5028" y="3927"/>
                  <a:pt x="6382" y="3927"/>
                </a:cubicBezTo>
                <a:cubicBezTo>
                  <a:pt x="6662" y="3927"/>
                  <a:pt x="6942" y="3977"/>
                  <a:pt x="7215" y="4077"/>
                </a:cubicBezTo>
                <a:lnTo>
                  <a:pt x="8019" y="4368"/>
                </a:lnTo>
                <a:lnTo>
                  <a:pt x="8418" y="3611"/>
                </a:lnTo>
                <a:cubicBezTo>
                  <a:pt x="9272" y="1989"/>
                  <a:pt x="10937" y="982"/>
                  <a:pt x="12764" y="982"/>
                </a:cubicBezTo>
                <a:cubicBezTo>
                  <a:pt x="15470" y="982"/>
                  <a:pt x="17673" y="3184"/>
                  <a:pt x="17673" y="5891"/>
                </a:cubicBezTo>
                <a:cubicBezTo>
                  <a:pt x="17673" y="5977"/>
                  <a:pt x="17666" y="6060"/>
                  <a:pt x="17660" y="6145"/>
                </a:cubicBezTo>
                <a:lnTo>
                  <a:pt x="17655" y="6229"/>
                </a:lnTo>
                <a:lnTo>
                  <a:pt x="17610" y="6920"/>
                </a:lnTo>
                <a:lnTo>
                  <a:pt x="18245" y="7194"/>
                </a:lnTo>
                <a:cubicBezTo>
                  <a:pt x="19687" y="7816"/>
                  <a:pt x="20618" y="9232"/>
                  <a:pt x="20618" y="10800"/>
                </a:cubicBezTo>
                <a:cubicBezTo>
                  <a:pt x="20618" y="12965"/>
                  <a:pt x="18856" y="14727"/>
                  <a:pt x="16691" y="14727"/>
                </a:cubicBezTo>
                <a:lnTo>
                  <a:pt x="12764" y="14727"/>
                </a:lnTo>
                <a:cubicBezTo>
                  <a:pt x="12492" y="14727"/>
                  <a:pt x="12273" y="14947"/>
                  <a:pt x="12273" y="15218"/>
                </a:cubicBezTo>
                <a:cubicBezTo>
                  <a:pt x="12273" y="15489"/>
                  <a:pt x="12492" y="15709"/>
                  <a:pt x="12764" y="15709"/>
                </a:cubicBezTo>
                <a:lnTo>
                  <a:pt x="16691" y="15709"/>
                </a:lnTo>
                <a:cubicBezTo>
                  <a:pt x="19401" y="15709"/>
                  <a:pt x="21600" y="13511"/>
                  <a:pt x="21600" y="10800"/>
                </a:cubicBezTo>
                <a:cubicBezTo>
                  <a:pt x="21600" y="8780"/>
                  <a:pt x="20378" y="7045"/>
                  <a:pt x="18634" y="6292"/>
                </a:cubicBezTo>
                <a:moveTo>
                  <a:pt x="13745" y="11782"/>
                </a:moveTo>
                <a:cubicBezTo>
                  <a:pt x="14017" y="11782"/>
                  <a:pt x="14236" y="11562"/>
                  <a:pt x="14236" y="11291"/>
                </a:cubicBezTo>
                <a:cubicBezTo>
                  <a:pt x="14236" y="11156"/>
                  <a:pt x="14182" y="11033"/>
                  <a:pt x="14093" y="10944"/>
                </a:cubicBezTo>
                <a:lnTo>
                  <a:pt x="11147" y="7998"/>
                </a:lnTo>
                <a:cubicBezTo>
                  <a:pt x="11058" y="7910"/>
                  <a:pt x="10936" y="7855"/>
                  <a:pt x="10800" y="7855"/>
                </a:cubicBezTo>
                <a:cubicBezTo>
                  <a:pt x="10665" y="7855"/>
                  <a:pt x="10542" y="7910"/>
                  <a:pt x="10453" y="7998"/>
                </a:cubicBezTo>
                <a:lnTo>
                  <a:pt x="7507" y="10944"/>
                </a:lnTo>
                <a:cubicBezTo>
                  <a:pt x="7419" y="11033"/>
                  <a:pt x="7364" y="11156"/>
                  <a:pt x="7364" y="11291"/>
                </a:cubicBezTo>
                <a:cubicBezTo>
                  <a:pt x="7364" y="11562"/>
                  <a:pt x="7583" y="11782"/>
                  <a:pt x="7855" y="11782"/>
                </a:cubicBezTo>
                <a:cubicBezTo>
                  <a:pt x="7990" y="11782"/>
                  <a:pt x="8113" y="11727"/>
                  <a:pt x="8202" y="11638"/>
                </a:cubicBezTo>
                <a:lnTo>
                  <a:pt x="10309" y="9531"/>
                </a:lnTo>
                <a:lnTo>
                  <a:pt x="10309" y="21109"/>
                </a:lnTo>
                <a:cubicBezTo>
                  <a:pt x="10309" y="21380"/>
                  <a:pt x="10529" y="21600"/>
                  <a:pt x="10800" y="21600"/>
                </a:cubicBezTo>
                <a:cubicBezTo>
                  <a:pt x="11071" y="21600"/>
                  <a:pt x="11291" y="21380"/>
                  <a:pt x="11291" y="21109"/>
                </a:cubicBezTo>
                <a:lnTo>
                  <a:pt x="11291" y="9531"/>
                </a:lnTo>
                <a:lnTo>
                  <a:pt x="13398" y="11638"/>
                </a:lnTo>
                <a:cubicBezTo>
                  <a:pt x="13488" y="11727"/>
                  <a:pt x="13610" y="11782"/>
                  <a:pt x="13745" y="11782"/>
                </a:cubicBezTo>
              </a:path>
            </a:pathLst>
          </a:custGeom>
          <a:solidFill>
            <a:schemeClr val="tx1"/>
          </a:solidFill>
          <a:ln w="12700">
            <a:miter lim="400000"/>
          </a:ln>
        </p:spPr>
        <p:txBody>
          <a:bodyPr lIns="14284" tIns="14284" rIns="14284" bIns="14284" anchor="ctr"/>
          <a:lstStyle/>
          <a:p>
            <a:pPr defTabSz="171399" eaLnBrk="1" hangingPunct="1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1125">
              <a:solidFill>
                <a:srgbClr val="FFFFFF"/>
              </a:solidFill>
              <a:effectLst>
                <a:outerShdw blurRad="38100" dist="12700" dir="5400000" rotWithShape="0">
                  <a:srgbClr val="000000">
                    <a:alpha val="50000"/>
                  </a:srgbClr>
                </a:outerShdw>
              </a:effectLst>
              <a:latin typeface="Gill Sans"/>
              <a:ea typeface="Calibri" charset="0"/>
              <a:cs typeface="Calibri" charset="0"/>
              <a:sym typeface="Gill Sans"/>
            </a:endParaRPr>
          </a:p>
        </p:txBody>
      </p:sp>
      <p:sp>
        <p:nvSpPr>
          <p:cNvPr id="132" name="Shape 2851"/>
          <p:cNvSpPr/>
          <p:nvPr userDrawn="1"/>
        </p:nvSpPr>
        <p:spPr>
          <a:xfrm>
            <a:off x="7614433" y="1308607"/>
            <a:ext cx="209550" cy="209550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5891" y="10309"/>
                </a:moveTo>
                <a:lnTo>
                  <a:pt x="4909" y="10309"/>
                </a:lnTo>
                <a:cubicBezTo>
                  <a:pt x="4638" y="10309"/>
                  <a:pt x="4418" y="10529"/>
                  <a:pt x="4418" y="10800"/>
                </a:cubicBezTo>
                <a:cubicBezTo>
                  <a:pt x="4418" y="11071"/>
                  <a:pt x="4638" y="11291"/>
                  <a:pt x="4909" y="11291"/>
                </a:cubicBezTo>
                <a:lnTo>
                  <a:pt x="5891" y="11291"/>
                </a:lnTo>
                <a:cubicBezTo>
                  <a:pt x="8331" y="11291"/>
                  <a:pt x="10309" y="13269"/>
                  <a:pt x="10309" y="15709"/>
                </a:cubicBezTo>
                <a:lnTo>
                  <a:pt x="10309" y="16691"/>
                </a:lnTo>
                <a:cubicBezTo>
                  <a:pt x="10309" y="16962"/>
                  <a:pt x="10529" y="17182"/>
                  <a:pt x="10800" y="17182"/>
                </a:cubicBezTo>
                <a:cubicBezTo>
                  <a:pt x="11071" y="17182"/>
                  <a:pt x="11291" y="16962"/>
                  <a:pt x="11291" y="16691"/>
                </a:cubicBezTo>
                <a:lnTo>
                  <a:pt x="11291" y="15709"/>
                </a:lnTo>
                <a:cubicBezTo>
                  <a:pt x="11291" y="12727"/>
                  <a:pt x="8873" y="10309"/>
                  <a:pt x="5891" y="10309"/>
                </a:cubicBezTo>
                <a:moveTo>
                  <a:pt x="5891" y="7364"/>
                </a:moveTo>
                <a:lnTo>
                  <a:pt x="4909" y="7364"/>
                </a:lnTo>
                <a:cubicBezTo>
                  <a:pt x="4638" y="7364"/>
                  <a:pt x="4418" y="7583"/>
                  <a:pt x="4418" y="7855"/>
                </a:cubicBezTo>
                <a:cubicBezTo>
                  <a:pt x="4418" y="8126"/>
                  <a:pt x="4638" y="8345"/>
                  <a:pt x="4909" y="8345"/>
                </a:cubicBezTo>
                <a:lnTo>
                  <a:pt x="5891" y="8345"/>
                </a:lnTo>
                <a:cubicBezTo>
                  <a:pt x="9958" y="8345"/>
                  <a:pt x="13255" y="11642"/>
                  <a:pt x="13255" y="15709"/>
                </a:cubicBezTo>
                <a:lnTo>
                  <a:pt x="13255" y="16691"/>
                </a:lnTo>
                <a:cubicBezTo>
                  <a:pt x="13255" y="16962"/>
                  <a:pt x="13475" y="17182"/>
                  <a:pt x="13745" y="17182"/>
                </a:cubicBezTo>
                <a:cubicBezTo>
                  <a:pt x="14016" y="17182"/>
                  <a:pt x="14236" y="16962"/>
                  <a:pt x="14236" y="16691"/>
                </a:cubicBezTo>
                <a:lnTo>
                  <a:pt x="14236" y="15709"/>
                </a:lnTo>
                <a:cubicBezTo>
                  <a:pt x="14236" y="11100"/>
                  <a:pt x="10500" y="7364"/>
                  <a:pt x="5891" y="7364"/>
                </a:cubicBezTo>
                <a:moveTo>
                  <a:pt x="6382" y="16200"/>
                </a:moveTo>
                <a:cubicBezTo>
                  <a:pt x="5840" y="16200"/>
                  <a:pt x="5400" y="15761"/>
                  <a:pt x="5400" y="15218"/>
                </a:cubicBezTo>
                <a:cubicBezTo>
                  <a:pt x="5400" y="14676"/>
                  <a:pt x="5840" y="14236"/>
                  <a:pt x="6382" y="14236"/>
                </a:cubicBezTo>
                <a:cubicBezTo>
                  <a:pt x="6924" y="14236"/>
                  <a:pt x="7364" y="14676"/>
                  <a:pt x="7364" y="15218"/>
                </a:cubicBezTo>
                <a:cubicBezTo>
                  <a:pt x="7364" y="15761"/>
                  <a:pt x="6924" y="16200"/>
                  <a:pt x="6382" y="16200"/>
                </a:cubicBezTo>
                <a:moveTo>
                  <a:pt x="6382" y="13255"/>
                </a:moveTo>
                <a:cubicBezTo>
                  <a:pt x="5297" y="13255"/>
                  <a:pt x="4418" y="14134"/>
                  <a:pt x="4418" y="15218"/>
                </a:cubicBezTo>
                <a:cubicBezTo>
                  <a:pt x="4418" y="16303"/>
                  <a:pt x="5297" y="17182"/>
                  <a:pt x="6382" y="17182"/>
                </a:cubicBezTo>
                <a:cubicBezTo>
                  <a:pt x="7466" y="17182"/>
                  <a:pt x="8345" y="16303"/>
                  <a:pt x="8345" y="15218"/>
                </a:cubicBezTo>
                <a:cubicBezTo>
                  <a:pt x="8345" y="14134"/>
                  <a:pt x="7466" y="13255"/>
                  <a:pt x="6382" y="13255"/>
                </a:cubicBezTo>
                <a:moveTo>
                  <a:pt x="5891" y="4418"/>
                </a:moveTo>
                <a:lnTo>
                  <a:pt x="4909" y="4418"/>
                </a:lnTo>
                <a:cubicBezTo>
                  <a:pt x="4638" y="4418"/>
                  <a:pt x="4418" y="4638"/>
                  <a:pt x="4418" y="4909"/>
                </a:cubicBezTo>
                <a:cubicBezTo>
                  <a:pt x="4418" y="5180"/>
                  <a:pt x="4638" y="5400"/>
                  <a:pt x="4909" y="5400"/>
                </a:cubicBezTo>
                <a:lnTo>
                  <a:pt x="5891" y="5400"/>
                </a:lnTo>
                <a:cubicBezTo>
                  <a:pt x="11585" y="5400"/>
                  <a:pt x="16200" y="10016"/>
                  <a:pt x="16200" y="15709"/>
                </a:cubicBezTo>
                <a:lnTo>
                  <a:pt x="16200" y="16691"/>
                </a:lnTo>
                <a:cubicBezTo>
                  <a:pt x="16200" y="16962"/>
                  <a:pt x="16420" y="17182"/>
                  <a:pt x="16691" y="17182"/>
                </a:cubicBezTo>
                <a:cubicBezTo>
                  <a:pt x="16962" y="17182"/>
                  <a:pt x="17182" y="16962"/>
                  <a:pt x="17182" y="16691"/>
                </a:cubicBezTo>
                <a:lnTo>
                  <a:pt x="17182" y="15709"/>
                </a:lnTo>
                <a:cubicBezTo>
                  <a:pt x="17182" y="9473"/>
                  <a:pt x="12127" y="4418"/>
                  <a:pt x="5891" y="4418"/>
                </a:cubicBezTo>
                <a:moveTo>
                  <a:pt x="20618" y="19636"/>
                </a:moveTo>
                <a:cubicBezTo>
                  <a:pt x="20618" y="20179"/>
                  <a:pt x="20178" y="20618"/>
                  <a:pt x="19636" y="20618"/>
                </a:cubicBezTo>
                <a:lnTo>
                  <a:pt x="1964" y="20618"/>
                </a:lnTo>
                <a:cubicBezTo>
                  <a:pt x="1422" y="20618"/>
                  <a:pt x="982" y="20179"/>
                  <a:pt x="982" y="19636"/>
                </a:cubicBezTo>
                <a:lnTo>
                  <a:pt x="982" y="1964"/>
                </a:lnTo>
                <a:cubicBezTo>
                  <a:pt x="982" y="1422"/>
                  <a:pt x="1422" y="982"/>
                  <a:pt x="1964" y="982"/>
                </a:cubicBezTo>
                <a:lnTo>
                  <a:pt x="19636" y="982"/>
                </a:lnTo>
                <a:cubicBezTo>
                  <a:pt x="20178" y="982"/>
                  <a:pt x="20618" y="1422"/>
                  <a:pt x="20618" y="1964"/>
                </a:cubicBezTo>
                <a:cubicBezTo>
                  <a:pt x="20618" y="1964"/>
                  <a:pt x="20618" y="19636"/>
                  <a:pt x="20618" y="19636"/>
                </a:cubicBezTo>
                <a:close/>
                <a:moveTo>
                  <a:pt x="19636" y="0"/>
                </a:moveTo>
                <a:lnTo>
                  <a:pt x="1964" y="0"/>
                </a:lnTo>
                <a:cubicBezTo>
                  <a:pt x="879" y="0"/>
                  <a:pt x="0" y="879"/>
                  <a:pt x="0" y="1964"/>
                </a:cubicBezTo>
                <a:lnTo>
                  <a:pt x="0" y="19636"/>
                </a:lnTo>
                <a:cubicBezTo>
                  <a:pt x="0" y="20721"/>
                  <a:pt x="879" y="21600"/>
                  <a:pt x="1964" y="21600"/>
                </a:cubicBezTo>
                <a:lnTo>
                  <a:pt x="19636" y="21600"/>
                </a:lnTo>
                <a:cubicBezTo>
                  <a:pt x="20721" y="21600"/>
                  <a:pt x="21600" y="20721"/>
                  <a:pt x="21600" y="19636"/>
                </a:cubicBezTo>
                <a:lnTo>
                  <a:pt x="21600" y="1964"/>
                </a:lnTo>
                <a:cubicBezTo>
                  <a:pt x="21600" y="879"/>
                  <a:pt x="20721" y="0"/>
                  <a:pt x="19636" y="0"/>
                </a:cubicBezTo>
              </a:path>
            </a:pathLst>
          </a:custGeom>
          <a:solidFill>
            <a:schemeClr val="tx1"/>
          </a:solidFill>
          <a:ln w="12700">
            <a:miter lim="400000"/>
          </a:ln>
        </p:spPr>
        <p:txBody>
          <a:bodyPr lIns="14284" tIns="14284" rIns="14284" bIns="14284" anchor="ctr"/>
          <a:lstStyle/>
          <a:p>
            <a:pPr defTabSz="171399" eaLnBrk="1" hangingPunct="1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1125">
              <a:solidFill>
                <a:srgbClr val="FFFFFF"/>
              </a:solidFill>
              <a:effectLst>
                <a:outerShdw blurRad="38100" dist="12700" dir="5400000" rotWithShape="0">
                  <a:srgbClr val="000000">
                    <a:alpha val="50000"/>
                  </a:srgbClr>
                </a:outerShdw>
              </a:effectLst>
              <a:latin typeface="Gill Sans"/>
              <a:ea typeface="Calibri" charset="0"/>
              <a:cs typeface="Calibri" charset="0"/>
              <a:sym typeface="Gill Sans"/>
            </a:endParaRPr>
          </a:p>
        </p:txBody>
      </p:sp>
      <p:sp>
        <p:nvSpPr>
          <p:cNvPr id="133" name="Shape 2854"/>
          <p:cNvSpPr/>
          <p:nvPr userDrawn="1"/>
        </p:nvSpPr>
        <p:spPr>
          <a:xfrm>
            <a:off x="7619971" y="2202321"/>
            <a:ext cx="209550" cy="209550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9152" y="3921"/>
                </a:moveTo>
                <a:cubicBezTo>
                  <a:pt x="18338" y="3921"/>
                  <a:pt x="17679" y="3262"/>
                  <a:pt x="17679" y="2448"/>
                </a:cubicBezTo>
                <a:cubicBezTo>
                  <a:pt x="17679" y="1634"/>
                  <a:pt x="18338" y="975"/>
                  <a:pt x="19152" y="975"/>
                </a:cubicBezTo>
                <a:cubicBezTo>
                  <a:pt x="19966" y="975"/>
                  <a:pt x="20625" y="1634"/>
                  <a:pt x="20625" y="2448"/>
                </a:cubicBezTo>
                <a:cubicBezTo>
                  <a:pt x="20625" y="3262"/>
                  <a:pt x="19966" y="3921"/>
                  <a:pt x="19152" y="3921"/>
                </a:cubicBezTo>
                <a:moveTo>
                  <a:pt x="10804" y="12269"/>
                </a:moveTo>
                <a:cubicBezTo>
                  <a:pt x="9991" y="12269"/>
                  <a:pt x="9331" y="11609"/>
                  <a:pt x="9331" y="10795"/>
                </a:cubicBezTo>
                <a:cubicBezTo>
                  <a:pt x="9331" y="9981"/>
                  <a:pt x="9991" y="9322"/>
                  <a:pt x="10804" y="9322"/>
                </a:cubicBezTo>
                <a:cubicBezTo>
                  <a:pt x="11618" y="9322"/>
                  <a:pt x="12278" y="9981"/>
                  <a:pt x="12278" y="10795"/>
                </a:cubicBezTo>
                <a:cubicBezTo>
                  <a:pt x="12278" y="11609"/>
                  <a:pt x="11618" y="12269"/>
                  <a:pt x="10804" y="12269"/>
                </a:cubicBezTo>
                <a:moveTo>
                  <a:pt x="3930" y="19143"/>
                </a:moveTo>
                <a:cubicBezTo>
                  <a:pt x="3930" y="19956"/>
                  <a:pt x="3271" y="20616"/>
                  <a:pt x="2457" y="20616"/>
                </a:cubicBezTo>
                <a:cubicBezTo>
                  <a:pt x="1643" y="20616"/>
                  <a:pt x="984" y="19956"/>
                  <a:pt x="984" y="19143"/>
                </a:cubicBezTo>
                <a:cubicBezTo>
                  <a:pt x="984" y="18329"/>
                  <a:pt x="1643" y="17669"/>
                  <a:pt x="2457" y="17669"/>
                </a:cubicBezTo>
                <a:cubicBezTo>
                  <a:pt x="3271" y="17669"/>
                  <a:pt x="3930" y="18329"/>
                  <a:pt x="3930" y="19143"/>
                </a:cubicBezTo>
                <a:moveTo>
                  <a:pt x="19148" y="0"/>
                </a:moveTo>
                <a:cubicBezTo>
                  <a:pt x="17793" y="0"/>
                  <a:pt x="16695" y="1098"/>
                  <a:pt x="16695" y="2452"/>
                </a:cubicBezTo>
                <a:cubicBezTo>
                  <a:pt x="16695" y="3640"/>
                  <a:pt x="17539" y="4630"/>
                  <a:pt x="18660" y="4856"/>
                </a:cubicBezTo>
                <a:lnTo>
                  <a:pt x="18660" y="10306"/>
                </a:lnTo>
                <a:lnTo>
                  <a:pt x="13203" y="10306"/>
                </a:lnTo>
                <a:cubicBezTo>
                  <a:pt x="12974" y="9187"/>
                  <a:pt x="11985" y="8347"/>
                  <a:pt x="10800" y="8347"/>
                </a:cubicBezTo>
                <a:cubicBezTo>
                  <a:pt x="9615" y="8347"/>
                  <a:pt x="8626" y="9187"/>
                  <a:pt x="8398" y="10306"/>
                </a:cubicBezTo>
                <a:lnTo>
                  <a:pt x="2456" y="10306"/>
                </a:lnTo>
                <a:cubicBezTo>
                  <a:pt x="2184" y="10306"/>
                  <a:pt x="1965" y="10525"/>
                  <a:pt x="1965" y="10796"/>
                </a:cubicBezTo>
                <a:lnTo>
                  <a:pt x="1965" y="16744"/>
                </a:lnTo>
                <a:cubicBezTo>
                  <a:pt x="844" y="16970"/>
                  <a:pt x="0" y="17960"/>
                  <a:pt x="0" y="19147"/>
                </a:cubicBezTo>
                <a:cubicBezTo>
                  <a:pt x="0" y="20502"/>
                  <a:pt x="1098" y="21600"/>
                  <a:pt x="2453" y="21600"/>
                </a:cubicBezTo>
                <a:cubicBezTo>
                  <a:pt x="3807" y="21600"/>
                  <a:pt x="4905" y="20502"/>
                  <a:pt x="4905" y="19147"/>
                </a:cubicBezTo>
                <a:cubicBezTo>
                  <a:pt x="4905" y="17961"/>
                  <a:pt x="4065" y="16973"/>
                  <a:pt x="2947" y="16744"/>
                </a:cubicBezTo>
                <a:lnTo>
                  <a:pt x="2947" y="11287"/>
                </a:lnTo>
                <a:lnTo>
                  <a:pt x="8397" y="11287"/>
                </a:lnTo>
                <a:cubicBezTo>
                  <a:pt x="8623" y="12408"/>
                  <a:pt x="9613" y="13253"/>
                  <a:pt x="10800" y="13253"/>
                </a:cubicBezTo>
                <a:cubicBezTo>
                  <a:pt x="11988" y="13253"/>
                  <a:pt x="12978" y="12408"/>
                  <a:pt x="13203" y="11287"/>
                </a:cubicBezTo>
                <a:lnTo>
                  <a:pt x="19151" y="11287"/>
                </a:lnTo>
                <a:cubicBezTo>
                  <a:pt x="19422" y="11287"/>
                  <a:pt x="19642" y="11068"/>
                  <a:pt x="19642" y="10796"/>
                </a:cubicBezTo>
                <a:lnTo>
                  <a:pt x="19642" y="4855"/>
                </a:lnTo>
                <a:cubicBezTo>
                  <a:pt x="20759" y="4626"/>
                  <a:pt x="21600" y="3638"/>
                  <a:pt x="21600" y="2452"/>
                </a:cubicBezTo>
                <a:cubicBezTo>
                  <a:pt x="21600" y="1098"/>
                  <a:pt x="20502" y="0"/>
                  <a:pt x="19148" y="0"/>
                </a:cubicBezTo>
              </a:path>
            </a:pathLst>
          </a:custGeom>
          <a:solidFill>
            <a:schemeClr val="tx1"/>
          </a:solidFill>
          <a:ln w="12700">
            <a:miter lim="400000"/>
          </a:ln>
        </p:spPr>
        <p:txBody>
          <a:bodyPr lIns="14284" tIns="14284" rIns="14284" bIns="14284" anchor="ctr"/>
          <a:lstStyle/>
          <a:p>
            <a:pPr defTabSz="171399" eaLnBrk="1" hangingPunct="1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1125">
              <a:solidFill>
                <a:srgbClr val="FFFFFF"/>
              </a:solidFill>
              <a:effectLst>
                <a:outerShdw blurRad="38100" dist="12700" dir="5400000" rotWithShape="0">
                  <a:srgbClr val="000000">
                    <a:alpha val="50000"/>
                  </a:srgbClr>
                </a:outerShdw>
              </a:effectLst>
              <a:latin typeface="Gill Sans"/>
              <a:ea typeface="Calibri" charset="0"/>
              <a:cs typeface="Calibri" charset="0"/>
              <a:sym typeface="Gill Sans"/>
            </a:endParaRPr>
          </a:p>
        </p:txBody>
      </p:sp>
      <p:sp>
        <p:nvSpPr>
          <p:cNvPr id="134" name="Shape 2855"/>
          <p:cNvSpPr/>
          <p:nvPr userDrawn="1"/>
        </p:nvSpPr>
        <p:spPr>
          <a:xfrm>
            <a:off x="7995782" y="2202321"/>
            <a:ext cx="190500" cy="209550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8907" y="20616"/>
                </a:moveTo>
                <a:cubicBezTo>
                  <a:pt x="18012" y="20616"/>
                  <a:pt x="17287" y="19956"/>
                  <a:pt x="17287" y="19143"/>
                </a:cubicBezTo>
                <a:cubicBezTo>
                  <a:pt x="17287" y="18329"/>
                  <a:pt x="18012" y="17669"/>
                  <a:pt x="18907" y="17669"/>
                </a:cubicBezTo>
                <a:cubicBezTo>
                  <a:pt x="19802" y="17669"/>
                  <a:pt x="20527" y="18329"/>
                  <a:pt x="20527" y="19143"/>
                </a:cubicBezTo>
                <a:cubicBezTo>
                  <a:pt x="20527" y="19956"/>
                  <a:pt x="19802" y="20616"/>
                  <a:pt x="18907" y="20616"/>
                </a:cubicBezTo>
                <a:moveTo>
                  <a:pt x="2703" y="12269"/>
                </a:moveTo>
                <a:cubicBezTo>
                  <a:pt x="1808" y="12269"/>
                  <a:pt x="1082" y="11609"/>
                  <a:pt x="1082" y="10795"/>
                </a:cubicBezTo>
                <a:cubicBezTo>
                  <a:pt x="1082" y="9981"/>
                  <a:pt x="1808" y="9322"/>
                  <a:pt x="2703" y="9322"/>
                </a:cubicBezTo>
                <a:cubicBezTo>
                  <a:pt x="3598" y="9322"/>
                  <a:pt x="4323" y="9981"/>
                  <a:pt x="4323" y="10795"/>
                </a:cubicBezTo>
                <a:cubicBezTo>
                  <a:pt x="4323" y="11609"/>
                  <a:pt x="3598" y="12269"/>
                  <a:pt x="2703" y="12269"/>
                </a:cubicBezTo>
                <a:moveTo>
                  <a:pt x="18907" y="975"/>
                </a:moveTo>
                <a:cubicBezTo>
                  <a:pt x="19802" y="975"/>
                  <a:pt x="20527" y="1634"/>
                  <a:pt x="20527" y="2448"/>
                </a:cubicBezTo>
                <a:cubicBezTo>
                  <a:pt x="20527" y="3262"/>
                  <a:pt x="19802" y="3921"/>
                  <a:pt x="18907" y="3921"/>
                </a:cubicBezTo>
                <a:cubicBezTo>
                  <a:pt x="18012" y="3921"/>
                  <a:pt x="17287" y="3262"/>
                  <a:pt x="17287" y="2448"/>
                </a:cubicBezTo>
                <a:cubicBezTo>
                  <a:pt x="17287" y="1634"/>
                  <a:pt x="18012" y="975"/>
                  <a:pt x="18907" y="975"/>
                </a:cubicBezTo>
                <a:moveTo>
                  <a:pt x="18902" y="16695"/>
                </a:moveTo>
                <a:cubicBezTo>
                  <a:pt x="18092" y="16695"/>
                  <a:pt x="17374" y="17026"/>
                  <a:pt x="16879" y="17540"/>
                </a:cubicBezTo>
                <a:lnTo>
                  <a:pt x="5253" y="11551"/>
                </a:lnTo>
                <a:cubicBezTo>
                  <a:pt x="5338" y="11314"/>
                  <a:pt x="5396" y="11064"/>
                  <a:pt x="5396" y="10800"/>
                </a:cubicBezTo>
                <a:cubicBezTo>
                  <a:pt x="5396" y="10536"/>
                  <a:pt x="5338" y="10286"/>
                  <a:pt x="5253" y="10048"/>
                </a:cubicBezTo>
                <a:lnTo>
                  <a:pt x="16879" y="4059"/>
                </a:lnTo>
                <a:cubicBezTo>
                  <a:pt x="17373" y="4574"/>
                  <a:pt x="18092" y="4905"/>
                  <a:pt x="18902" y="4905"/>
                </a:cubicBezTo>
                <a:cubicBezTo>
                  <a:pt x="20392" y="4905"/>
                  <a:pt x="21600" y="3807"/>
                  <a:pt x="21600" y="2452"/>
                </a:cubicBezTo>
                <a:cubicBezTo>
                  <a:pt x="21600" y="1098"/>
                  <a:pt x="20392" y="0"/>
                  <a:pt x="18902" y="0"/>
                </a:cubicBezTo>
                <a:cubicBezTo>
                  <a:pt x="17412" y="0"/>
                  <a:pt x="16204" y="1098"/>
                  <a:pt x="16204" y="2452"/>
                </a:cubicBezTo>
                <a:cubicBezTo>
                  <a:pt x="16204" y="2716"/>
                  <a:pt x="16262" y="2966"/>
                  <a:pt x="16347" y="3204"/>
                </a:cubicBezTo>
                <a:lnTo>
                  <a:pt x="4722" y="9193"/>
                </a:lnTo>
                <a:cubicBezTo>
                  <a:pt x="4227" y="8679"/>
                  <a:pt x="3509" y="8347"/>
                  <a:pt x="2698" y="8347"/>
                </a:cubicBezTo>
                <a:cubicBezTo>
                  <a:pt x="1208" y="8347"/>
                  <a:pt x="0" y="9445"/>
                  <a:pt x="0" y="10800"/>
                </a:cubicBezTo>
                <a:cubicBezTo>
                  <a:pt x="0" y="12155"/>
                  <a:pt x="1208" y="13253"/>
                  <a:pt x="2698" y="13253"/>
                </a:cubicBezTo>
                <a:cubicBezTo>
                  <a:pt x="3509" y="13253"/>
                  <a:pt x="4227" y="12921"/>
                  <a:pt x="4722" y="12406"/>
                </a:cubicBezTo>
                <a:lnTo>
                  <a:pt x="16347" y="18395"/>
                </a:lnTo>
                <a:cubicBezTo>
                  <a:pt x="16262" y="18633"/>
                  <a:pt x="16204" y="18883"/>
                  <a:pt x="16204" y="19147"/>
                </a:cubicBezTo>
                <a:cubicBezTo>
                  <a:pt x="16204" y="20502"/>
                  <a:pt x="17412" y="21600"/>
                  <a:pt x="18902" y="21600"/>
                </a:cubicBezTo>
                <a:cubicBezTo>
                  <a:pt x="20392" y="21600"/>
                  <a:pt x="21600" y="20502"/>
                  <a:pt x="21600" y="19147"/>
                </a:cubicBezTo>
                <a:cubicBezTo>
                  <a:pt x="21600" y="17792"/>
                  <a:pt x="20392" y="16695"/>
                  <a:pt x="18902" y="16695"/>
                </a:cubicBezTo>
              </a:path>
            </a:pathLst>
          </a:custGeom>
          <a:solidFill>
            <a:schemeClr val="tx1"/>
          </a:solidFill>
          <a:ln w="12700">
            <a:miter lim="400000"/>
          </a:ln>
        </p:spPr>
        <p:txBody>
          <a:bodyPr lIns="14284" tIns="14284" rIns="14284" bIns="14284" anchor="ctr"/>
          <a:lstStyle/>
          <a:p>
            <a:pPr defTabSz="171399" eaLnBrk="1" hangingPunct="1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1125">
              <a:solidFill>
                <a:srgbClr val="FFFFFF"/>
              </a:solidFill>
              <a:effectLst>
                <a:outerShdw blurRad="38100" dist="12700" dir="5400000" rotWithShape="0">
                  <a:srgbClr val="000000">
                    <a:alpha val="50000"/>
                  </a:srgbClr>
                </a:outerShdw>
              </a:effectLst>
              <a:latin typeface="Gill Sans"/>
              <a:ea typeface="Calibri" charset="0"/>
              <a:cs typeface="Calibri" charset="0"/>
              <a:sym typeface="Gill Sans"/>
            </a:endParaRPr>
          </a:p>
        </p:txBody>
      </p:sp>
      <p:sp>
        <p:nvSpPr>
          <p:cNvPr id="135" name="Shape 2857"/>
          <p:cNvSpPr/>
          <p:nvPr userDrawn="1"/>
        </p:nvSpPr>
        <p:spPr>
          <a:xfrm>
            <a:off x="8406376" y="2202321"/>
            <a:ext cx="209550" cy="209550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8429" y="14128"/>
                </a:moveTo>
                <a:cubicBezTo>
                  <a:pt x="17041" y="13430"/>
                  <a:pt x="15777" y="12523"/>
                  <a:pt x="14684" y="11440"/>
                </a:cubicBezTo>
                <a:cubicBezTo>
                  <a:pt x="15214" y="10618"/>
                  <a:pt x="15664" y="9739"/>
                  <a:pt x="16034" y="8820"/>
                </a:cubicBezTo>
                <a:cubicBezTo>
                  <a:pt x="16089" y="8826"/>
                  <a:pt x="16143" y="8836"/>
                  <a:pt x="16200" y="8836"/>
                </a:cubicBezTo>
                <a:cubicBezTo>
                  <a:pt x="17013" y="8836"/>
                  <a:pt x="17673" y="8177"/>
                  <a:pt x="17673" y="7364"/>
                </a:cubicBezTo>
                <a:cubicBezTo>
                  <a:pt x="17673" y="6787"/>
                  <a:pt x="17339" y="6294"/>
                  <a:pt x="16856" y="6052"/>
                </a:cubicBezTo>
                <a:cubicBezTo>
                  <a:pt x="17033" y="5170"/>
                  <a:pt x="17144" y="4264"/>
                  <a:pt x="17167" y="3336"/>
                </a:cubicBezTo>
                <a:cubicBezTo>
                  <a:pt x="19277" y="5136"/>
                  <a:pt x="20618" y="7809"/>
                  <a:pt x="20618" y="10800"/>
                </a:cubicBezTo>
                <a:cubicBezTo>
                  <a:pt x="20618" y="11764"/>
                  <a:pt x="20469" y="12689"/>
                  <a:pt x="20209" y="13568"/>
                </a:cubicBezTo>
                <a:cubicBezTo>
                  <a:pt x="19628" y="13783"/>
                  <a:pt x="19034" y="13971"/>
                  <a:pt x="18429" y="14128"/>
                </a:cubicBezTo>
                <a:moveTo>
                  <a:pt x="10800" y="20618"/>
                </a:moveTo>
                <a:cubicBezTo>
                  <a:pt x="8406" y="20618"/>
                  <a:pt x="6213" y="19759"/>
                  <a:pt x="4509" y="18335"/>
                </a:cubicBezTo>
                <a:cubicBezTo>
                  <a:pt x="6552" y="17934"/>
                  <a:pt x="8450" y="17135"/>
                  <a:pt x="10128" y="16031"/>
                </a:cubicBezTo>
                <a:cubicBezTo>
                  <a:pt x="10330" y="16135"/>
                  <a:pt x="10556" y="16200"/>
                  <a:pt x="10800" y="16200"/>
                </a:cubicBezTo>
                <a:cubicBezTo>
                  <a:pt x="11273" y="16200"/>
                  <a:pt x="11689" y="15973"/>
                  <a:pt x="11959" y="15627"/>
                </a:cubicBezTo>
                <a:cubicBezTo>
                  <a:pt x="12547" y="15680"/>
                  <a:pt x="13142" y="15709"/>
                  <a:pt x="13745" y="15709"/>
                </a:cubicBezTo>
                <a:cubicBezTo>
                  <a:pt x="15323" y="15709"/>
                  <a:pt x="16852" y="15508"/>
                  <a:pt x="18322" y="15156"/>
                </a:cubicBezTo>
                <a:cubicBezTo>
                  <a:pt x="18660" y="15317"/>
                  <a:pt x="18998" y="15480"/>
                  <a:pt x="19350" y="15618"/>
                </a:cubicBezTo>
                <a:cubicBezTo>
                  <a:pt x="17665" y="18601"/>
                  <a:pt x="14470" y="20618"/>
                  <a:pt x="10800" y="20618"/>
                </a:cubicBezTo>
                <a:moveTo>
                  <a:pt x="3539" y="17392"/>
                </a:moveTo>
                <a:cubicBezTo>
                  <a:pt x="3476" y="16840"/>
                  <a:pt x="3436" y="16279"/>
                  <a:pt x="3436" y="15709"/>
                </a:cubicBezTo>
                <a:cubicBezTo>
                  <a:pt x="3436" y="14763"/>
                  <a:pt x="3536" y="13842"/>
                  <a:pt x="3707" y="12946"/>
                </a:cubicBezTo>
                <a:cubicBezTo>
                  <a:pt x="5455" y="13988"/>
                  <a:pt x="7377" y="14767"/>
                  <a:pt x="9421" y="15226"/>
                </a:cubicBezTo>
                <a:cubicBezTo>
                  <a:pt x="9431" y="15253"/>
                  <a:pt x="9436" y="15282"/>
                  <a:pt x="9447" y="15308"/>
                </a:cubicBezTo>
                <a:cubicBezTo>
                  <a:pt x="7724" y="16421"/>
                  <a:pt x="5761" y="17193"/>
                  <a:pt x="3643" y="17506"/>
                </a:cubicBezTo>
                <a:cubicBezTo>
                  <a:pt x="3608" y="17469"/>
                  <a:pt x="3573" y="17430"/>
                  <a:pt x="3539" y="17392"/>
                </a:cubicBezTo>
                <a:moveTo>
                  <a:pt x="3075" y="11369"/>
                </a:moveTo>
                <a:cubicBezTo>
                  <a:pt x="2361" y="10869"/>
                  <a:pt x="1683" y="10321"/>
                  <a:pt x="1046" y="9729"/>
                </a:cubicBezTo>
                <a:cubicBezTo>
                  <a:pt x="1528" y="5299"/>
                  <a:pt x="4955" y="1762"/>
                  <a:pt x="9331" y="1104"/>
                </a:cubicBezTo>
                <a:cubicBezTo>
                  <a:pt x="9335" y="1629"/>
                  <a:pt x="9363" y="2148"/>
                  <a:pt x="9417" y="2660"/>
                </a:cubicBezTo>
                <a:cubicBezTo>
                  <a:pt x="8572" y="3227"/>
                  <a:pt x="7787" y="3879"/>
                  <a:pt x="7069" y="4596"/>
                </a:cubicBezTo>
                <a:cubicBezTo>
                  <a:pt x="6863" y="4486"/>
                  <a:pt x="6632" y="4418"/>
                  <a:pt x="6382" y="4418"/>
                </a:cubicBezTo>
                <a:cubicBezTo>
                  <a:pt x="5569" y="4418"/>
                  <a:pt x="4909" y="5078"/>
                  <a:pt x="4909" y="5891"/>
                </a:cubicBezTo>
                <a:cubicBezTo>
                  <a:pt x="4909" y="6236"/>
                  <a:pt x="5033" y="6549"/>
                  <a:pt x="5231" y="6800"/>
                </a:cubicBezTo>
                <a:cubicBezTo>
                  <a:pt x="4279" y="8179"/>
                  <a:pt x="3550" y="9719"/>
                  <a:pt x="3075" y="11369"/>
                </a:cubicBezTo>
                <a:moveTo>
                  <a:pt x="2466" y="15973"/>
                </a:moveTo>
                <a:cubicBezTo>
                  <a:pt x="1563" y="14521"/>
                  <a:pt x="1025" y="12821"/>
                  <a:pt x="989" y="10995"/>
                </a:cubicBezTo>
                <a:cubicBezTo>
                  <a:pt x="1570" y="11492"/>
                  <a:pt x="2180" y="11955"/>
                  <a:pt x="2817" y="12383"/>
                </a:cubicBezTo>
                <a:cubicBezTo>
                  <a:pt x="2585" y="13456"/>
                  <a:pt x="2455" y="14567"/>
                  <a:pt x="2455" y="15709"/>
                </a:cubicBezTo>
                <a:cubicBezTo>
                  <a:pt x="2455" y="15798"/>
                  <a:pt x="2464" y="15885"/>
                  <a:pt x="2466" y="15973"/>
                </a:cubicBezTo>
                <a:moveTo>
                  <a:pt x="13428" y="11540"/>
                </a:moveTo>
                <a:cubicBezTo>
                  <a:pt x="12907" y="12264"/>
                  <a:pt x="12315" y="12931"/>
                  <a:pt x="11674" y="13548"/>
                </a:cubicBezTo>
                <a:cubicBezTo>
                  <a:pt x="11429" y="13366"/>
                  <a:pt x="11129" y="13255"/>
                  <a:pt x="10800" y="13255"/>
                </a:cubicBezTo>
                <a:cubicBezTo>
                  <a:pt x="10166" y="13255"/>
                  <a:pt x="9631" y="13657"/>
                  <a:pt x="9423" y="14218"/>
                </a:cubicBezTo>
                <a:cubicBezTo>
                  <a:pt x="7455" y="13751"/>
                  <a:pt x="5607" y="12973"/>
                  <a:pt x="3936" y="11937"/>
                </a:cubicBezTo>
                <a:cubicBezTo>
                  <a:pt x="4379" y="10266"/>
                  <a:pt x="5100" y="8708"/>
                  <a:pt x="6060" y="7326"/>
                </a:cubicBezTo>
                <a:cubicBezTo>
                  <a:pt x="6164" y="7349"/>
                  <a:pt x="6271" y="7364"/>
                  <a:pt x="6382" y="7364"/>
                </a:cubicBezTo>
                <a:cubicBezTo>
                  <a:pt x="7195" y="7364"/>
                  <a:pt x="7855" y="6704"/>
                  <a:pt x="7855" y="5891"/>
                </a:cubicBezTo>
                <a:cubicBezTo>
                  <a:pt x="7855" y="5688"/>
                  <a:pt x="7813" y="5493"/>
                  <a:pt x="7739" y="5317"/>
                </a:cubicBezTo>
                <a:cubicBezTo>
                  <a:pt x="8307" y="4747"/>
                  <a:pt x="8920" y="4221"/>
                  <a:pt x="9575" y="3749"/>
                </a:cubicBezTo>
                <a:cubicBezTo>
                  <a:pt x="10104" y="6723"/>
                  <a:pt x="11479" y="9397"/>
                  <a:pt x="13428" y="11540"/>
                </a:cubicBezTo>
                <a:moveTo>
                  <a:pt x="10800" y="982"/>
                </a:moveTo>
                <a:cubicBezTo>
                  <a:pt x="11347" y="982"/>
                  <a:pt x="11881" y="1038"/>
                  <a:pt x="12403" y="1125"/>
                </a:cubicBezTo>
                <a:cubicBezTo>
                  <a:pt x="11696" y="1400"/>
                  <a:pt x="11005" y="1707"/>
                  <a:pt x="10354" y="2081"/>
                </a:cubicBezTo>
                <a:cubicBezTo>
                  <a:pt x="10328" y="1726"/>
                  <a:pt x="10311" y="1368"/>
                  <a:pt x="10310" y="1007"/>
                </a:cubicBezTo>
                <a:cubicBezTo>
                  <a:pt x="10474" y="999"/>
                  <a:pt x="10635" y="982"/>
                  <a:pt x="10800" y="982"/>
                </a:cubicBezTo>
                <a:moveTo>
                  <a:pt x="14120" y="12262"/>
                </a:moveTo>
                <a:cubicBezTo>
                  <a:pt x="14982" y="13097"/>
                  <a:pt x="15950" y="13819"/>
                  <a:pt x="16986" y="14440"/>
                </a:cubicBezTo>
                <a:cubicBezTo>
                  <a:pt x="15933" y="14626"/>
                  <a:pt x="14852" y="14727"/>
                  <a:pt x="13745" y="14727"/>
                </a:cubicBezTo>
                <a:cubicBezTo>
                  <a:pt x="13246" y="14727"/>
                  <a:pt x="12754" y="14702"/>
                  <a:pt x="12265" y="14664"/>
                </a:cubicBezTo>
                <a:cubicBezTo>
                  <a:pt x="12259" y="14569"/>
                  <a:pt x="12250" y="14475"/>
                  <a:pt x="12229" y="14385"/>
                </a:cubicBezTo>
                <a:cubicBezTo>
                  <a:pt x="12921" y="13737"/>
                  <a:pt x="13555" y="13027"/>
                  <a:pt x="14120" y="12262"/>
                </a:cubicBezTo>
                <a:moveTo>
                  <a:pt x="16188" y="2597"/>
                </a:moveTo>
                <a:cubicBezTo>
                  <a:pt x="16191" y="2713"/>
                  <a:pt x="16200" y="2828"/>
                  <a:pt x="16200" y="2945"/>
                </a:cubicBezTo>
                <a:cubicBezTo>
                  <a:pt x="16200" y="3967"/>
                  <a:pt x="16092" y="4962"/>
                  <a:pt x="15894" y="5924"/>
                </a:cubicBezTo>
                <a:cubicBezTo>
                  <a:pt x="15227" y="6065"/>
                  <a:pt x="14727" y="6656"/>
                  <a:pt x="14727" y="7364"/>
                </a:cubicBezTo>
                <a:cubicBezTo>
                  <a:pt x="14727" y="7765"/>
                  <a:pt x="14888" y="8127"/>
                  <a:pt x="15149" y="8393"/>
                </a:cubicBezTo>
                <a:cubicBezTo>
                  <a:pt x="14827" y="9199"/>
                  <a:pt x="14443" y="9973"/>
                  <a:pt x="13991" y="10701"/>
                </a:cubicBezTo>
                <a:cubicBezTo>
                  <a:pt x="12159" y="8620"/>
                  <a:pt x="10894" y="6025"/>
                  <a:pt x="10469" y="3152"/>
                </a:cubicBezTo>
                <a:cubicBezTo>
                  <a:pt x="11590" y="2463"/>
                  <a:pt x="12813" y="1934"/>
                  <a:pt x="14106" y="1565"/>
                </a:cubicBezTo>
                <a:cubicBezTo>
                  <a:pt x="14844" y="1829"/>
                  <a:pt x="15544" y="2173"/>
                  <a:pt x="16188" y="2597"/>
                </a:cubicBezTo>
                <a:moveTo>
                  <a:pt x="10800" y="0"/>
                </a:moveTo>
                <a:cubicBezTo>
                  <a:pt x="4835" y="0"/>
                  <a:pt x="0" y="4835"/>
                  <a:pt x="0" y="10800"/>
                </a:cubicBezTo>
                <a:cubicBezTo>
                  <a:pt x="0" y="16765"/>
                  <a:pt x="4835" y="21600"/>
                  <a:pt x="10800" y="21600"/>
                </a:cubicBezTo>
                <a:cubicBezTo>
                  <a:pt x="16765" y="21600"/>
                  <a:pt x="21600" y="16765"/>
                  <a:pt x="21600" y="10800"/>
                </a:cubicBezTo>
                <a:cubicBezTo>
                  <a:pt x="21600" y="4835"/>
                  <a:pt x="16765" y="0"/>
                  <a:pt x="10800" y="0"/>
                </a:cubicBezTo>
              </a:path>
            </a:pathLst>
          </a:custGeom>
          <a:solidFill>
            <a:schemeClr val="tx1"/>
          </a:solidFill>
          <a:ln w="12700">
            <a:miter lim="400000"/>
          </a:ln>
        </p:spPr>
        <p:txBody>
          <a:bodyPr lIns="14284" tIns="14284" rIns="14284" bIns="14284" anchor="ctr"/>
          <a:lstStyle/>
          <a:p>
            <a:pPr defTabSz="171399" eaLnBrk="1" hangingPunct="1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1125">
              <a:solidFill>
                <a:srgbClr val="FFFFFF"/>
              </a:solidFill>
              <a:effectLst>
                <a:outerShdw blurRad="38100" dist="12700" dir="5400000" rotWithShape="0">
                  <a:srgbClr val="000000">
                    <a:alpha val="50000"/>
                  </a:srgbClr>
                </a:outerShdw>
              </a:effectLst>
              <a:latin typeface="Gill Sans"/>
              <a:ea typeface="Calibri" charset="0"/>
              <a:cs typeface="Calibri" charset="0"/>
              <a:sym typeface="Gill Sans"/>
            </a:endParaRPr>
          </a:p>
        </p:txBody>
      </p:sp>
      <p:sp>
        <p:nvSpPr>
          <p:cNvPr id="136" name="Shape 2858"/>
          <p:cNvSpPr/>
          <p:nvPr userDrawn="1"/>
        </p:nvSpPr>
        <p:spPr>
          <a:xfrm>
            <a:off x="8828154" y="2220007"/>
            <a:ext cx="171450" cy="209550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0800" y="4909"/>
                </a:moveTo>
                <a:cubicBezTo>
                  <a:pt x="5498" y="4909"/>
                  <a:pt x="1200" y="4030"/>
                  <a:pt x="1200" y="2945"/>
                </a:cubicBezTo>
                <a:cubicBezTo>
                  <a:pt x="1200" y="1861"/>
                  <a:pt x="5498" y="982"/>
                  <a:pt x="10800" y="982"/>
                </a:cubicBezTo>
                <a:cubicBezTo>
                  <a:pt x="16102" y="982"/>
                  <a:pt x="20400" y="1861"/>
                  <a:pt x="20400" y="2945"/>
                </a:cubicBezTo>
                <a:cubicBezTo>
                  <a:pt x="20400" y="4030"/>
                  <a:pt x="16102" y="4909"/>
                  <a:pt x="10800" y="4909"/>
                </a:cubicBezTo>
                <a:moveTo>
                  <a:pt x="20400" y="6873"/>
                </a:moveTo>
                <a:cubicBezTo>
                  <a:pt x="20400" y="7957"/>
                  <a:pt x="16102" y="8836"/>
                  <a:pt x="10800" y="8836"/>
                </a:cubicBezTo>
                <a:cubicBezTo>
                  <a:pt x="5498" y="8836"/>
                  <a:pt x="1200" y="7957"/>
                  <a:pt x="1200" y="6873"/>
                </a:cubicBezTo>
                <a:lnTo>
                  <a:pt x="1200" y="4291"/>
                </a:lnTo>
                <a:cubicBezTo>
                  <a:pt x="2993" y="5240"/>
                  <a:pt x="6615" y="5891"/>
                  <a:pt x="10800" y="5891"/>
                </a:cubicBezTo>
                <a:cubicBezTo>
                  <a:pt x="14986" y="5891"/>
                  <a:pt x="18607" y="5240"/>
                  <a:pt x="20400" y="4291"/>
                </a:cubicBezTo>
                <a:cubicBezTo>
                  <a:pt x="20400" y="4291"/>
                  <a:pt x="20400" y="6873"/>
                  <a:pt x="20400" y="6873"/>
                </a:cubicBezTo>
                <a:close/>
                <a:moveTo>
                  <a:pt x="10800" y="10800"/>
                </a:moveTo>
                <a:cubicBezTo>
                  <a:pt x="5498" y="10800"/>
                  <a:pt x="1200" y="9921"/>
                  <a:pt x="1200" y="8836"/>
                </a:cubicBezTo>
                <a:cubicBezTo>
                  <a:pt x="1200" y="8672"/>
                  <a:pt x="1309" y="8514"/>
                  <a:pt x="1494" y="8362"/>
                </a:cubicBezTo>
                <a:cubicBezTo>
                  <a:pt x="3370" y="9232"/>
                  <a:pt x="6830" y="9818"/>
                  <a:pt x="10800" y="9818"/>
                </a:cubicBezTo>
                <a:cubicBezTo>
                  <a:pt x="14770" y="9818"/>
                  <a:pt x="18230" y="9232"/>
                  <a:pt x="20106" y="8362"/>
                </a:cubicBezTo>
                <a:cubicBezTo>
                  <a:pt x="20291" y="8514"/>
                  <a:pt x="20400" y="8672"/>
                  <a:pt x="20400" y="8836"/>
                </a:cubicBezTo>
                <a:cubicBezTo>
                  <a:pt x="20400" y="9921"/>
                  <a:pt x="16102" y="10800"/>
                  <a:pt x="10800" y="10800"/>
                </a:cubicBezTo>
                <a:moveTo>
                  <a:pt x="20400" y="12764"/>
                </a:moveTo>
                <a:cubicBezTo>
                  <a:pt x="20400" y="13848"/>
                  <a:pt x="16102" y="14727"/>
                  <a:pt x="10800" y="14727"/>
                </a:cubicBezTo>
                <a:cubicBezTo>
                  <a:pt x="5498" y="14727"/>
                  <a:pt x="1200" y="13848"/>
                  <a:pt x="1200" y="12764"/>
                </a:cubicBezTo>
                <a:lnTo>
                  <a:pt x="1200" y="10182"/>
                </a:lnTo>
                <a:cubicBezTo>
                  <a:pt x="2993" y="11131"/>
                  <a:pt x="6615" y="11782"/>
                  <a:pt x="10800" y="11782"/>
                </a:cubicBezTo>
                <a:cubicBezTo>
                  <a:pt x="14986" y="11782"/>
                  <a:pt x="18607" y="11131"/>
                  <a:pt x="20400" y="10182"/>
                </a:cubicBezTo>
                <a:cubicBezTo>
                  <a:pt x="20400" y="10182"/>
                  <a:pt x="20400" y="12764"/>
                  <a:pt x="20400" y="12764"/>
                </a:cubicBezTo>
                <a:close/>
                <a:moveTo>
                  <a:pt x="10800" y="16691"/>
                </a:moveTo>
                <a:cubicBezTo>
                  <a:pt x="5498" y="16691"/>
                  <a:pt x="1200" y="15812"/>
                  <a:pt x="1200" y="14727"/>
                </a:cubicBezTo>
                <a:cubicBezTo>
                  <a:pt x="1200" y="14563"/>
                  <a:pt x="1309" y="14405"/>
                  <a:pt x="1494" y="14253"/>
                </a:cubicBezTo>
                <a:cubicBezTo>
                  <a:pt x="3370" y="15123"/>
                  <a:pt x="6830" y="15709"/>
                  <a:pt x="10800" y="15709"/>
                </a:cubicBezTo>
                <a:cubicBezTo>
                  <a:pt x="14770" y="15709"/>
                  <a:pt x="18230" y="15123"/>
                  <a:pt x="20106" y="14253"/>
                </a:cubicBezTo>
                <a:cubicBezTo>
                  <a:pt x="20291" y="14405"/>
                  <a:pt x="20400" y="14563"/>
                  <a:pt x="20400" y="14727"/>
                </a:cubicBezTo>
                <a:cubicBezTo>
                  <a:pt x="20400" y="15812"/>
                  <a:pt x="16102" y="16691"/>
                  <a:pt x="10800" y="16691"/>
                </a:cubicBezTo>
                <a:moveTo>
                  <a:pt x="20400" y="18655"/>
                </a:moveTo>
                <a:cubicBezTo>
                  <a:pt x="20400" y="19739"/>
                  <a:pt x="16102" y="20618"/>
                  <a:pt x="10800" y="20618"/>
                </a:cubicBezTo>
                <a:cubicBezTo>
                  <a:pt x="5498" y="20618"/>
                  <a:pt x="1200" y="19739"/>
                  <a:pt x="1200" y="18655"/>
                </a:cubicBezTo>
                <a:lnTo>
                  <a:pt x="1200" y="16073"/>
                </a:lnTo>
                <a:cubicBezTo>
                  <a:pt x="2993" y="17022"/>
                  <a:pt x="6615" y="17673"/>
                  <a:pt x="10800" y="17673"/>
                </a:cubicBezTo>
                <a:cubicBezTo>
                  <a:pt x="14986" y="17673"/>
                  <a:pt x="18607" y="17022"/>
                  <a:pt x="20400" y="16073"/>
                </a:cubicBezTo>
                <a:cubicBezTo>
                  <a:pt x="20400" y="16073"/>
                  <a:pt x="20400" y="18655"/>
                  <a:pt x="20400" y="18655"/>
                </a:cubicBezTo>
                <a:close/>
                <a:moveTo>
                  <a:pt x="21600" y="2945"/>
                </a:moveTo>
                <a:cubicBezTo>
                  <a:pt x="21600" y="1319"/>
                  <a:pt x="16765" y="0"/>
                  <a:pt x="10800" y="0"/>
                </a:cubicBezTo>
                <a:cubicBezTo>
                  <a:pt x="4835" y="0"/>
                  <a:pt x="0" y="1319"/>
                  <a:pt x="0" y="2945"/>
                </a:cubicBezTo>
                <a:lnTo>
                  <a:pt x="0" y="6873"/>
                </a:lnTo>
                <a:cubicBezTo>
                  <a:pt x="0" y="7218"/>
                  <a:pt x="229" y="7547"/>
                  <a:pt x="628" y="7855"/>
                </a:cubicBezTo>
                <a:cubicBezTo>
                  <a:pt x="229" y="8162"/>
                  <a:pt x="0" y="8492"/>
                  <a:pt x="0" y="8836"/>
                </a:cubicBezTo>
                <a:lnTo>
                  <a:pt x="0" y="12764"/>
                </a:lnTo>
                <a:cubicBezTo>
                  <a:pt x="0" y="13109"/>
                  <a:pt x="229" y="13438"/>
                  <a:pt x="628" y="13745"/>
                </a:cubicBezTo>
                <a:cubicBezTo>
                  <a:pt x="229" y="14053"/>
                  <a:pt x="0" y="14383"/>
                  <a:pt x="0" y="14727"/>
                </a:cubicBezTo>
                <a:lnTo>
                  <a:pt x="0" y="18655"/>
                </a:lnTo>
                <a:cubicBezTo>
                  <a:pt x="0" y="20281"/>
                  <a:pt x="4835" y="21600"/>
                  <a:pt x="10800" y="21600"/>
                </a:cubicBezTo>
                <a:cubicBezTo>
                  <a:pt x="16765" y="21600"/>
                  <a:pt x="21600" y="20281"/>
                  <a:pt x="21600" y="18655"/>
                </a:cubicBezTo>
                <a:lnTo>
                  <a:pt x="21600" y="14727"/>
                </a:lnTo>
                <a:cubicBezTo>
                  <a:pt x="21600" y="14383"/>
                  <a:pt x="21371" y="14053"/>
                  <a:pt x="20972" y="13745"/>
                </a:cubicBezTo>
                <a:cubicBezTo>
                  <a:pt x="21371" y="13438"/>
                  <a:pt x="21600" y="13109"/>
                  <a:pt x="21600" y="12764"/>
                </a:cubicBezTo>
                <a:lnTo>
                  <a:pt x="21600" y="8836"/>
                </a:lnTo>
                <a:cubicBezTo>
                  <a:pt x="21600" y="8492"/>
                  <a:pt x="21371" y="8162"/>
                  <a:pt x="20972" y="7855"/>
                </a:cubicBezTo>
                <a:cubicBezTo>
                  <a:pt x="21371" y="7547"/>
                  <a:pt x="21600" y="7218"/>
                  <a:pt x="21600" y="6873"/>
                </a:cubicBezTo>
                <a:cubicBezTo>
                  <a:pt x="21600" y="6873"/>
                  <a:pt x="21600" y="2945"/>
                  <a:pt x="21600" y="2945"/>
                </a:cubicBezTo>
                <a:close/>
              </a:path>
            </a:pathLst>
          </a:custGeom>
          <a:solidFill>
            <a:schemeClr val="tx1"/>
          </a:solidFill>
          <a:ln w="12700">
            <a:miter lim="400000"/>
          </a:ln>
        </p:spPr>
        <p:txBody>
          <a:bodyPr lIns="14284" tIns="14284" rIns="14284" bIns="14284" anchor="ctr"/>
          <a:lstStyle/>
          <a:p>
            <a:pPr defTabSz="171399" eaLnBrk="1" hangingPunct="1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1125">
              <a:solidFill>
                <a:srgbClr val="FFFFFF"/>
              </a:solidFill>
              <a:effectLst>
                <a:outerShdw blurRad="38100" dist="12700" dir="5400000" rotWithShape="0">
                  <a:srgbClr val="000000">
                    <a:alpha val="50000"/>
                  </a:srgbClr>
                </a:outerShdw>
              </a:effectLst>
              <a:latin typeface="Gill Sans"/>
              <a:ea typeface="Calibri" charset="0"/>
              <a:cs typeface="Calibri" charset="0"/>
              <a:sym typeface="Gill Sans"/>
            </a:endParaRPr>
          </a:p>
        </p:txBody>
      </p:sp>
      <p:sp>
        <p:nvSpPr>
          <p:cNvPr id="137" name="Shape 2887"/>
          <p:cNvSpPr/>
          <p:nvPr userDrawn="1"/>
        </p:nvSpPr>
        <p:spPr>
          <a:xfrm>
            <a:off x="8450413" y="861348"/>
            <a:ext cx="171450" cy="209550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3836" y="15709"/>
                </a:moveTo>
                <a:lnTo>
                  <a:pt x="14845" y="15709"/>
                </a:lnTo>
                <a:lnTo>
                  <a:pt x="14845" y="14144"/>
                </a:lnTo>
                <a:lnTo>
                  <a:pt x="16443" y="14144"/>
                </a:lnTo>
                <a:lnTo>
                  <a:pt x="16443" y="13428"/>
                </a:lnTo>
                <a:lnTo>
                  <a:pt x="14845" y="13428"/>
                </a:lnTo>
                <a:lnTo>
                  <a:pt x="14845" y="12538"/>
                </a:lnTo>
                <a:lnTo>
                  <a:pt x="16555" y="12538"/>
                </a:lnTo>
                <a:lnTo>
                  <a:pt x="16555" y="11816"/>
                </a:lnTo>
                <a:lnTo>
                  <a:pt x="13836" y="11816"/>
                </a:lnTo>
                <a:cubicBezTo>
                  <a:pt x="13836" y="11816"/>
                  <a:pt x="13836" y="15709"/>
                  <a:pt x="13836" y="15709"/>
                </a:cubicBezTo>
                <a:close/>
                <a:moveTo>
                  <a:pt x="14400" y="5891"/>
                </a:moveTo>
                <a:lnTo>
                  <a:pt x="14400" y="982"/>
                </a:lnTo>
                <a:lnTo>
                  <a:pt x="15000" y="982"/>
                </a:lnTo>
                <a:lnTo>
                  <a:pt x="20400" y="5891"/>
                </a:lnTo>
                <a:cubicBezTo>
                  <a:pt x="20400" y="5891"/>
                  <a:pt x="14400" y="5891"/>
                  <a:pt x="14400" y="5891"/>
                </a:cubicBezTo>
                <a:close/>
                <a:moveTo>
                  <a:pt x="20400" y="19636"/>
                </a:moveTo>
                <a:cubicBezTo>
                  <a:pt x="20400" y="20179"/>
                  <a:pt x="19863" y="20618"/>
                  <a:pt x="19200" y="20618"/>
                </a:cubicBezTo>
                <a:lnTo>
                  <a:pt x="2400" y="20618"/>
                </a:lnTo>
                <a:cubicBezTo>
                  <a:pt x="1737" y="20618"/>
                  <a:pt x="1200" y="20179"/>
                  <a:pt x="1200" y="19636"/>
                </a:cubicBezTo>
                <a:lnTo>
                  <a:pt x="1200" y="1964"/>
                </a:lnTo>
                <a:cubicBezTo>
                  <a:pt x="1200" y="1421"/>
                  <a:pt x="1737" y="982"/>
                  <a:pt x="2400" y="982"/>
                </a:cubicBezTo>
                <a:lnTo>
                  <a:pt x="13200" y="982"/>
                </a:lnTo>
                <a:lnTo>
                  <a:pt x="13200" y="5891"/>
                </a:lnTo>
                <a:cubicBezTo>
                  <a:pt x="13200" y="6433"/>
                  <a:pt x="13737" y="6872"/>
                  <a:pt x="14400" y="6872"/>
                </a:cubicBezTo>
                <a:lnTo>
                  <a:pt x="20400" y="6872"/>
                </a:lnTo>
                <a:cubicBezTo>
                  <a:pt x="20400" y="6872"/>
                  <a:pt x="20400" y="19636"/>
                  <a:pt x="20400" y="19636"/>
                </a:cubicBezTo>
                <a:close/>
                <a:moveTo>
                  <a:pt x="15600" y="0"/>
                </a:moveTo>
                <a:lnTo>
                  <a:pt x="2400" y="0"/>
                </a:lnTo>
                <a:cubicBezTo>
                  <a:pt x="1075" y="0"/>
                  <a:pt x="0" y="879"/>
                  <a:pt x="0" y="1964"/>
                </a:cubicBezTo>
                <a:lnTo>
                  <a:pt x="0" y="19636"/>
                </a:lnTo>
                <a:cubicBezTo>
                  <a:pt x="0" y="20721"/>
                  <a:pt x="1075" y="21600"/>
                  <a:pt x="2400" y="21600"/>
                </a:cubicBezTo>
                <a:lnTo>
                  <a:pt x="19200" y="21600"/>
                </a:lnTo>
                <a:cubicBezTo>
                  <a:pt x="20525" y="21600"/>
                  <a:pt x="21600" y="20721"/>
                  <a:pt x="21600" y="19636"/>
                </a:cubicBezTo>
                <a:lnTo>
                  <a:pt x="21600" y="5400"/>
                </a:lnTo>
                <a:cubicBezTo>
                  <a:pt x="21600" y="5400"/>
                  <a:pt x="15600" y="0"/>
                  <a:pt x="15600" y="0"/>
                </a:cubicBezTo>
                <a:close/>
                <a:moveTo>
                  <a:pt x="10396" y="15062"/>
                </a:moveTo>
                <a:cubicBezTo>
                  <a:pt x="10270" y="15062"/>
                  <a:pt x="10131" y="15062"/>
                  <a:pt x="10045" y="15045"/>
                </a:cubicBezTo>
                <a:lnTo>
                  <a:pt x="10045" y="12498"/>
                </a:lnTo>
                <a:cubicBezTo>
                  <a:pt x="10131" y="12480"/>
                  <a:pt x="10277" y="12463"/>
                  <a:pt x="10501" y="12463"/>
                </a:cubicBezTo>
                <a:cubicBezTo>
                  <a:pt x="11366" y="12463"/>
                  <a:pt x="11907" y="12891"/>
                  <a:pt x="11900" y="13699"/>
                </a:cubicBezTo>
                <a:cubicBezTo>
                  <a:pt x="11900" y="14629"/>
                  <a:pt x="11306" y="15068"/>
                  <a:pt x="10396" y="15062"/>
                </a:cubicBezTo>
                <a:moveTo>
                  <a:pt x="10396" y="11787"/>
                </a:moveTo>
                <a:cubicBezTo>
                  <a:pt x="9887" y="11787"/>
                  <a:pt x="9405" y="11816"/>
                  <a:pt x="9036" y="11868"/>
                </a:cubicBezTo>
                <a:lnTo>
                  <a:pt x="9036" y="15691"/>
                </a:lnTo>
                <a:cubicBezTo>
                  <a:pt x="9287" y="15720"/>
                  <a:pt x="9656" y="15749"/>
                  <a:pt x="10178" y="15749"/>
                </a:cubicBezTo>
                <a:cubicBezTo>
                  <a:pt x="11048" y="15749"/>
                  <a:pt x="11762" y="15587"/>
                  <a:pt x="12231" y="15246"/>
                </a:cubicBezTo>
                <a:cubicBezTo>
                  <a:pt x="12660" y="14929"/>
                  <a:pt x="12970" y="14415"/>
                  <a:pt x="12970" y="13670"/>
                </a:cubicBezTo>
                <a:cubicBezTo>
                  <a:pt x="12970" y="12983"/>
                  <a:pt x="12680" y="12503"/>
                  <a:pt x="12217" y="12203"/>
                </a:cubicBezTo>
                <a:cubicBezTo>
                  <a:pt x="11788" y="11920"/>
                  <a:pt x="11241" y="11787"/>
                  <a:pt x="10396" y="11787"/>
                </a:cubicBezTo>
                <a:moveTo>
                  <a:pt x="6769" y="13659"/>
                </a:moveTo>
                <a:cubicBezTo>
                  <a:pt x="6623" y="13659"/>
                  <a:pt x="6518" y="13653"/>
                  <a:pt x="6432" y="13636"/>
                </a:cubicBezTo>
                <a:lnTo>
                  <a:pt x="6432" y="12486"/>
                </a:lnTo>
                <a:cubicBezTo>
                  <a:pt x="6505" y="12469"/>
                  <a:pt x="6643" y="12452"/>
                  <a:pt x="6848" y="12452"/>
                </a:cubicBezTo>
                <a:cubicBezTo>
                  <a:pt x="7350" y="12452"/>
                  <a:pt x="7634" y="12665"/>
                  <a:pt x="7634" y="13023"/>
                </a:cubicBezTo>
                <a:cubicBezTo>
                  <a:pt x="7634" y="13422"/>
                  <a:pt x="7304" y="13659"/>
                  <a:pt x="6769" y="13659"/>
                </a:cubicBezTo>
                <a:moveTo>
                  <a:pt x="6796" y="11787"/>
                </a:moveTo>
                <a:cubicBezTo>
                  <a:pt x="6182" y="11787"/>
                  <a:pt x="5746" y="11822"/>
                  <a:pt x="5436" y="11868"/>
                </a:cubicBezTo>
                <a:lnTo>
                  <a:pt x="5436" y="15709"/>
                </a:lnTo>
                <a:lnTo>
                  <a:pt x="6432" y="15709"/>
                </a:lnTo>
                <a:lnTo>
                  <a:pt x="6432" y="14317"/>
                </a:lnTo>
                <a:cubicBezTo>
                  <a:pt x="6525" y="14328"/>
                  <a:pt x="6643" y="14334"/>
                  <a:pt x="6776" y="14334"/>
                </a:cubicBezTo>
                <a:cubicBezTo>
                  <a:pt x="7370" y="14334"/>
                  <a:pt x="7878" y="14207"/>
                  <a:pt x="8221" y="13924"/>
                </a:cubicBezTo>
                <a:cubicBezTo>
                  <a:pt x="8486" y="13705"/>
                  <a:pt x="8631" y="13381"/>
                  <a:pt x="8631" y="13000"/>
                </a:cubicBezTo>
                <a:cubicBezTo>
                  <a:pt x="8631" y="12619"/>
                  <a:pt x="8439" y="12296"/>
                  <a:pt x="8155" y="12099"/>
                </a:cubicBezTo>
                <a:cubicBezTo>
                  <a:pt x="7859" y="11892"/>
                  <a:pt x="7416" y="11787"/>
                  <a:pt x="6796" y="11787"/>
                </a:cubicBezTo>
              </a:path>
            </a:pathLst>
          </a:custGeom>
          <a:solidFill>
            <a:schemeClr val="tx1"/>
          </a:solidFill>
          <a:ln w="12700">
            <a:miter lim="400000"/>
          </a:ln>
        </p:spPr>
        <p:txBody>
          <a:bodyPr lIns="14284" tIns="14284" rIns="14284" bIns="14284" anchor="ctr"/>
          <a:lstStyle/>
          <a:p>
            <a:pPr defTabSz="171399" eaLnBrk="1" hangingPunct="1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1125">
              <a:solidFill>
                <a:srgbClr val="FFFFFF"/>
              </a:solidFill>
              <a:effectLst>
                <a:outerShdw blurRad="38100" dist="12700" dir="5400000" rotWithShape="0">
                  <a:srgbClr val="000000">
                    <a:alpha val="50000"/>
                  </a:srgbClr>
                </a:outerShdw>
              </a:effectLst>
              <a:latin typeface="Gill Sans"/>
              <a:ea typeface="Calibri" charset="0"/>
              <a:cs typeface="Calibri" charset="0"/>
              <a:sym typeface="Gill Sans"/>
            </a:endParaRPr>
          </a:p>
        </p:txBody>
      </p:sp>
      <p:sp>
        <p:nvSpPr>
          <p:cNvPr id="138" name="Shape 2889"/>
          <p:cNvSpPr/>
          <p:nvPr userDrawn="1"/>
        </p:nvSpPr>
        <p:spPr>
          <a:xfrm>
            <a:off x="8810845" y="861348"/>
            <a:ext cx="171450" cy="209550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0069" y="13659"/>
                </a:moveTo>
                <a:cubicBezTo>
                  <a:pt x="9923" y="13659"/>
                  <a:pt x="9818" y="13653"/>
                  <a:pt x="9732" y="13636"/>
                </a:cubicBezTo>
                <a:lnTo>
                  <a:pt x="9732" y="12486"/>
                </a:lnTo>
                <a:cubicBezTo>
                  <a:pt x="9805" y="12469"/>
                  <a:pt x="9943" y="12452"/>
                  <a:pt x="10148" y="12452"/>
                </a:cubicBezTo>
                <a:cubicBezTo>
                  <a:pt x="10650" y="12452"/>
                  <a:pt x="10934" y="12665"/>
                  <a:pt x="10934" y="13023"/>
                </a:cubicBezTo>
                <a:cubicBezTo>
                  <a:pt x="10934" y="13422"/>
                  <a:pt x="10604" y="13659"/>
                  <a:pt x="10069" y="13659"/>
                </a:cubicBezTo>
                <a:moveTo>
                  <a:pt x="10096" y="11787"/>
                </a:moveTo>
                <a:cubicBezTo>
                  <a:pt x="9481" y="11787"/>
                  <a:pt x="9046" y="11822"/>
                  <a:pt x="8736" y="11869"/>
                </a:cubicBezTo>
                <a:lnTo>
                  <a:pt x="8736" y="15709"/>
                </a:lnTo>
                <a:lnTo>
                  <a:pt x="9732" y="15709"/>
                </a:lnTo>
                <a:lnTo>
                  <a:pt x="9732" y="14317"/>
                </a:lnTo>
                <a:cubicBezTo>
                  <a:pt x="9825" y="14328"/>
                  <a:pt x="9943" y="14334"/>
                  <a:pt x="10076" y="14334"/>
                </a:cubicBezTo>
                <a:cubicBezTo>
                  <a:pt x="10670" y="14334"/>
                  <a:pt x="11178" y="14207"/>
                  <a:pt x="11521" y="13924"/>
                </a:cubicBezTo>
                <a:cubicBezTo>
                  <a:pt x="11786" y="13705"/>
                  <a:pt x="11931" y="13382"/>
                  <a:pt x="11931" y="13000"/>
                </a:cubicBezTo>
                <a:cubicBezTo>
                  <a:pt x="11931" y="12619"/>
                  <a:pt x="11739" y="12296"/>
                  <a:pt x="11455" y="12099"/>
                </a:cubicBezTo>
                <a:cubicBezTo>
                  <a:pt x="11159" y="11891"/>
                  <a:pt x="10716" y="11787"/>
                  <a:pt x="10096" y="11787"/>
                </a:cubicBezTo>
                <a:moveTo>
                  <a:pt x="12131" y="13809"/>
                </a:moveTo>
                <a:cubicBezTo>
                  <a:pt x="12124" y="14381"/>
                  <a:pt x="12349" y="14888"/>
                  <a:pt x="12758" y="15224"/>
                </a:cubicBezTo>
                <a:cubicBezTo>
                  <a:pt x="13167" y="15571"/>
                  <a:pt x="13755" y="15749"/>
                  <a:pt x="14566" y="15749"/>
                </a:cubicBezTo>
                <a:cubicBezTo>
                  <a:pt x="15155" y="15749"/>
                  <a:pt x="15742" y="15622"/>
                  <a:pt x="16052" y="15530"/>
                </a:cubicBezTo>
                <a:lnTo>
                  <a:pt x="16052" y="13479"/>
                </a:lnTo>
                <a:lnTo>
                  <a:pt x="14395" y="13479"/>
                </a:lnTo>
                <a:lnTo>
                  <a:pt x="14395" y="14167"/>
                </a:lnTo>
                <a:lnTo>
                  <a:pt x="15081" y="14167"/>
                </a:lnTo>
                <a:lnTo>
                  <a:pt x="15081" y="14981"/>
                </a:lnTo>
                <a:cubicBezTo>
                  <a:pt x="15002" y="15015"/>
                  <a:pt x="14818" y="15039"/>
                  <a:pt x="14586" y="15039"/>
                </a:cubicBezTo>
                <a:cubicBezTo>
                  <a:pt x="13761" y="15039"/>
                  <a:pt x="13187" y="14566"/>
                  <a:pt x="13187" y="13762"/>
                </a:cubicBezTo>
                <a:cubicBezTo>
                  <a:pt x="13187" y="12919"/>
                  <a:pt x="13821" y="12503"/>
                  <a:pt x="14659" y="12503"/>
                </a:cubicBezTo>
                <a:cubicBezTo>
                  <a:pt x="15148" y="12503"/>
                  <a:pt x="15451" y="12579"/>
                  <a:pt x="15696" y="12671"/>
                </a:cubicBezTo>
                <a:lnTo>
                  <a:pt x="15906" y="11966"/>
                </a:lnTo>
                <a:cubicBezTo>
                  <a:pt x="15689" y="11874"/>
                  <a:pt x="15247" y="11776"/>
                  <a:pt x="14672" y="11776"/>
                </a:cubicBezTo>
                <a:cubicBezTo>
                  <a:pt x="13213" y="11776"/>
                  <a:pt x="12138" y="12515"/>
                  <a:pt x="12131" y="13809"/>
                </a:cubicBezTo>
                <a:moveTo>
                  <a:pt x="14400" y="5891"/>
                </a:moveTo>
                <a:lnTo>
                  <a:pt x="14400" y="982"/>
                </a:lnTo>
                <a:lnTo>
                  <a:pt x="15000" y="982"/>
                </a:lnTo>
                <a:lnTo>
                  <a:pt x="20400" y="5891"/>
                </a:lnTo>
                <a:cubicBezTo>
                  <a:pt x="20400" y="5891"/>
                  <a:pt x="14400" y="5891"/>
                  <a:pt x="14400" y="5891"/>
                </a:cubicBezTo>
                <a:close/>
                <a:moveTo>
                  <a:pt x="20400" y="19636"/>
                </a:moveTo>
                <a:cubicBezTo>
                  <a:pt x="20400" y="20179"/>
                  <a:pt x="19863" y="20618"/>
                  <a:pt x="19200" y="20618"/>
                </a:cubicBezTo>
                <a:lnTo>
                  <a:pt x="2400" y="20618"/>
                </a:lnTo>
                <a:cubicBezTo>
                  <a:pt x="1737" y="20618"/>
                  <a:pt x="1200" y="20179"/>
                  <a:pt x="1200" y="19636"/>
                </a:cubicBezTo>
                <a:lnTo>
                  <a:pt x="1200" y="1964"/>
                </a:lnTo>
                <a:cubicBezTo>
                  <a:pt x="1200" y="1421"/>
                  <a:pt x="1737" y="982"/>
                  <a:pt x="2400" y="982"/>
                </a:cubicBezTo>
                <a:lnTo>
                  <a:pt x="13200" y="982"/>
                </a:lnTo>
                <a:lnTo>
                  <a:pt x="13200" y="5891"/>
                </a:lnTo>
                <a:cubicBezTo>
                  <a:pt x="13200" y="6433"/>
                  <a:pt x="13737" y="6872"/>
                  <a:pt x="14400" y="6872"/>
                </a:cubicBezTo>
                <a:lnTo>
                  <a:pt x="20400" y="6872"/>
                </a:lnTo>
                <a:cubicBezTo>
                  <a:pt x="20400" y="6872"/>
                  <a:pt x="20400" y="19636"/>
                  <a:pt x="20400" y="19636"/>
                </a:cubicBezTo>
                <a:close/>
                <a:moveTo>
                  <a:pt x="15600" y="0"/>
                </a:moveTo>
                <a:lnTo>
                  <a:pt x="2400" y="0"/>
                </a:lnTo>
                <a:cubicBezTo>
                  <a:pt x="1075" y="0"/>
                  <a:pt x="0" y="879"/>
                  <a:pt x="0" y="1964"/>
                </a:cubicBezTo>
                <a:lnTo>
                  <a:pt x="0" y="19636"/>
                </a:lnTo>
                <a:cubicBezTo>
                  <a:pt x="0" y="20721"/>
                  <a:pt x="1075" y="21600"/>
                  <a:pt x="2400" y="21600"/>
                </a:cubicBezTo>
                <a:lnTo>
                  <a:pt x="19200" y="21600"/>
                </a:lnTo>
                <a:cubicBezTo>
                  <a:pt x="20525" y="21600"/>
                  <a:pt x="21600" y="20721"/>
                  <a:pt x="21600" y="19636"/>
                </a:cubicBezTo>
                <a:lnTo>
                  <a:pt x="21600" y="5400"/>
                </a:lnTo>
                <a:cubicBezTo>
                  <a:pt x="21600" y="5400"/>
                  <a:pt x="15600" y="0"/>
                  <a:pt x="15600" y="0"/>
                </a:cubicBezTo>
                <a:close/>
                <a:moveTo>
                  <a:pt x="6606" y="14265"/>
                </a:moveTo>
                <a:cubicBezTo>
                  <a:pt x="6606" y="14872"/>
                  <a:pt x="6343" y="15039"/>
                  <a:pt x="5920" y="15039"/>
                </a:cubicBezTo>
                <a:cubicBezTo>
                  <a:pt x="5722" y="15039"/>
                  <a:pt x="5544" y="15010"/>
                  <a:pt x="5406" y="14969"/>
                </a:cubicBezTo>
                <a:lnTo>
                  <a:pt x="5293" y="15680"/>
                </a:lnTo>
                <a:cubicBezTo>
                  <a:pt x="5491" y="15738"/>
                  <a:pt x="5795" y="15773"/>
                  <a:pt x="6026" y="15773"/>
                </a:cubicBezTo>
                <a:cubicBezTo>
                  <a:pt x="7003" y="15773"/>
                  <a:pt x="7610" y="15385"/>
                  <a:pt x="7610" y="14276"/>
                </a:cubicBezTo>
                <a:lnTo>
                  <a:pt x="7610" y="11816"/>
                </a:lnTo>
                <a:lnTo>
                  <a:pt x="6606" y="11816"/>
                </a:lnTo>
                <a:cubicBezTo>
                  <a:pt x="6606" y="11816"/>
                  <a:pt x="6606" y="14265"/>
                  <a:pt x="6606" y="14265"/>
                </a:cubicBezTo>
                <a:close/>
              </a:path>
            </a:pathLst>
          </a:custGeom>
          <a:solidFill>
            <a:schemeClr val="tx1"/>
          </a:solidFill>
          <a:ln w="12700">
            <a:miter lim="400000"/>
          </a:ln>
        </p:spPr>
        <p:txBody>
          <a:bodyPr lIns="14284" tIns="14284" rIns="14284" bIns="14284" anchor="ctr"/>
          <a:lstStyle/>
          <a:p>
            <a:pPr defTabSz="171399" eaLnBrk="1" hangingPunct="1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1125">
              <a:solidFill>
                <a:srgbClr val="FFFFFF"/>
              </a:solidFill>
              <a:effectLst>
                <a:outerShdw blurRad="38100" dist="12700" dir="5400000" rotWithShape="0">
                  <a:srgbClr val="000000">
                    <a:alpha val="50000"/>
                  </a:srgbClr>
                </a:outerShdw>
              </a:effectLst>
              <a:latin typeface="Gill Sans"/>
              <a:ea typeface="Calibri" charset="0"/>
              <a:cs typeface="Calibri" charset="0"/>
              <a:sym typeface="Gill Sans"/>
            </a:endParaRPr>
          </a:p>
        </p:txBody>
      </p:sp>
      <p:sp>
        <p:nvSpPr>
          <p:cNvPr id="139" name="Shape 2707"/>
          <p:cNvSpPr>
            <a:spLocks noChangeArrowheads="1"/>
          </p:cNvSpPr>
          <p:nvPr userDrawn="1"/>
        </p:nvSpPr>
        <p:spPr bwMode="auto">
          <a:xfrm>
            <a:off x="7609084" y="419822"/>
            <a:ext cx="263527" cy="20197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400000"/>
                <a:headEnd/>
                <a:tailEnd/>
              </a14:hiddenLine>
            </a:ext>
          </a:extLst>
        </p:spPr>
        <p:txBody>
          <a:bodyPr wrap="none" lIns="14284" tIns="14284" rIns="14284" bIns="14284" anchor="ctr">
            <a:spAutoFit/>
          </a:bodyPr>
          <a:lstStyle>
            <a:lvl1pPr algn="l">
              <a:defRPr sz="3000" b="1" cap="none" spc="-90">
                <a:solidFill>
                  <a:srgbClr val="1C1D21"/>
                </a:solidFill>
                <a:latin typeface="+mj-lt"/>
                <a:ea typeface="+mj-ea"/>
                <a:cs typeface="+mj-cs"/>
                <a:sym typeface="Karla"/>
              </a:defRPr>
            </a:lvl1pPr>
          </a:lstStyle>
          <a:p>
            <a:pPr eaLnBrk="1" hangingPunct="1">
              <a:defRPr/>
            </a:pPr>
            <a:r>
              <a:rPr lang="en-US" sz="1125" dirty="0" smtClean="0">
                <a:solidFill>
                  <a:schemeClr val="tx1"/>
                </a:solidFill>
                <a:ea typeface="Calibri" charset="0"/>
                <a:cs typeface="Calibri" charset="0"/>
              </a:rPr>
              <a:t>Web</a:t>
            </a:r>
            <a:endParaRPr sz="1125" dirty="0">
              <a:solidFill>
                <a:schemeClr val="tx1"/>
              </a:solidFill>
              <a:ea typeface="Calibri" charset="0"/>
              <a:cs typeface="Calibri" charset="0"/>
            </a:endParaRPr>
          </a:p>
        </p:txBody>
      </p:sp>
      <p:sp>
        <p:nvSpPr>
          <p:cNvPr id="140" name="Shape 2788"/>
          <p:cNvSpPr>
            <a:spLocks noChangeArrowheads="1"/>
          </p:cNvSpPr>
          <p:nvPr userDrawn="1"/>
        </p:nvSpPr>
        <p:spPr bwMode="auto">
          <a:xfrm>
            <a:off x="4736217" y="3881635"/>
            <a:ext cx="694735" cy="20197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400000"/>
                <a:headEnd/>
                <a:tailEnd/>
              </a14:hiddenLine>
            </a:ext>
          </a:extLst>
        </p:spPr>
        <p:txBody>
          <a:bodyPr wrap="none" lIns="14284" tIns="14284" rIns="14284" bIns="14284" anchor="ctr">
            <a:spAutoFit/>
          </a:bodyPr>
          <a:lstStyle>
            <a:lvl1pPr algn="l">
              <a:defRPr sz="3000" b="1" cap="none" spc="-90">
                <a:solidFill>
                  <a:srgbClr val="1C1D21"/>
                </a:solidFill>
                <a:latin typeface="+mj-lt"/>
                <a:ea typeface="+mj-ea"/>
                <a:cs typeface="+mj-cs"/>
                <a:sym typeface="Karla"/>
              </a:defRPr>
            </a:lvl1pPr>
          </a:lstStyle>
          <a:p>
            <a:pPr eaLnBrk="1" hangingPunct="1">
              <a:defRPr/>
            </a:pPr>
            <a:r>
              <a:rPr sz="1125" dirty="0">
                <a:solidFill>
                  <a:schemeClr val="tx1"/>
                </a:solidFill>
                <a:ea typeface="Calibri" charset="0"/>
                <a:cs typeface="Calibri" charset="0"/>
              </a:rPr>
              <a:t>Miscellaneous</a:t>
            </a:r>
          </a:p>
        </p:txBody>
      </p:sp>
      <p:sp>
        <p:nvSpPr>
          <p:cNvPr id="141" name="Shape 2790"/>
          <p:cNvSpPr/>
          <p:nvPr userDrawn="1"/>
        </p:nvSpPr>
        <p:spPr>
          <a:xfrm>
            <a:off x="4806428" y="4445383"/>
            <a:ext cx="209550" cy="152400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3436" y="17550"/>
                </a:moveTo>
                <a:lnTo>
                  <a:pt x="10309" y="17550"/>
                </a:lnTo>
                <a:cubicBezTo>
                  <a:pt x="10580" y="17550"/>
                  <a:pt x="10800" y="17248"/>
                  <a:pt x="10800" y="16875"/>
                </a:cubicBezTo>
                <a:cubicBezTo>
                  <a:pt x="10800" y="16503"/>
                  <a:pt x="10580" y="16200"/>
                  <a:pt x="10309" y="16200"/>
                </a:cubicBezTo>
                <a:lnTo>
                  <a:pt x="3436" y="16200"/>
                </a:lnTo>
                <a:cubicBezTo>
                  <a:pt x="3166" y="16200"/>
                  <a:pt x="2945" y="16503"/>
                  <a:pt x="2945" y="16875"/>
                </a:cubicBezTo>
                <a:cubicBezTo>
                  <a:pt x="2945" y="17248"/>
                  <a:pt x="3166" y="17550"/>
                  <a:pt x="3436" y="17550"/>
                </a:cubicBezTo>
                <a:moveTo>
                  <a:pt x="3436" y="14850"/>
                </a:moveTo>
                <a:lnTo>
                  <a:pt x="12273" y="14850"/>
                </a:lnTo>
                <a:cubicBezTo>
                  <a:pt x="12544" y="14850"/>
                  <a:pt x="12764" y="14548"/>
                  <a:pt x="12764" y="14175"/>
                </a:cubicBezTo>
                <a:cubicBezTo>
                  <a:pt x="12764" y="13803"/>
                  <a:pt x="12544" y="13500"/>
                  <a:pt x="12273" y="13500"/>
                </a:cubicBezTo>
                <a:lnTo>
                  <a:pt x="3436" y="13500"/>
                </a:lnTo>
                <a:cubicBezTo>
                  <a:pt x="3166" y="13500"/>
                  <a:pt x="2945" y="13803"/>
                  <a:pt x="2945" y="14175"/>
                </a:cubicBezTo>
                <a:cubicBezTo>
                  <a:pt x="2945" y="14548"/>
                  <a:pt x="3166" y="14850"/>
                  <a:pt x="3436" y="14850"/>
                </a:cubicBezTo>
                <a:moveTo>
                  <a:pt x="20618" y="4050"/>
                </a:moveTo>
                <a:lnTo>
                  <a:pt x="982" y="4050"/>
                </a:lnTo>
                <a:lnTo>
                  <a:pt x="982" y="1350"/>
                </a:lnTo>
                <a:lnTo>
                  <a:pt x="20618" y="1350"/>
                </a:lnTo>
                <a:cubicBezTo>
                  <a:pt x="20618" y="1350"/>
                  <a:pt x="20618" y="4050"/>
                  <a:pt x="20618" y="4050"/>
                </a:cubicBezTo>
                <a:close/>
                <a:moveTo>
                  <a:pt x="20618" y="20250"/>
                </a:moveTo>
                <a:lnTo>
                  <a:pt x="982" y="20250"/>
                </a:lnTo>
                <a:lnTo>
                  <a:pt x="982" y="9450"/>
                </a:lnTo>
                <a:lnTo>
                  <a:pt x="20618" y="9450"/>
                </a:lnTo>
                <a:cubicBezTo>
                  <a:pt x="20618" y="9450"/>
                  <a:pt x="20618" y="20250"/>
                  <a:pt x="20618" y="20250"/>
                </a:cubicBezTo>
                <a:close/>
                <a:moveTo>
                  <a:pt x="20618" y="0"/>
                </a:moveTo>
                <a:lnTo>
                  <a:pt x="982" y="0"/>
                </a:lnTo>
                <a:cubicBezTo>
                  <a:pt x="440" y="0"/>
                  <a:pt x="0" y="605"/>
                  <a:pt x="0" y="1350"/>
                </a:cubicBezTo>
                <a:lnTo>
                  <a:pt x="0" y="20250"/>
                </a:lnTo>
                <a:cubicBezTo>
                  <a:pt x="0" y="20995"/>
                  <a:pt x="440" y="21600"/>
                  <a:pt x="982" y="21600"/>
                </a:cubicBezTo>
                <a:lnTo>
                  <a:pt x="20618" y="21600"/>
                </a:lnTo>
                <a:cubicBezTo>
                  <a:pt x="21160" y="21600"/>
                  <a:pt x="21600" y="20995"/>
                  <a:pt x="21600" y="20250"/>
                </a:cubicBezTo>
                <a:lnTo>
                  <a:pt x="21600" y="1350"/>
                </a:lnTo>
                <a:cubicBezTo>
                  <a:pt x="21600" y="605"/>
                  <a:pt x="21160" y="0"/>
                  <a:pt x="20618" y="0"/>
                </a:cubicBezTo>
                <a:moveTo>
                  <a:pt x="16200" y="17550"/>
                </a:moveTo>
                <a:lnTo>
                  <a:pt x="18164" y="17550"/>
                </a:lnTo>
                <a:cubicBezTo>
                  <a:pt x="18434" y="17550"/>
                  <a:pt x="18655" y="17248"/>
                  <a:pt x="18655" y="16875"/>
                </a:cubicBezTo>
                <a:lnTo>
                  <a:pt x="18655" y="14175"/>
                </a:lnTo>
                <a:cubicBezTo>
                  <a:pt x="18655" y="13803"/>
                  <a:pt x="18434" y="13500"/>
                  <a:pt x="18164" y="13500"/>
                </a:cubicBezTo>
                <a:lnTo>
                  <a:pt x="16200" y="13500"/>
                </a:lnTo>
                <a:cubicBezTo>
                  <a:pt x="15929" y="13500"/>
                  <a:pt x="15709" y="13803"/>
                  <a:pt x="15709" y="14175"/>
                </a:cubicBezTo>
                <a:lnTo>
                  <a:pt x="15709" y="16875"/>
                </a:lnTo>
                <a:cubicBezTo>
                  <a:pt x="15709" y="17248"/>
                  <a:pt x="15929" y="17550"/>
                  <a:pt x="16200" y="17550"/>
                </a:cubicBezTo>
              </a:path>
            </a:pathLst>
          </a:custGeom>
          <a:solidFill>
            <a:schemeClr val="tx1"/>
          </a:solidFill>
          <a:ln w="12700">
            <a:miter lim="400000"/>
          </a:ln>
        </p:spPr>
        <p:txBody>
          <a:bodyPr lIns="14284" tIns="14284" rIns="14284" bIns="14284" anchor="ctr"/>
          <a:lstStyle/>
          <a:p>
            <a:pPr defTabSz="171399" eaLnBrk="1" hangingPunct="1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1125">
              <a:solidFill>
                <a:srgbClr val="FFFFFF"/>
              </a:solidFill>
              <a:effectLst>
                <a:outerShdw blurRad="38100" dist="12700" dir="5400000" rotWithShape="0">
                  <a:srgbClr val="000000">
                    <a:alpha val="50000"/>
                  </a:srgbClr>
                </a:outerShdw>
              </a:effectLst>
              <a:latin typeface="Gill Sans"/>
              <a:ea typeface="Calibri" charset="0"/>
              <a:cs typeface="Calibri" charset="0"/>
              <a:sym typeface="Gill Sans"/>
            </a:endParaRPr>
          </a:p>
        </p:txBody>
      </p:sp>
      <p:sp>
        <p:nvSpPr>
          <p:cNvPr id="142" name="Shape 2792"/>
          <p:cNvSpPr/>
          <p:nvPr userDrawn="1"/>
        </p:nvSpPr>
        <p:spPr>
          <a:xfrm>
            <a:off x="5265317" y="4416808"/>
            <a:ext cx="209550" cy="209550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0800" y="20618"/>
                </a:moveTo>
                <a:cubicBezTo>
                  <a:pt x="5377" y="20618"/>
                  <a:pt x="982" y="16223"/>
                  <a:pt x="982" y="10800"/>
                </a:cubicBezTo>
                <a:cubicBezTo>
                  <a:pt x="982" y="5377"/>
                  <a:pt x="5377" y="982"/>
                  <a:pt x="10800" y="982"/>
                </a:cubicBezTo>
                <a:cubicBezTo>
                  <a:pt x="16223" y="982"/>
                  <a:pt x="20618" y="5377"/>
                  <a:pt x="20618" y="10800"/>
                </a:cubicBezTo>
                <a:cubicBezTo>
                  <a:pt x="20618" y="16223"/>
                  <a:pt x="16223" y="20618"/>
                  <a:pt x="10800" y="20618"/>
                </a:cubicBezTo>
                <a:moveTo>
                  <a:pt x="10800" y="0"/>
                </a:moveTo>
                <a:cubicBezTo>
                  <a:pt x="4836" y="0"/>
                  <a:pt x="0" y="4836"/>
                  <a:pt x="0" y="10800"/>
                </a:cubicBezTo>
                <a:cubicBezTo>
                  <a:pt x="0" y="16765"/>
                  <a:pt x="4836" y="21600"/>
                  <a:pt x="10800" y="21600"/>
                </a:cubicBezTo>
                <a:cubicBezTo>
                  <a:pt x="16764" y="21600"/>
                  <a:pt x="21600" y="16765"/>
                  <a:pt x="21600" y="10800"/>
                </a:cubicBezTo>
                <a:cubicBezTo>
                  <a:pt x="21600" y="4836"/>
                  <a:pt x="16764" y="0"/>
                  <a:pt x="10800" y="0"/>
                </a:cubicBezTo>
                <a:moveTo>
                  <a:pt x="11949" y="13580"/>
                </a:moveTo>
                <a:cubicBezTo>
                  <a:pt x="11701" y="13784"/>
                  <a:pt x="11474" y="13901"/>
                  <a:pt x="11085" y="13931"/>
                </a:cubicBezTo>
                <a:lnTo>
                  <a:pt x="11085" y="11339"/>
                </a:lnTo>
                <a:cubicBezTo>
                  <a:pt x="11251" y="11383"/>
                  <a:pt x="11321" y="11435"/>
                  <a:pt x="11479" y="11494"/>
                </a:cubicBezTo>
                <a:cubicBezTo>
                  <a:pt x="11638" y="11554"/>
                  <a:pt x="11780" y="11632"/>
                  <a:pt x="11906" y="11728"/>
                </a:cubicBezTo>
                <a:cubicBezTo>
                  <a:pt x="12032" y="11824"/>
                  <a:pt x="12133" y="11943"/>
                  <a:pt x="12208" y="12084"/>
                </a:cubicBezTo>
                <a:cubicBezTo>
                  <a:pt x="12284" y="12225"/>
                  <a:pt x="12322" y="12399"/>
                  <a:pt x="12322" y="12607"/>
                </a:cubicBezTo>
                <a:cubicBezTo>
                  <a:pt x="12322" y="13052"/>
                  <a:pt x="12198" y="13376"/>
                  <a:pt x="11949" y="13580"/>
                </a:cubicBezTo>
                <a:moveTo>
                  <a:pt x="10437" y="9837"/>
                </a:moveTo>
                <a:cubicBezTo>
                  <a:pt x="10286" y="9800"/>
                  <a:pt x="10228" y="9753"/>
                  <a:pt x="10081" y="9698"/>
                </a:cubicBezTo>
                <a:cubicBezTo>
                  <a:pt x="9933" y="9642"/>
                  <a:pt x="9803" y="9570"/>
                  <a:pt x="9692" y="9481"/>
                </a:cubicBezTo>
                <a:cubicBezTo>
                  <a:pt x="9581" y="9392"/>
                  <a:pt x="9489" y="9285"/>
                  <a:pt x="9417" y="9159"/>
                </a:cubicBezTo>
                <a:cubicBezTo>
                  <a:pt x="9345" y="9032"/>
                  <a:pt x="9309" y="8880"/>
                  <a:pt x="9309" y="8702"/>
                </a:cubicBezTo>
                <a:cubicBezTo>
                  <a:pt x="9309" y="8309"/>
                  <a:pt x="9415" y="8030"/>
                  <a:pt x="9627" y="7862"/>
                </a:cubicBezTo>
                <a:cubicBezTo>
                  <a:pt x="9839" y="7696"/>
                  <a:pt x="10048" y="7612"/>
                  <a:pt x="10437" y="7612"/>
                </a:cubicBezTo>
                <a:cubicBezTo>
                  <a:pt x="10437" y="7612"/>
                  <a:pt x="10437" y="9837"/>
                  <a:pt x="10437" y="9837"/>
                </a:cubicBezTo>
                <a:close/>
                <a:moveTo>
                  <a:pt x="12765" y="10727"/>
                </a:moveTo>
                <a:cubicBezTo>
                  <a:pt x="12527" y="10542"/>
                  <a:pt x="12253" y="10390"/>
                  <a:pt x="11944" y="10271"/>
                </a:cubicBezTo>
                <a:cubicBezTo>
                  <a:pt x="11634" y="10153"/>
                  <a:pt x="11410" y="10049"/>
                  <a:pt x="11085" y="9959"/>
                </a:cubicBezTo>
                <a:lnTo>
                  <a:pt x="11085" y="7612"/>
                </a:lnTo>
                <a:cubicBezTo>
                  <a:pt x="11474" y="7612"/>
                  <a:pt x="11665" y="7713"/>
                  <a:pt x="11841" y="7913"/>
                </a:cubicBezTo>
                <a:cubicBezTo>
                  <a:pt x="12017" y="8113"/>
                  <a:pt x="12113" y="8402"/>
                  <a:pt x="12127" y="8781"/>
                </a:cubicBezTo>
                <a:lnTo>
                  <a:pt x="13359" y="8781"/>
                </a:lnTo>
                <a:cubicBezTo>
                  <a:pt x="13359" y="8417"/>
                  <a:pt x="13295" y="8098"/>
                  <a:pt x="13170" y="7824"/>
                </a:cubicBezTo>
                <a:cubicBezTo>
                  <a:pt x="13043" y="7550"/>
                  <a:pt x="12875" y="7323"/>
                  <a:pt x="12662" y="7145"/>
                </a:cubicBezTo>
                <a:cubicBezTo>
                  <a:pt x="12449" y="6967"/>
                  <a:pt x="12200" y="6833"/>
                  <a:pt x="11911" y="6744"/>
                </a:cubicBezTo>
                <a:cubicBezTo>
                  <a:pt x="11623" y="6656"/>
                  <a:pt x="11410" y="6611"/>
                  <a:pt x="11085" y="6611"/>
                </a:cubicBezTo>
                <a:lnTo>
                  <a:pt x="11085" y="5881"/>
                </a:lnTo>
                <a:lnTo>
                  <a:pt x="10437" y="5881"/>
                </a:lnTo>
                <a:lnTo>
                  <a:pt x="10437" y="6611"/>
                </a:lnTo>
                <a:cubicBezTo>
                  <a:pt x="10113" y="6611"/>
                  <a:pt x="9895" y="6659"/>
                  <a:pt x="9600" y="6756"/>
                </a:cubicBezTo>
                <a:cubicBezTo>
                  <a:pt x="9305" y="6852"/>
                  <a:pt x="9044" y="6991"/>
                  <a:pt x="8817" y="7173"/>
                </a:cubicBezTo>
                <a:cubicBezTo>
                  <a:pt x="8590" y="7355"/>
                  <a:pt x="8410" y="7581"/>
                  <a:pt x="8277" y="7852"/>
                </a:cubicBezTo>
                <a:cubicBezTo>
                  <a:pt x="8144" y="8122"/>
                  <a:pt x="8077" y="8436"/>
                  <a:pt x="8077" y="8791"/>
                </a:cubicBezTo>
                <a:cubicBezTo>
                  <a:pt x="8077" y="9199"/>
                  <a:pt x="8150" y="9541"/>
                  <a:pt x="8293" y="9815"/>
                </a:cubicBezTo>
                <a:cubicBezTo>
                  <a:pt x="8438" y="10089"/>
                  <a:pt x="8626" y="10317"/>
                  <a:pt x="8860" y="10499"/>
                </a:cubicBezTo>
                <a:cubicBezTo>
                  <a:pt x="9094" y="10681"/>
                  <a:pt x="9357" y="10829"/>
                  <a:pt x="9649" y="10944"/>
                </a:cubicBezTo>
                <a:cubicBezTo>
                  <a:pt x="9940" y="11059"/>
                  <a:pt x="10142" y="11157"/>
                  <a:pt x="10437" y="11239"/>
                </a:cubicBezTo>
                <a:lnTo>
                  <a:pt x="10437" y="13931"/>
                </a:lnTo>
                <a:cubicBezTo>
                  <a:pt x="9940" y="13916"/>
                  <a:pt x="9676" y="13768"/>
                  <a:pt x="9460" y="13486"/>
                </a:cubicBezTo>
                <a:cubicBezTo>
                  <a:pt x="9244" y="13204"/>
                  <a:pt x="9139" y="12818"/>
                  <a:pt x="9147" y="12329"/>
                </a:cubicBezTo>
                <a:lnTo>
                  <a:pt x="7915" y="12329"/>
                </a:lnTo>
                <a:cubicBezTo>
                  <a:pt x="7908" y="12744"/>
                  <a:pt x="7967" y="13111"/>
                  <a:pt x="8094" y="13430"/>
                </a:cubicBezTo>
                <a:cubicBezTo>
                  <a:pt x="8220" y="13749"/>
                  <a:pt x="8397" y="14018"/>
                  <a:pt x="8628" y="14236"/>
                </a:cubicBezTo>
                <a:cubicBezTo>
                  <a:pt x="8858" y="14455"/>
                  <a:pt x="9136" y="14624"/>
                  <a:pt x="9460" y="14743"/>
                </a:cubicBezTo>
                <a:cubicBezTo>
                  <a:pt x="9784" y="14861"/>
                  <a:pt x="10048" y="14924"/>
                  <a:pt x="10437" y="14932"/>
                </a:cubicBezTo>
                <a:lnTo>
                  <a:pt x="10437" y="15692"/>
                </a:lnTo>
                <a:lnTo>
                  <a:pt x="11085" y="15692"/>
                </a:lnTo>
                <a:lnTo>
                  <a:pt x="11085" y="14932"/>
                </a:lnTo>
                <a:cubicBezTo>
                  <a:pt x="11446" y="14917"/>
                  <a:pt x="11688" y="14856"/>
                  <a:pt x="11998" y="14748"/>
                </a:cubicBezTo>
                <a:cubicBezTo>
                  <a:pt x="12307" y="14641"/>
                  <a:pt x="12578" y="14485"/>
                  <a:pt x="12808" y="14281"/>
                </a:cubicBezTo>
                <a:cubicBezTo>
                  <a:pt x="13038" y="14077"/>
                  <a:pt x="13220" y="13821"/>
                  <a:pt x="13353" y="13513"/>
                </a:cubicBezTo>
                <a:cubicBezTo>
                  <a:pt x="13486" y="13206"/>
                  <a:pt x="13553" y="12844"/>
                  <a:pt x="13553" y="12429"/>
                </a:cubicBezTo>
                <a:cubicBezTo>
                  <a:pt x="13553" y="12028"/>
                  <a:pt x="13481" y="11691"/>
                  <a:pt x="13337" y="11417"/>
                </a:cubicBezTo>
                <a:cubicBezTo>
                  <a:pt x="13193" y="11142"/>
                  <a:pt x="13002" y="10912"/>
                  <a:pt x="12765" y="10727"/>
                </a:cubicBezTo>
              </a:path>
            </a:pathLst>
          </a:custGeom>
          <a:solidFill>
            <a:schemeClr val="tx1"/>
          </a:solidFill>
          <a:ln w="12700">
            <a:miter lim="400000"/>
          </a:ln>
        </p:spPr>
        <p:txBody>
          <a:bodyPr lIns="14284" tIns="14284" rIns="14284" bIns="14284" anchor="ctr"/>
          <a:lstStyle/>
          <a:p>
            <a:pPr defTabSz="171399" eaLnBrk="1" hangingPunct="1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1125">
              <a:solidFill>
                <a:srgbClr val="FFFFFF"/>
              </a:solidFill>
              <a:effectLst>
                <a:outerShdw blurRad="38100" dist="12700" dir="5400000" rotWithShape="0">
                  <a:srgbClr val="000000">
                    <a:alpha val="50000"/>
                  </a:srgbClr>
                </a:outerShdw>
              </a:effectLst>
              <a:latin typeface="Gill Sans"/>
              <a:ea typeface="Calibri" charset="0"/>
              <a:cs typeface="Calibri" charset="0"/>
              <a:sym typeface="Gill Sans"/>
            </a:endParaRPr>
          </a:p>
        </p:txBody>
      </p:sp>
      <p:sp>
        <p:nvSpPr>
          <p:cNvPr id="143" name="Shape 2794"/>
          <p:cNvSpPr/>
          <p:nvPr userDrawn="1"/>
        </p:nvSpPr>
        <p:spPr>
          <a:xfrm>
            <a:off x="5724206" y="4416808"/>
            <a:ext cx="209550" cy="209550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0800" y="20618"/>
                </a:moveTo>
                <a:cubicBezTo>
                  <a:pt x="5377" y="20618"/>
                  <a:pt x="982" y="16223"/>
                  <a:pt x="982" y="10800"/>
                </a:cubicBezTo>
                <a:cubicBezTo>
                  <a:pt x="982" y="5378"/>
                  <a:pt x="5377" y="982"/>
                  <a:pt x="10800" y="982"/>
                </a:cubicBezTo>
                <a:cubicBezTo>
                  <a:pt x="16223" y="982"/>
                  <a:pt x="20618" y="5378"/>
                  <a:pt x="20618" y="10800"/>
                </a:cubicBezTo>
                <a:cubicBezTo>
                  <a:pt x="20618" y="16223"/>
                  <a:pt x="16223" y="20618"/>
                  <a:pt x="10800" y="20618"/>
                </a:cubicBezTo>
                <a:moveTo>
                  <a:pt x="10800" y="0"/>
                </a:moveTo>
                <a:cubicBezTo>
                  <a:pt x="4836" y="0"/>
                  <a:pt x="0" y="4836"/>
                  <a:pt x="0" y="10800"/>
                </a:cubicBezTo>
                <a:cubicBezTo>
                  <a:pt x="0" y="16765"/>
                  <a:pt x="4836" y="21600"/>
                  <a:pt x="10800" y="21600"/>
                </a:cubicBezTo>
                <a:cubicBezTo>
                  <a:pt x="16764" y="21600"/>
                  <a:pt x="21600" y="16765"/>
                  <a:pt x="21600" y="10800"/>
                </a:cubicBezTo>
                <a:cubicBezTo>
                  <a:pt x="21600" y="4836"/>
                  <a:pt x="16764" y="0"/>
                  <a:pt x="10800" y="0"/>
                </a:cubicBezTo>
                <a:moveTo>
                  <a:pt x="11535" y="7724"/>
                </a:moveTo>
                <a:cubicBezTo>
                  <a:pt x="12082" y="7724"/>
                  <a:pt x="12586" y="7961"/>
                  <a:pt x="13047" y="8436"/>
                </a:cubicBezTo>
                <a:lnTo>
                  <a:pt x="13544" y="7424"/>
                </a:lnTo>
                <a:cubicBezTo>
                  <a:pt x="12888" y="6964"/>
                  <a:pt x="12248" y="6734"/>
                  <a:pt x="11621" y="6734"/>
                </a:cubicBezTo>
                <a:cubicBezTo>
                  <a:pt x="10757" y="6734"/>
                  <a:pt x="10048" y="7019"/>
                  <a:pt x="9494" y="7590"/>
                </a:cubicBezTo>
                <a:cubicBezTo>
                  <a:pt x="9019" y="8087"/>
                  <a:pt x="8691" y="8762"/>
                  <a:pt x="8510" y="9615"/>
                </a:cubicBezTo>
                <a:lnTo>
                  <a:pt x="7938" y="9615"/>
                </a:lnTo>
                <a:lnTo>
                  <a:pt x="7658" y="10327"/>
                </a:lnTo>
                <a:lnTo>
                  <a:pt x="8435" y="10327"/>
                </a:lnTo>
                <a:cubicBezTo>
                  <a:pt x="8428" y="10409"/>
                  <a:pt x="8423" y="10483"/>
                  <a:pt x="8419" y="10549"/>
                </a:cubicBezTo>
                <a:cubicBezTo>
                  <a:pt x="8415" y="10616"/>
                  <a:pt x="8414" y="10675"/>
                  <a:pt x="8414" y="10727"/>
                </a:cubicBezTo>
                <a:cubicBezTo>
                  <a:pt x="8414" y="10794"/>
                  <a:pt x="8415" y="10857"/>
                  <a:pt x="8419" y="10916"/>
                </a:cubicBezTo>
                <a:cubicBezTo>
                  <a:pt x="8423" y="10976"/>
                  <a:pt x="8428" y="11032"/>
                  <a:pt x="8435" y="11083"/>
                </a:cubicBezTo>
                <a:lnTo>
                  <a:pt x="7949" y="11083"/>
                </a:lnTo>
                <a:lnTo>
                  <a:pt x="7658" y="11784"/>
                </a:lnTo>
                <a:lnTo>
                  <a:pt x="8489" y="11784"/>
                </a:lnTo>
                <a:cubicBezTo>
                  <a:pt x="8604" y="12674"/>
                  <a:pt x="8896" y="13382"/>
                  <a:pt x="9364" y="13908"/>
                </a:cubicBezTo>
                <a:cubicBezTo>
                  <a:pt x="9904" y="14517"/>
                  <a:pt x="10656" y="14821"/>
                  <a:pt x="11621" y="14821"/>
                </a:cubicBezTo>
                <a:cubicBezTo>
                  <a:pt x="12219" y="14821"/>
                  <a:pt x="12762" y="14658"/>
                  <a:pt x="13252" y="14331"/>
                </a:cubicBezTo>
                <a:lnTo>
                  <a:pt x="13252" y="13097"/>
                </a:lnTo>
                <a:cubicBezTo>
                  <a:pt x="12978" y="13356"/>
                  <a:pt x="12733" y="13542"/>
                  <a:pt x="12517" y="13653"/>
                </a:cubicBezTo>
                <a:cubicBezTo>
                  <a:pt x="12280" y="13772"/>
                  <a:pt x="11981" y="13831"/>
                  <a:pt x="11621" y="13831"/>
                </a:cubicBezTo>
                <a:cubicBezTo>
                  <a:pt x="11067" y="13831"/>
                  <a:pt x="10627" y="13620"/>
                  <a:pt x="10304" y="13197"/>
                </a:cubicBezTo>
                <a:cubicBezTo>
                  <a:pt x="10023" y="12855"/>
                  <a:pt x="9839" y="12385"/>
                  <a:pt x="9753" y="11784"/>
                </a:cubicBezTo>
                <a:lnTo>
                  <a:pt x="11924" y="11784"/>
                </a:lnTo>
                <a:lnTo>
                  <a:pt x="12193" y="11083"/>
                </a:lnTo>
                <a:lnTo>
                  <a:pt x="9699" y="11083"/>
                </a:lnTo>
                <a:cubicBezTo>
                  <a:pt x="9692" y="11046"/>
                  <a:pt x="9688" y="10932"/>
                  <a:pt x="9688" y="10739"/>
                </a:cubicBezTo>
                <a:lnTo>
                  <a:pt x="9688" y="10483"/>
                </a:lnTo>
                <a:cubicBezTo>
                  <a:pt x="9688" y="10416"/>
                  <a:pt x="9692" y="10364"/>
                  <a:pt x="9699" y="10327"/>
                </a:cubicBezTo>
                <a:lnTo>
                  <a:pt x="12344" y="10327"/>
                </a:lnTo>
                <a:lnTo>
                  <a:pt x="12626" y="9615"/>
                </a:lnTo>
                <a:lnTo>
                  <a:pt x="9775" y="9615"/>
                </a:lnTo>
                <a:cubicBezTo>
                  <a:pt x="9868" y="9096"/>
                  <a:pt x="10051" y="8662"/>
                  <a:pt x="10325" y="8314"/>
                </a:cubicBezTo>
                <a:cubicBezTo>
                  <a:pt x="10649" y="7920"/>
                  <a:pt x="11052" y="7724"/>
                  <a:pt x="11535" y="7724"/>
                </a:cubicBezTo>
              </a:path>
            </a:pathLst>
          </a:custGeom>
          <a:solidFill>
            <a:schemeClr val="tx1"/>
          </a:solidFill>
          <a:ln w="12700">
            <a:miter lim="400000"/>
          </a:ln>
        </p:spPr>
        <p:txBody>
          <a:bodyPr lIns="14284" tIns="14284" rIns="14284" bIns="14284" anchor="ctr"/>
          <a:lstStyle/>
          <a:p>
            <a:pPr defTabSz="171399" eaLnBrk="1" hangingPunct="1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1125">
              <a:solidFill>
                <a:srgbClr val="FFFFFF"/>
              </a:solidFill>
              <a:effectLst>
                <a:outerShdw blurRad="38100" dist="12700" dir="5400000" rotWithShape="0">
                  <a:srgbClr val="000000">
                    <a:alpha val="50000"/>
                  </a:srgbClr>
                </a:outerShdw>
              </a:effectLst>
              <a:latin typeface="Gill Sans"/>
              <a:ea typeface="Calibri" charset="0"/>
              <a:cs typeface="Calibri" charset="0"/>
              <a:sym typeface="Gill Sans"/>
            </a:endParaRPr>
          </a:p>
        </p:txBody>
      </p:sp>
      <p:sp>
        <p:nvSpPr>
          <p:cNvPr id="144" name="Shape 2796"/>
          <p:cNvSpPr/>
          <p:nvPr userDrawn="1"/>
        </p:nvSpPr>
        <p:spPr>
          <a:xfrm>
            <a:off x="6183095" y="4416808"/>
            <a:ext cx="209550" cy="209550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2660" y="9921"/>
                </a:moveTo>
                <a:cubicBezTo>
                  <a:pt x="12438" y="10786"/>
                  <a:pt x="11065" y="10346"/>
                  <a:pt x="10620" y="10238"/>
                </a:cubicBezTo>
                <a:lnTo>
                  <a:pt x="11011" y="8710"/>
                </a:lnTo>
                <a:cubicBezTo>
                  <a:pt x="11457" y="8818"/>
                  <a:pt x="12891" y="9019"/>
                  <a:pt x="12660" y="9921"/>
                </a:cubicBezTo>
                <a:moveTo>
                  <a:pt x="12416" y="12387"/>
                </a:moveTo>
                <a:cubicBezTo>
                  <a:pt x="12172" y="13338"/>
                  <a:pt x="10523" y="12824"/>
                  <a:pt x="9988" y="12695"/>
                </a:cubicBezTo>
                <a:lnTo>
                  <a:pt x="10421" y="11009"/>
                </a:lnTo>
                <a:cubicBezTo>
                  <a:pt x="10956" y="11139"/>
                  <a:pt x="12671" y="11395"/>
                  <a:pt x="12416" y="12387"/>
                </a:cubicBezTo>
                <a:moveTo>
                  <a:pt x="12637" y="8174"/>
                </a:moveTo>
                <a:lnTo>
                  <a:pt x="12960" y="6916"/>
                </a:lnTo>
                <a:lnTo>
                  <a:pt x="12171" y="6726"/>
                </a:lnTo>
                <a:lnTo>
                  <a:pt x="11857" y="7950"/>
                </a:lnTo>
                <a:cubicBezTo>
                  <a:pt x="11649" y="7900"/>
                  <a:pt x="11436" y="7853"/>
                  <a:pt x="11224" y="7806"/>
                </a:cubicBezTo>
                <a:lnTo>
                  <a:pt x="11541" y="6573"/>
                </a:lnTo>
                <a:lnTo>
                  <a:pt x="10753" y="6382"/>
                </a:lnTo>
                <a:lnTo>
                  <a:pt x="10429" y="7640"/>
                </a:lnTo>
                <a:cubicBezTo>
                  <a:pt x="10258" y="7602"/>
                  <a:pt x="10090" y="7565"/>
                  <a:pt x="9926" y="7525"/>
                </a:cubicBezTo>
                <a:lnTo>
                  <a:pt x="9927" y="7521"/>
                </a:lnTo>
                <a:lnTo>
                  <a:pt x="8839" y="7257"/>
                </a:lnTo>
                <a:lnTo>
                  <a:pt x="8629" y="8075"/>
                </a:lnTo>
                <a:cubicBezTo>
                  <a:pt x="8629" y="8075"/>
                  <a:pt x="9214" y="8205"/>
                  <a:pt x="9202" y="8214"/>
                </a:cubicBezTo>
                <a:cubicBezTo>
                  <a:pt x="9521" y="8291"/>
                  <a:pt x="9579" y="8496"/>
                  <a:pt x="9569" y="8658"/>
                </a:cubicBezTo>
                <a:lnTo>
                  <a:pt x="9202" y="10091"/>
                </a:lnTo>
                <a:cubicBezTo>
                  <a:pt x="9224" y="10097"/>
                  <a:pt x="9252" y="10104"/>
                  <a:pt x="9283" y="10116"/>
                </a:cubicBezTo>
                <a:cubicBezTo>
                  <a:pt x="9257" y="10110"/>
                  <a:pt x="9229" y="10103"/>
                  <a:pt x="9200" y="10097"/>
                </a:cubicBezTo>
                <a:lnTo>
                  <a:pt x="8684" y="12103"/>
                </a:lnTo>
                <a:cubicBezTo>
                  <a:pt x="8646" y="12198"/>
                  <a:pt x="8546" y="12339"/>
                  <a:pt x="8323" y="12285"/>
                </a:cubicBezTo>
                <a:cubicBezTo>
                  <a:pt x="8331" y="12297"/>
                  <a:pt x="7749" y="12147"/>
                  <a:pt x="7749" y="12147"/>
                </a:cubicBezTo>
                <a:lnTo>
                  <a:pt x="7358" y="13023"/>
                </a:lnTo>
                <a:lnTo>
                  <a:pt x="8384" y="13271"/>
                </a:lnTo>
                <a:cubicBezTo>
                  <a:pt x="8575" y="13317"/>
                  <a:pt x="8762" y="13366"/>
                  <a:pt x="8946" y="13412"/>
                </a:cubicBezTo>
                <a:lnTo>
                  <a:pt x="8621" y="14684"/>
                </a:lnTo>
                <a:lnTo>
                  <a:pt x="9408" y="14875"/>
                </a:lnTo>
                <a:lnTo>
                  <a:pt x="9731" y="13616"/>
                </a:lnTo>
                <a:cubicBezTo>
                  <a:pt x="9947" y="13673"/>
                  <a:pt x="10156" y="13725"/>
                  <a:pt x="10360" y="13775"/>
                </a:cubicBezTo>
                <a:lnTo>
                  <a:pt x="10038" y="15027"/>
                </a:lnTo>
                <a:lnTo>
                  <a:pt x="10827" y="15218"/>
                </a:lnTo>
                <a:lnTo>
                  <a:pt x="11153" y="13948"/>
                </a:lnTo>
                <a:cubicBezTo>
                  <a:pt x="12499" y="14195"/>
                  <a:pt x="13510" y="14095"/>
                  <a:pt x="13935" y="12915"/>
                </a:cubicBezTo>
                <a:cubicBezTo>
                  <a:pt x="14279" y="11964"/>
                  <a:pt x="13918" y="11416"/>
                  <a:pt x="13210" y="11058"/>
                </a:cubicBezTo>
                <a:cubicBezTo>
                  <a:pt x="13726" y="10943"/>
                  <a:pt x="14115" y="10614"/>
                  <a:pt x="14218" y="9934"/>
                </a:cubicBezTo>
                <a:cubicBezTo>
                  <a:pt x="14361" y="9006"/>
                  <a:pt x="13633" y="8507"/>
                  <a:pt x="12637" y="8174"/>
                </a:cubicBezTo>
                <a:moveTo>
                  <a:pt x="10800" y="20618"/>
                </a:moveTo>
                <a:cubicBezTo>
                  <a:pt x="5377" y="20618"/>
                  <a:pt x="982" y="16223"/>
                  <a:pt x="982" y="10800"/>
                </a:cubicBezTo>
                <a:cubicBezTo>
                  <a:pt x="982" y="5378"/>
                  <a:pt x="5377" y="982"/>
                  <a:pt x="10800" y="982"/>
                </a:cubicBezTo>
                <a:cubicBezTo>
                  <a:pt x="16223" y="982"/>
                  <a:pt x="20618" y="5378"/>
                  <a:pt x="20618" y="10800"/>
                </a:cubicBezTo>
                <a:cubicBezTo>
                  <a:pt x="20618" y="16223"/>
                  <a:pt x="16223" y="20618"/>
                  <a:pt x="10800" y="20618"/>
                </a:cubicBezTo>
                <a:moveTo>
                  <a:pt x="10800" y="0"/>
                </a:moveTo>
                <a:cubicBezTo>
                  <a:pt x="4835" y="0"/>
                  <a:pt x="0" y="4836"/>
                  <a:pt x="0" y="10800"/>
                </a:cubicBezTo>
                <a:cubicBezTo>
                  <a:pt x="0" y="16765"/>
                  <a:pt x="4835" y="21600"/>
                  <a:pt x="10800" y="21600"/>
                </a:cubicBezTo>
                <a:cubicBezTo>
                  <a:pt x="16765" y="21600"/>
                  <a:pt x="21600" y="16765"/>
                  <a:pt x="21600" y="10800"/>
                </a:cubicBezTo>
                <a:cubicBezTo>
                  <a:pt x="21600" y="4836"/>
                  <a:pt x="16765" y="0"/>
                  <a:pt x="10800" y="0"/>
                </a:cubicBezTo>
              </a:path>
            </a:pathLst>
          </a:custGeom>
          <a:solidFill>
            <a:schemeClr val="tx1"/>
          </a:solidFill>
          <a:ln w="12700">
            <a:miter lim="400000"/>
          </a:ln>
        </p:spPr>
        <p:txBody>
          <a:bodyPr lIns="14284" tIns="14284" rIns="14284" bIns="14284" anchor="ctr"/>
          <a:lstStyle/>
          <a:p>
            <a:pPr defTabSz="171399" eaLnBrk="1" hangingPunct="1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1125">
              <a:solidFill>
                <a:srgbClr val="FFFFFF"/>
              </a:solidFill>
              <a:effectLst>
                <a:outerShdw blurRad="38100" dist="12700" dir="5400000" rotWithShape="0">
                  <a:srgbClr val="000000">
                    <a:alpha val="50000"/>
                  </a:srgbClr>
                </a:outerShdw>
              </a:effectLst>
              <a:latin typeface="Gill Sans"/>
              <a:ea typeface="Calibri" charset="0"/>
              <a:cs typeface="Calibri" charset="0"/>
              <a:sym typeface="Gill Sans"/>
            </a:endParaRPr>
          </a:p>
        </p:txBody>
      </p:sp>
      <p:sp>
        <p:nvSpPr>
          <p:cNvPr id="145" name="Shape 2799"/>
          <p:cNvSpPr/>
          <p:nvPr userDrawn="1"/>
        </p:nvSpPr>
        <p:spPr>
          <a:xfrm>
            <a:off x="6641984" y="4445383"/>
            <a:ext cx="209550" cy="152400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9916" y="11782"/>
                </a:moveTo>
                <a:cubicBezTo>
                  <a:pt x="9916" y="11929"/>
                  <a:pt x="9939" y="12054"/>
                  <a:pt x="9982" y="12159"/>
                </a:cubicBezTo>
                <a:cubicBezTo>
                  <a:pt x="10026" y="12263"/>
                  <a:pt x="10082" y="12351"/>
                  <a:pt x="10151" y="12425"/>
                </a:cubicBezTo>
                <a:cubicBezTo>
                  <a:pt x="10219" y="12498"/>
                  <a:pt x="10298" y="12557"/>
                  <a:pt x="10388" y="12604"/>
                </a:cubicBezTo>
                <a:cubicBezTo>
                  <a:pt x="10478" y="12650"/>
                  <a:pt x="10513" y="12688"/>
                  <a:pt x="10605" y="12719"/>
                </a:cubicBezTo>
                <a:lnTo>
                  <a:pt x="10605" y="10882"/>
                </a:lnTo>
                <a:cubicBezTo>
                  <a:pt x="10368" y="10882"/>
                  <a:pt x="10241" y="10952"/>
                  <a:pt x="10111" y="11090"/>
                </a:cubicBezTo>
                <a:cubicBezTo>
                  <a:pt x="9981" y="11227"/>
                  <a:pt x="9916" y="11458"/>
                  <a:pt x="9916" y="11782"/>
                </a:cubicBezTo>
                <a:moveTo>
                  <a:pt x="11501" y="14278"/>
                </a:moveTo>
                <a:cubicBezTo>
                  <a:pt x="11425" y="14199"/>
                  <a:pt x="11338" y="14135"/>
                  <a:pt x="11242" y="14086"/>
                </a:cubicBezTo>
                <a:cubicBezTo>
                  <a:pt x="11145" y="14037"/>
                  <a:pt x="11102" y="13994"/>
                  <a:pt x="11001" y="13958"/>
                </a:cubicBezTo>
                <a:lnTo>
                  <a:pt x="11001" y="16096"/>
                </a:lnTo>
                <a:cubicBezTo>
                  <a:pt x="11238" y="16071"/>
                  <a:pt x="11377" y="15975"/>
                  <a:pt x="11528" y="15806"/>
                </a:cubicBezTo>
                <a:cubicBezTo>
                  <a:pt x="11680" y="15638"/>
                  <a:pt x="11756" y="15371"/>
                  <a:pt x="11756" y="15004"/>
                </a:cubicBezTo>
                <a:cubicBezTo>
                  <a:pt x="11756" y="14833"/>
                  <a:pt x="11733" y="14689"/>
                  <a:pt x="11686" y="14572"/>
                </a:cubicBezTo>
                <a:cubicBezTo>
                  <a:pt x="11640" y="14456"/>
                  <a:pt x="11579" y="14358"/>
                  <a:pt x="11501" y="14278"/>
                </a:cubicBezTo>
                <a:moveTo>
                  <a:pt x="12385" y="15751"/>
                </a:moveTo>
                <a:cubicBezTo>
                  <a:pt x="12304" y="16006"/>
                  <a:pt x="12193" y="16216"/>
                  <a:pt x="12052" y="16385"/>
                </a:cubicBezTo>
                <a:cubicBezTo>
                  <a:pt x="11911" y="16553"/>
                  <a:pt x="11747" y="16681"/>
                  <a:pt x="11558" y="16770"/>
                </a:cubicBezTo>
                <a:cubicBezTo>
                  <a:pt x="11369" y="16859"/>
                  <a:pt x="11221" y="16910"/>
                  <a:pt x="11001" y="16922"/>
                </a:cubicBezTo>
                <a:lnTo>
                  <a:pt x="11001" y="17549"/>
                </a:lnTo>
                <a:lnTo>
                  <a:pt x="10605" y="17549"/>
                </a:lnTo>
                <a:lnTo>
                  <a:pt x="10605" y="16922"/>
                </a:lnTo>
                <a:cubicBezTo>
                  <a:pt x="10368" y="16915"/>
                  <a:pt x="10206" y="16863"/>
                  <a:pt x="10009" y="16766"/>
                </a:cubicBezTo>
                <a:cubicBezTo>
                  <a:pt x="9811" y="16667"/>
                  <a:pt x="9642" y="16528"/>
                  <a:pt x="9501" y="16348"/>
                </a:cubicBezTo>
                <a:cubicBezTo>
                  <a:pt x="9361" y="16168"/>
                  <a:pt x="9252" y="15946"/>
                  <a:pt x="9175" y="15683"/>
                </a:cubicBezTo>
                <a:cubicBezTo>
                  <a:pt x="9098" y="15420"/>
                  <a:pt x="9062" y="15117"/>
                  <a:pt x="9066" y="14775"/>
                </a:cubicBezTo>
                <a:lnTo>
                  <a:pt x="9818" y="14775"/>
                </a:lnTo>
                <a:cubicBezTo>
                  <a:pt x="9813" y="15178"/>
                  <a:pt x="9877" y="15496"/>
                  <a:pt x="10009" y="15729"/>
                </a:cubicBezTo>
                <a:cubicBezTo>
                  <a:pt x="10140" y="15961"/>
                  <a:pt x="10302" y="16083"/>
                  <a:pt x="10605" y="16096"/>
                </a:cubicBezTo>
                <a:lnTo>
                  <a:pt x="10605" y="13875"/>
                </a:lnTo>
                <a:cubicBezTo>
                  <a:pt x="10425" y="13807"/>
                  <a:pt x="10302" y="13726"/>
                  <a:pt x="10124" y="13631"/>
                </a:cubicBezTo>
                <a:cubicBezTo>
                  <a:pt x="9946" y="13537"/>
                  <a:pt x="9786" y="13414"/>
                  <a:pt x="9643" y="13264"/>
                </a:cubicBezTo>
                <a:cubicBezTo>
                  <a:pt x="9500" y="13115"/>
                  <a:pt x="9385" y="12927"/>
                  <a:pt x="9297" y="12700"/>
                </a:cubicBezTo>
                <a:cubicBezTo>
                  <a:pt x="9209" y="12474"/>
                  <a:pt x="9165" y="12192"/>
                  <a:pt x="9165" y="11855"/>
                </a:cubicBezTo>
                <a:cubicBezTo>
                  <a:pt x="9165" y="11562"/>
                  <a:pt x="9206" y="11304"/>
                  <a:pt x="9287" y="11080"/>
                </a:cubicBezTo>
                <a:cubicBezTo>
                  <a:pt x="9369" y="10857"/>
                  <a:pt x="9478" y="10670"/>
                  <a:pt x="9617" y="10520"/>
                </a:cubicBezTo>
                <a:cubicBezTo>
                  <a:pt x="9755" y="10370"/>
                  <a:pt x="9914" y="10256"/>
                  <a:pt x="10094" y="10176"/>
                </a:cubicBezTo>
                <a:cubicBezTo>
                  <a:pt x="10274" y="10097"/>
                  <a:pt x="10407" y="10057"/>
                  <a:pt x="10605" y="10057"/>
                </a:cubicBezTo>
                <a:lnTo>
                  <a:pt x="10605" y="9455"/>
                </a:lnTo>
                <a:lnTo>
                  <a:pt x="11001" y="9455"/>
                </a:lnTo>
                <a:lnTo>
                  <a:pt x="11001" y="10057"/>
                </a:lnTo>
                <a:cubicBezTo>
                  <a:pt x="11199" y="10057"/>
                  <a:pt x="11329" y="10093"/>
                  <a:pt x="11505" y="10167"/>
                </a:cubicBezTo>
                <a:cubicBezTo>
                  <a:pt x="11681" y="10240"/>
                  <a:pt x="11834" y="10350"/>
                  <a:pt x="11963" y="10498"/>
                </a:cubicBezTo>
                <a:cubicBezTo>
                  <a:pt x="12093" y="10644"/>
                  <a:pt x="12196" y="10831"/>
                  <a:pt x="12273" y="11057"/>
                </a:cubicBezTo>
                <a:cubicBezTo>
                  <a:pt x="12350" y="11284"/>
                  <a:pt x="12388" y="11547"/>
                  <a:pt x="12388" y="11847"/>
                </a:cubicBezTo>
                <a:lnTo>
                  <a:pt x="11637" y="11847"/>
                </a:lnTo>
                <a:cubicBezTo>
                  <a:pt x="11628" y="11534"/>
                  <a:pt x="11570" y="11296"/>
                  <a:pt x="11463" y="11130"/>
                </a:cubicBezTo>
                <a:cubicBezTo>
                  <a:pt x="11355" y="10965"/>
                  <a:pt x="11238" y="10882"/>
                  <a:pt x="11001" y="10882"/>
                </a:cubicBezTo>
                <a:lnTo>
                  <a:pt x="11001" y="12819"/>
                </a:lnTo>
                <a:cubicBezTo>
                  <a:pt x="11199" y="12894"/>
                  <a:pt x="11336" y="12978"/>
                  <a:pt x="11525" y="13076"/>
                </a:cubicBezTo>
                <a:cubicBezTo>
                  <a:pt x="11714" y="13175"/>
                  <a:pt x="11881" y="13300"/>
                  <a:pt x="12026" y="13453"/>
                </a:cubicBezTo>
                <a:cubicBezTo>
                  <a:pt x="12171" y="13605"/>
                  <a:pt x="12287" y="13795"/>
                  <a:pt x="12375" y="14021"/>
                </a:cubicBezTo>
                <a:cubicBezTo>
                  <a:pt x="12463" y="14248"/>
                  <a:pt x="12507" y="14526"/>
                  <a:pt x="12507" y="14857"/>
                </a:cubicBezTo>
                <a:cubicBezTo>
                  <a:pt x="12507" y="15199"/>
                  <a:pt x="12466" y="15497"/>
                  <a:pt x="12385" y="15751"/>
                </a:cubicBezTo>
                <a:moveTo>
                  <a:pt x="10800" y="8100"/>
                </a:moveTo>
                <a:cubicBezTo>
                  <a:pt x="8631" y="8100"/>
                  <a:pt x="6873" y="10518"/>
                  <a:pt x="6873" y="13500"/>
                </a:cubicBezTo>
                <a:cubicBezTo>
                  <a:pt x="6873" y="16483"/>
                  <a:pt x="8631" y="18900"/>
                  <a:pt x="10800" y="18900"/>
                </a:cubicBezTo>
                <a:cubicBezTo>
                  <a:pt x="12969" y="18900"/>
                  <a:pt x="14727" y="16483"/>
                  <a:pt x="14727" y="13500"/>
                </a:cubicBezTo>
                <a:cubicBezTo>
                  <a:pt x="14727" y="10518"/>
                  <a:pt x="12969" y="8100"/>
                  <a:pt x="10800" y="8100"/>
                </a:cubicBezTo>
                <a:moveTo>
                  <a:pt x="17182" y="17550"/>
                </a:moveTo>
                <a:lnTo>
                  <a:pt x="16200" y="17550"/>
                </a:lnTo>
                <a:cubicBezTo>
                  <a:pt x="15929" y="17550"/>
                  <a:pt x="15709" y="17852"/>
                  <a:pt x="15709" y="18225"/>
                </a:cubicBezTo>
                <a:cubicBezTo>
                  <a:pt x="15709" y="18598"/>
                  <a:pt x="15929" y="18900"/>
                  <a:pt x="16200" y="18900"/>
                </a:cubicBezTo>
                <a:lnTo>
                  <a:pt x="17182" y="18900"/>
                </a:lnTo>
                <a:cubicBezTo>
                  <a:pt x="17453" y="18900"/>
                  <a:pt x="17673" y="18598"/>
                  <a:pt x="17673" y="18225"/>
                </a:cubicBezTo>
                <a:cubicBezTo>
                  <a:pt x="17673" y="17852"/>
                  <a:pt x="17453" y="17550"/>
                  <a:pt x="17182" y="17550"/>
                </a:cubicBezTo>
                <a:moveTo>
                  <a:pt x="20127" y="8100"/>
                </a:moveTo>
                <a:cubicBezTo>
                  <a:pt x="19856" y="8100"/>
                  <a:pt x="19636" y="7798"/>
                  <a:pt x="19636" y="7425"/>
                </a:cubicBezTo>
                <a:cubicBezTo>
                  <a:pt x="19636" y="7052"/>
                  <a:pt x="19856" y="6750"/>
                  <a:pt x="20127" y="6750"/>
                </a:cubicBezTo>
                <a:cubicBezTo>
                  <a:pt x="20399" y="6750"/>
                  <a:pt x="20618" y="7052"/>
                  <a:pt x="20618" y="7425"/>
                </a:cubicBezTo>
                <a:cubicBezTo>
                  <a:pt x="20618" y="7798"/>
                  <a:pt x="20399" y="8100"/>
                  <a:pt x="20127" y="8100"/>
                </a:cubicBezTo>
                <a:moveTo>
                  <a:pt x="20618" y="17674"/>
                </a:moveTo>
                <a:cubicBezTo>
                  <a:pt x="20464" y="17599"/>
                  <a:pt x="20300" y="17550"/>
                  <a:pt x="20127" y="17550"/>
                </a:cubicBezTo>
                <a:cubicBezTo>
                  <a:pt x="19314" y="17550"/>
                  <a:pt x="18655" y="18457"/>
                  <a:pt x="18655" y="19575"/>
                </a:cubicBezTo>
                <a:cubicBezTo>
                  <a:pt x="18655" y="19813"/>
                  <a:pt x="18690" y="20038"/>
                  <a:pt x="18745" y="20250"/>
                </a:cubicBezTo>
                <a:lnTo>
                  <a:pt x="2855" y="20250"/>
                </a:lnTo>
                <a:cubicBezTo>
                  <a:pt x="2910" y="20038"/>
                  <a:pt x="2945" y="19813"/>
                  <a:pt x="2945" y="19575"/>
                </a:cubicBezTo>
                <a:cubicBezTo>
                  <a:pt x="2945" y="18457"/>
                  <a:pt x="2286" y="17550"/>
                  <a:pt x="1473" y="17550"/>
                </a:cubicBezTo>
                <a:cubicBezTo>
                  <a:pt x="1300" y="17550"/>
                  <a:pt x="1136" y="17599"/>
                  <a:pt x="982" y="17674"/>
                </a:cubicBezTo>
                <a:lnTo>
                  <a:pt x="982" y="9326"/>
                </a:lnTo>
                <a:cubicBezTo>
                  <a:pt x="1136" y="9402"/>
                  <a:pt x="1300" y="9450"/>
                  <a:pt x="1473" y="9450"/>
                </a:cubicBezTo>
                <a:cubicBezTo>
                  <a:pt x="2286" y="9450"/>
                  <a:pt x="2945" y="8544"/>
                  <a:pt x="2945" y="7425"/>
                </a:cubicBezTo>
                <a:cubicBezTo>
                  <a:pt x="2945" y="7187"/>
                  <a:pt x="2910" y="6962"/>
                  <a:pt x="2855" y="6750"/>
                </a:cubicBezTo>
                <a:lnTo>
                  <a:pt x="18745" y="6750"/>
                </a:lnTo>
                <a:cubicBezTo>
                  <a:pt x="18690" y="6962"/>
                  <a:pt x="18655" y="7187"/>
                  <a:pt x="18655" y="7425"/>
                </a:cubicBezTo>
                <a:cubicBezTo>
                  <a:pt x="18655" y="8544"/>
                  <a:pt x="19314" y="9450"/>
                  <a:pt x="20127" y="9450"/>
                </a:cubicBezTo>
                <a:cubicBezTo>
                  <a:pt x="20300" y="9450"/>
                  <a:pt x="20464" y="9402"/>
                  <a:pt x="20618" y="9326"/>
                </a:cubicBezTo>
                <a:cubicBezTo>
                  <a:pt x="20618" y="9326"/>
                  <a:pt x="20618" y="17674"/>
                  <a:pt x="20618" y="17674"/>
                </a:cubicBezTo>
                <a:close/>
                <a:moveTo>
                  <a:pt x="20127" y="20250"/>
                </a:moveTo>
                <a:cubicBezTo>
                  <a:pt x="19856" y="20250"/>
                  <a:pt x="19636" y="19948"/>
                  <a:pt x="19636" y="19575"/>
                </a:cubicBezTo>
                <a:cubicBezTo>
                  <a:pt x="19636" y="19203"/>
                  <a:pt x="19856" y="18900"/>
                  <a:pt x="20127" y="18900"/>
                </a:cubicBezTo>
                <a:cubicBezTo>
                  <a:pt x="20399" y="18900"/>
                  <a:pt x="20618" y="19203"/>
                  <a:pt x="20618" y="19575"/>
                </a:cubicBezTo>
                <a:cubicBezTo>
                  <a:pt x="20618" y="19948"/>
                  <a:pt x="20399" y="20250"/>
                  <a:pt x="20127" y="20250"/>
                </a:cubicBezTo>
                <a:moveTo>
                  <a:pt x="1473" y="20250"/>
                </a:moveTo>
                <a:cubicBezTo>
                  <a:pt x="1201" y="20250"/>
                  <a:pt x="982" y="19948"/>
                  <a:pt x="982" y="19575"/>
                </a:cubicBezTo>
                <a:cubicBezTo>
                  <a:pt x="982" y="19203"/>
                  <a:pt x="1201" y="18900"/>
                  <a:pt x="1473" y="18900"/>
                </a:cubicBezTo>
                <a:cubicBezTo>
                  <a:pt x="1744" y="18900"/>
                  <a:pt x="1964" y="19203"/>
                  <a:pt x="1964" y="19575"/>
                </a:cubicBezTo>
                <a:cubicBezTo>
                  <a:pt x="1964" y="19948"/>
                  <a:pt x="1744" y="20250"/>
                  <a:pt x="1473" y="20250"/>
                </a:cubicBezTo>
                <a:moveTo>
                  <a:pt x="1473" y="6750"/>
                </a:moveTo>
                <a:cubicBezTo>
                  <a:pt x="1744" y="6750"/>
                  <a:pt x="1964" y="7052"/>
                  <a:pt x="1964" y="7425"/>
                </a:cubicBezTo>
                <a:cubicBezTo>
                  <a:pt x="1964" y="7798"/>
                  <a:pt x="1744" y="8100"/>
                  <a:pt x="1473" y="8100"/>
                </a:cubicBezTo>
                <a:cubicBezTo>
                  <a:pt x="1201" y="8100"/>
                  <a:pt x="982" y="7798"/>
                  <a:pt x="982" y="7425"/>
                </a:cubicBezTo>
                <a:cubicBezTo>
                  <a:pt x="982" y="7052"/>
                  <a:pt x="1201" y="6750"/>
                  <a:pt x="1473" y="6750"/>
                </a:cubicBezTo>
                <a:moveTo>
                  <a:pt x="20618" y="5400"/>
                </a:moveTo>
                <a:lnTo>
                  <a:pt x="982" y="5400"/>
                </a:lnTo>
                <a:cubicBezTo>
                  <a:pt x="440" y="5400"/>
                  <a:pt x="0" y="6004"/>
                  <a:pt x="0" y="6750"/>
                </a:cubicBezTo>
                <a:lnTo>
                  <a:pt x="0" y="20250"/>
                </a:lnTo>
                <a:cubicBezTo>
                  <a:pt x="0" y="20996"/>
                  <a:pt x="440" y="21600"/>
                  <a:pt x="982" y="21600"/>
                </a:cubicBezTo>
                <a:lnTo>
                  <a:pt x="20618" y="21600"/>
                </a:lnTo>
                <a:cubicBezTo>
                  <a:pt x="21160" y="21600"/>
                  <a:pt x="21600" y="20996"/>
                  <a:pt x="21600" y="20250"/>
                </a:cubicBezTo>
                <a:lnTo>
                  <a:pt x="21600" y="6750"/>
                </a:lnTo>
                <a:cubicBezTo>
                  <a:pt x="21600" y="6004"/>
                  <a:pt x="21160" y="5400"/>
                  <a:pt x="20618" y="5400"/>
                </a:cubicBezTo>
                <a:moveTo>
                  <a:pt x="2455" y="4050"/>
                </a:moveTo>
                <a:lnTo>
                  <a:pt x="19145" y="4050"/>
                </a:lnTo>
                <a:cubicBezTo>
                  <a:pt x="19417" y="4050"/>
                  <a:pt x="19636" y="3748"/>
                  <a:pt x="19636" y="3376"/>
                </a:cubicBezTo>
                <a:cubicBezTo>
                  <a:pt x="19636" y="3002"/>
                  <a:pt x="19417" y="2700"/>
                  <a:pt x="19145" y="2700"/>
                </a:cubicBezTo>
                <a:lnTo>
                  <a:pt x="2455" y="2700"/>
                </a:lnTo>
                <a:cubicBezTo>
                  <a:pt x="2183" y="2700"/>
                  <a:pt x="1964" y="3002"/>
                  <a:pt x="1964" y="3376"/>
                </a:cubicBezTo>
                <a:cubicBezTo>
                  <a:pt x="1964" y="3748"/>
                  <a:pt x="2183" y="4050"/>
                  <a:pt x="2455" y="4050"/>
                </a:cubicBezTo>
                <a:moveTo>
                  <a:pt x="4418" y="1350"/>
                </a:moveTo>
                <a:lnTo>
                  <a:pt x="17182" y="1350"/>
                </a:lnTo>
                <a:cubicBezTo>
                  <a:pt x="17453" y="1350"/>
                  <a:pt x="17673" y="1048"/>
                  <a:pt x="17673" y="675"/>
                </a:cubicBezTo>
                <a:cubicBezTo>
                  <a:pt x="17673" y="302"/>
                  <a:pt x="17453" y="0"/>
                  <a:pt x="17182" y="0"/>
                </a:cubicBezTo>
                <a:lnTo>
                  <a:pt x="4418" y="0"/>
                </a:lnTo>
                <a:cubicBezTo>
                  <a:pt x="4147" y="0"/>
                  <a:pt x="3927" y="302"/>
                  <a:pt x="3927" y="675"/>
                </a:cubicBezTo>
                <a:cubicBezTo>
                  <a:pt x="3927" y="1048"/>
                  <a:pt x="4147" y="1350"/>
                  <a:pt x="4418" y="1350"/>
                </a:cubicBezTo>
                <a:moveTo>
                  <a:pt x="5400" y="8100"/>
                </a:moveTo>
                <a:lnTo>
                  <a:pt x="4418" y="8100"/>
                </a:lnTo>
                <a:cubicBezTo>
                  <a:pt x="4147" y="8100"/>
                  <a:pt x="3927" y="8403"/>
                  <a:pt x="3927" y="8775"/>
                </a:cubicBezTo>
                <a:cubicBezTo>
                  <a:pt x="3927" y="9148"/>
                  <a:pt x="4147" y="9450"/>
                  <a:pt x="4418" y="9450"/>
                </a:cubicBezTo>
                <a:lnTo>
                  <a:pt x="5400" y="9450"/>
                </a:lnTo>
                <a:cubicBezTo>
                  <a:pt x="5671" y="9450"/>
                  <a:pt x="5891" y="9148"/>
                  <a:pt x="5891" y="8775"/>
                </a:cubicBezTo>
                <a:cubicBezTo>
                  <a:pt x="5891" y="8403"/>
                  <a:pt x="5671" y="8100"/>
                  <a:pt x="5400" y="8100"/>
                </a:cubicBezTo>
              </a:path>
            </a:pathLst>
          </a:custGeom>
          <a:solidFill>
            <a:schemeClr val="tx1"/>
          </a:solidFill>
          <a:ln w="12700">
            <a:miter lim="400000"/>
          </a:ln>
        </p:spPr>
        <p:txBody>
          <a:bodyPr lIns="14284" tIns="14284" rIns="14284" bIns="14284" anchor="ctr"/>
          <a:lstStyle/>
          <a:p>
            <a:pPr defTabSz="171399" eaLnBrk="1" hangingPunct="1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1125">
              <a:solidFill>
                <a:srgbClr val="FFFFFF"/>
              </a:solidFill>
              <a:effectLst>
                <a:outerShdw blurRad="38100" dist="12700" dir="5400000" rotWithShape="0">
                  <a:srgbClr val="000000">
                    <a:alpha val="50000"/>
                  </a:srgbClr>
                </a:outerShdw>
              </a:effectLst>
              <a:latin typeface="Gill Sans"/>
              <a:ea typeface="Calibri" charset="0"/>
              <a:cs typeface="Calibri" charset="0"/>
              <a:sym typeface="Gill Sans"/>
            </a:endParaRPr>
          </a:p>
        </p:txBody>
      </p:sp>
      <p:sp>
        <p:nvSpPr>
          <p:cNvPr id="146" name="Shape 2934"/>
          <p:cNvSpPr/>
          <p:nvPr userDrawn="1"/>
        </p:nvSpPr>
        <p:spPr>
          <a:xfrm>
            <a:off x="7100873" y="4416808"/>
            <a:ext cx="152400" cy="209550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0800" y="10800"/>
                </a:moveTo>
                <a:cubicBezTo>
                  <a:pt x="8563" y="10800"/>
                  <a:pt x="6750" y="9481"/>
                  <a:pt x="6750" y="7855"/>
                </a:cubicBezTo>
                <a:cubicBezTo>
                  <a:pt x="6750" y="6228"/>
                  <a:pt x="8563" y="4909"/>
                  <a:pt x="10800" y="4909"/>
                </a:cubicBezTo>
                <a:cubicBezTo>
                  <a:pt x="13037" y="4909"/>
                  <a:pt x="14850" y="6228"/>
                  <a:pt x="14850" y="7855"/>
                </a:cubicBezTo>
                <a:cubicBezTo>
                  <a:pt x="14850" y="9481"/>
                  <a:pt x="13037" y="10800"/>
                  <a:pt x="10800" y="10800"/>
                </a:cubicBezTo>
                <a:moveTo>
                  <a:pt x="10800" y="3927"/>
                </a:moveTo>
                <a:cubicBezTo>
                  <a:pt x="7817" y="3927"/>
                  <a:pt x="5400" y="5686"/>
                  <a:pt x="5400" y="7855"/>
                </a:cubicBezTo>
                <a:cubicBezTo>
                  <a:pt x="5400" y="10023"/>
                  <a:pt x="7817" y="11782"/>
                  <a:pt x="10800" y="11782"/>
                </a:cubicBezTo>
                <a:cubicBezTo>
                  <a:pt x="13783" y="11782"/>
                  <a:pt x="16200" y="10023"/>
                  <a:pt x="16200" y="7855"/>
                </a:cubicBezTo>
                <a:cubicBezTo>
                  <a:pt x="16200" y="5686"/>
                  <a:pt x="13783" y="3927"/>
                  <a:pt x="10800" y="3927"/>
                </a:cubicBezTo>
                <a:moveTo>
                  <a:pt x="10800" y="20127"/>
                </a:moveTo>
                <a:cubicBezTo>
                  <a:pt x="10800" y="20127"/>
                  <a:pt x="1350" y="13745"/>
                  <a:pt x="1350" y="7855"/>
                </a:cubicBezTo>
                <a:cubicBezTo>
                  <a:pt x="1350" y="4059"/>
                  <a:pt x="5581" y="982"/>
                  <a:pt x="10800" y="982"/>
                </a:cubicBezTo>
                <a:cubicBezTo>
                  <a:pt x="16019" y="982"/>
                  <a:pt x="20250" y="4059"/>
                  <a:pt x="20250" y="7855"/>
                </a:cubicBezTo>
                <a:cubicBezTo>
                  <a:pt x="20250" y="13745"/>
                  <a:pt x="10800" y="20127"/>
                  <a:pt x="10800" y="20127"/>
                </a:cubicBezTo>
                <a:moveTo>
                  <a:pt x="10800" y="0"/>
                </a:moveTo>
                <a:cubicBezTo>
                  <a:pt x="4836" y="0"/>
                  <a:pt x="0" y="3517"/>
                  <a:pt x="0" y="7855"/>
                </a:cubicBezTo>
                <a:cubicBezTo>
                  <a:pt x="0" y="14236"/>
                  <a:pt x="10800" y="21600"/>
                  <a:pt x="10800" y="21600"/>
                </a:cubicBezTo>
                <a:cubicBezTo>
                  <a:pt x="10800" y="21600"/>
                  <a:pt x="21600" y="14236"/>
                  <a:pt x="21600" y="7855"/>
                </a:cubicBezTo>
                <a:cubicBezTo>
                  <a:pt x="21600" y="3517"/>
                  <a:pt x="16764" y="0"/>
                  <a:pt x="10800" y="0"/>
                </a:cubicBezTo>
              </a:path>
            </a:pathLst>
          </a:custGeom>
          <a:solidFill>
            <a:schemeClr val="tx1"/>
          </a:solidFill>
          <a:ln w="12700">
            <a:miter lim="400000"/>
          </a:ln>
        </p:spPr>
        <p:txBody>
          <a:bodyPr lIns="14284" tIns="14284" rIns="14284" bIns="14284" anchor="ctr"/>
          <a:lstStyle/>
          <a:p>
            <a:pPr defTabSz="171399" eaLnBrk="1" hangingPunct="1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1125">
              <a:solidFill>
                <a:srgbClr val="FFFFFF"/>
              </a:solidFill>
              <a:effectLst>
                <a:outerShdw blurRad="38100" dist="12700" dir="5400000" rotWithShape="0">
                  <a:srgbClr val="000000">
                    <a:alpha val="50000"/>
                  </a:srgbClr>
                </a:outerShdw>
              </a:effectLst>
              <a:latin typeface="Gill Sans"/>
              <a:ea typeface="Calibri" charset="0"/>
              <a:cs typeface="Calibri" charset="0"/>
              <a:sym typeface="Gill Sans"/>
            </a:endParaRPr>
          </a:p>
        </p:txBody>
      </p:sp>
      <p:sp>
        <p:nvSpPr>
          <p:cNvPr id="147" name="Shape 2935"/>
          <p:cNvSpPr/>
          <p:nvPr userDrawn="1"/>
        </p:nvSpPr>
        <p:spPr>
          <a:xfrm>
            <a:off x="7502612" y="4416808"/>
            <a:ext cx="209550" cy="209550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531" h="21600" extrusionOk="0">
                <a:moveTo>
                  <a:pt x="6365" y="15409"/>
                </a:moveTo>
                <a:cubicBezTo>
                  <a:pt x="5782" y="14888"/>
                  <a:pt x="4858" y="14006"/>
                  <a:pt x="3935" y="12895"/>
                </a:cubicBezTo>
                <a:cubicBezTo>
                  <a:pt x="2587" y="11273"/>
                  <a:pt x="979" y="8835"/>
                  <a:pt x="979" y="6430"/>
                </a:cubicBezTo>
                <a:cubicBezTo>
                  <a:pt x="979" y="3427"/>
                  <a:pt x="3396" y="982"/>
                  <a:pt x="6366" y="982"/>
                </a:cubicBezTo>
                <a:cubicBezTo>
                  <a:pt x="9336" y="982"/>
                  <a:pt x="11752" y="3427"/>
                  <a:pt x="11752" y="6430"/>
                </a:cubicBezTo>
                <a:cubicBezTo>
                  <a:pt x="11752" y="10208"/>
                  <a:pt x="7888" y="14044"/>
                  <a:pt x="6365" y="15409"/>
                </a:cubicBezTo>
                <a:moveTo>
                  <a:pt x="6366" y="0"/>
                </a:moveTo>
                <a:cubicBezTo>
                  <a:pt x="2850" y="0"/>
                  <a:pt x="0" y="2879"/>
                  <a:pt x="0" y="6430"/>
                </a:cubicBezTo>
                <a:cubicBezTo>
                  <a:pt x="0" y="11655"/>
                  <a:pt x="6366" y="16701"/>
                  <a:pt x="6366" y="16701"/>
                </a:cubicBezTo>
                <a:cubicBezTo>
                  <a:pt x="6366" y="16701"/>
                  <a:pt x="12732" y="11655"/>
                  <a:pt x="12732" y="6430"/>
                </a:cubicBezTo>
                <a:cubicBezTo>
                  <a:pt x="12732" y="2879"/>
                  <a:pt x="9882" y="0"/>
                  <a:pt x="6366" y="0"/>
                </a:cubicBezTo>
                <a:moveTo>
                  <a:pt x="17357" y="19604"/>
                </a:moveTo>
                <a:cubicBezTo>
                  <a:pt x="17127" y="19764"/>
                  <a:pt x="16856" y="19909"/>
                  <a:pt x="16554" y="20033"/>
                </a:cubicBezTo>
                <a:cubicBezTo>
                  <a:pt x="16304" y="20137"/>
                  <a:pt x="16185" y="20424"/>
                  <a:pt x="16288" y="20675"/>
                </a:cubicBezTo>
                <a:cubicBezTo>
                  <a:pt x="16365" y="20865"/>
                  <a:pt x="16548" y="20979"/>
                  <a:pt x="16740" y="20979"/>
                </a:cubicBezTo>
                <a:cubicBezTo>
                  <a:pt x="16802" y="20979"/>
                  <a:pt x="16866" y="20967"/>
                  <a:pt x="16926" y="20942"/>
                </a:cubicBezTo>
                <a:cubicBezTo>
                  <a:pt x="17294" y="20790"/>
                  <a:pt x="17627" y="20611"/>
                  <a:pt x="17915" y="20411"/>
                </a:cubicBezTo>
                <a:cubicBezTo>
                  <a:pt x="18138" y="20256"/>
                  <a:pt x="18193" y="19950"/>
                  <a:pt x="18039" y="19727"/>
                </a:cubicBezTo>
                <a:cubicBezTo>
                  <a:pt x="17885" y="19505"/>
                  <a:pt x="17579" y="19449"/>
                  <a:pt x="17357" y="19604"/>
                </a:cubicBezTo>
                <a:moveTo>
                  <a:pt x="16249" y="13042"/>
                </a:moveTo>
                <a:cubicBezTo>
                  <a:pt x="16109" y="12790"/>
                  <a:pt x="16024" y="12529"/>
                  <a:pt x="15995" y="12265"/>
                </a:cubicBezTo>
                <a:cubicBezTo>
                  <a:pt x="15966" y="11995"/>
                  <a:pt x="15731" y="11801"/>
                  <a:pt x="15456" y="11829"/>
                </a:cubicBezTo>
                <a:cubicBezTo>
                  <a:pt x="15187" y="11859"/>
                  <a:pt x="14992" y="12100"/>
                  <a:pt x="15022" y="12370"/>
                </a:cubicBezTo>
                <a:cubicBezTo>
                  <a:pt x="15064" y="12767"/>
                  <a:pt x="15190" y="13154"/>
                  <a:pt x="15395" y="13522"/>
                </a:cubicBezTo>
                <a:cubicBezTo>
                  <a:pt x="15484" y="13682"/>
                  <a:pt x="15651" y="13773"/>
                  <a:pt x="15822" y="13773"/>
                </a:cubicBezTo>
                <a:cubicBezTo>
                  <a:pt x="15904" y="13773"/>
                  <a:pt x="15985" y="13753"/>
                  <a:pt x="16061" y="13710"/>
                </a:cubicBezTo>
                <a:cubicBezTo>
                  <a:pt x="16297" y="13578"/>
                  <a:pt x="16382" y="13279"/>
                  <a:pt x="16249" y="13042"/>
                </a:cubicBezTo>
                <a:moveTo>
                  <a:pt x="18249" y="15254"/>
                </a:moveTo>
                <a:cubicBezTo>
                  <a:pt x="18041" y="14981"/>
                  <a:pt x="17803" y="14708"/>
                  <a:pt x="17538" y="14439"/>
                </a:cubicBezTo>
                <a:cubicBezTo>
                  <a:pt x="17349" y="14246"/>
                  <a:pt x="17039" y="14244"/>
                  <a:pt x="16845" y="14434"/>
                </a:cubicBezTo>
                <a:cubicBezTo>
                  <a:pt x="16653" y="14624"/>
                  <a:pt x="16651" y="14935"/>
                  <a:pt x="16841" y="15129"/>
                </a:cubicBezTo>
                <a:cubicBezTo>
                  <a:pt x="17076" y="15368"/>
                  <a:pt x="17288" y="15612"/>
                  <a:pt x="17471" y="15851"/>
                </a:cubicBezTo>
                <a:cubicBezTo>
                  <a:pt x="17568" y="15977"/>
                  <a:pt x="17713" y="16043"/>
                  <a:pt x="17860" y="16043"/>
                </a:cubicBezTo>
                <a:cubicBezTo>
                  <a:pt x="17964" y="16043"/>
                  <a:pt x="18068" y="16011"/>
                  <a:pt x="18157" y="15942"/>
                </a:cubicBezTo>
                <a:cubicBezTo>
                  <a:pt x="18373" y="15777"/>
                  <a:pt x="18413" y="15469"/>
                  <a:pt x="18249" y="15254"/>
                </a:cubicBezTo>
                <a:moveTo>
                  <a:pt x="21476" y="5928"/>
                </a:moveTo>
                <a:cubicBezTo>
                  <a:pt x="21352" y="5687"/>
                  <a:pt x="21057" y="5592"/>
                  <a:pt x="20817" y="5717"/>
                </a:cubicBezTo>
                <a:cubicBezTo>
                  <a:pt x="20817" y="5717"/>
                  <a:pt x="20650" y="5803"/>
                  <a:pt x="20371" y="5962"/>
                </a:cubicBezTo>
                <a:cubicBezTo>
                  <a:pt x="20136" y="6096"/>
                  <a:pt x="20054" y="6396"/>
                  <a:pt x="20188" y="6632"/>
                </a:cubicBezTo>
                <a:cubicBezTo>
                  <a:pt x="20278" y="6791"/>
                  <a:pt x="20444" y="6880"/>
                  <a:pt x="20614" y="6880"/>
                </a:cubicBezTo>
                <a:cubicBezTo>
                  <a:pt x="20697" y="6880"/>
                  <a:pt x="20780" y="6859"/>
                  <a:pt x="20856" y="6815"/>
                </a:cubicBezTo>
                <a:cubicBezTo>
                  <a:pt x="21108" y="6672"/>
                  <a:pt x="21261" y="6592"/>
                  <a:pt x="21265" y="6590"/>
                </a:cubicBezTo>
                <a:cubicBezTo>
                  <a:pt x="21506" y="6466"/>
                  <a:pt x="21600" y="6170"/>
                  <a:pt x="21476" y="5928"/>
                </a:cubicBezTo>
                <a:moveTo>
                  <a:pt x="18659" y="16886"/>
                </a:moveTo>
                <a:cubicBezTo>
                  <a:pt x="18395" y="16941"/>
                  <a:pt x="18225" y="17201"/>
                  <a:pt x="18280" y="17467"/>
                </a:cubicBezTo>
                <a:cubicBezTo>
                  <a:pt x="18312" y="17625"/>
                  <a:pt x="18330" y="17781"/>
                  <a:pt x="18330" y="17929"/>
                </a:cubicBezTo>
                <a:cubicBezTo>
                  <a:pt x="18330" y="18050"/>
                  <a:pt x="18318" y="18171"/>
                  <a:pt x="18296" y="18287"/>
                </a:cubicBezTo>
                <a:cubicBezTo>
                  <a:pt x="18244" y="18554"/>
                  <a:pt x="18418" y="18811"/>
                  <a:pt x="18683" y="18862"/>
                </a:cubicBezTo>
                <a:cubicBezTo>
                  <a:pt x="18715" y="18869"/>
                  <a:pt x="18746" y="18871"/>
                  <a:pt x="18777" y="18871"/>
                </a:cubicBezTo>
                <a:cubicBezTo>
                  <a:pt x="19007" y="18871"/>
                  <a:pt x="19212" y="18708"/>
                  <a:pt x="19257" y="18473"/>
                </a:cubicBezTo>
                <a:cubicBezTo>
                  <a:pt x="19292" y="18296"/>
                  <a:pt x="19309" y="18114"/>
                  <a:pt x="19309" y="17929"/>
                </a:cubicBezTo>
                <a:cubicBezTo>
                  <a:pt x="19309" y="17715"/>
                  <a:pt x="19285" y="17492"/>
                  <a:pt x="19239" y="17267"/>
                </a:cubicBezTo>
                <a:cubicBezTo>
                  <a:pt x="19183" y="17001"/>
                  <a:pt x="18923" y="16832"/>
                  <a:pt x="18659" y="16886"/>
                </a:cubicBezTo>
                <a:moveTo>
                  <a:pt x="18590" y="7106"/>
                </a:moveTo>
                <a:cubicBezTo>
                  <a:pt x="18317" y="7303"/>
                  <a:pt x="18035" y="7518"/>
                  <a:pt x="17756" y="7745"/>
                </a:cubicBezTo>
                <a:cubicBezTo>
                  <a:pt x="17546" y="7917"/>
                  <a:pt x="17515" y="8226"/>
                  <a:pt x="17686" y="8436"/>
                </a:cubicBezTo>
                <a:cubicBezTo>
                  <a:pt x="17783" y="8556"/>
                  <a:pt x="17924" y="8617"/>
                  <a:pt x="18066" y="8617"/>
                </a:cubicBezTo>
                <a:cubicBezTo>
                  <a:pt x="18174" y="8617"/>
                  <a:pt x="18284" y="8581"/>
                  <a:pt x="18374" y="8507"/>
                </a:cubicBezTo>
                <a:cubicBezTo>
                  <a:pt x="18637" y="8292"/>
                  <a:pt x="18903" y="8090"/>
                  <a:pt x="19161" y="7905"/>
                </a:cubicBezTo>
                <a:cubicBezTo>
                  <a:pt x="19380" y="7747"/>
                  <a:pt x="19431" y="7440"/>
                  <a:pt x="19273" y="7220"/>
                </a:cubicBezTo>
                <a:cubicBezTo>
                  <a:pt x="19116" y="6999"/>
                  <a:pt x="18810" y="6949"/>
                  <a:pt x="18590" y="7106"/>
                </a:cubicBezTo>
                <a:moveTo>
                  <a:pt x="14704" y="20512"/>
                </a:moveTo>
                <a:cubicBezTo>
                  <a:pt x="14393" y="20556"/>
                  <a:pt x="14065" y="20590"/>
                  <a:pt x="13729" y="20611"/>
                </a:cubicBezTo>
                <a:cubicBezTo>
                  <a:pt x="13459" y="20629"/>
                  <a:pt x="13254" y="20863"/>
                  <a:pt x="13272" y="21134"/>
                </a:cubicBezTo>
                <a:cubicBezTo>
                  <a:pt x="13289" y="21394"/>
                  <a:pt x="13504" y="21593"/>
                  <a:pt x="13760" y="21593"/>
                </a:cubicBezTo>
                <a:cubicBezTo>
                  <a:pt x="13771" y="21593"/>
                  <a:pt x="13781" y="21592"/>
                  <a:pt x="13792" y="21592"/>
                </a:cubicBezTo>
                <a:cubicBezTo>
                  <a:pt x="14152" y="21568"/>
                  <a:pt x="14506" y="21533"/>
                  <a:pt x="14842" y="21485"/>
                </a:cubicBezTo>
                <a:cubicBezTo>
                  <a:pt x="15110" y="21447"/>
                  <a:pt x="15296" y="21198"/>
                  <a:pt x="15258" y="20929"/>
                </a:cubicBezTo>
                <a:cubicBezTo>
                  <a:pt x="15220" y="20661"/>
                  <a:pt x="14973" y="20472"/>
                  <a:pt x="14704" y="20512"/>
                </a:cubicBezTo>
                <a:moveTo>
                  <a:pt x="8893" y="20109"/>
                </a:moveTo>
                <a:cubicBezTo>
                  <a:pt x="8582" y="19997"/>
                  <a:pt x="8299" y="19866"/>
                  <a:pt x="8052" y="19721"/>
                </a:cubicBezTo>
                <a:cubicBezTo>
                  <a:pt x="7818" y="19582"/>
                  <a:pt x="7519" y="19663"/>
                  <a:pt x="7382" y="19896"/>
                </a:cubicBezTo>
                <a:cubicBezTo>
                  <a:pt x="7244" y="20130"/>
                  <a:pt x="7323" y="20432"/>
                  <a:pt x="7556" y="20568"/>
                </a:cubicBezTo>
                <a:cubicBezTo>
                  <a:pt x="7856" y="20744"/>
                  <a:pt x="8194" y="20901"/>
                  <a:pt x="8562" y="21034"/>
                </a:cubicBezTo>
                <a:cubicBezTo>
                  <a:pt x="8617" y="21053"/>
                  <a:pt x="8672" y="21062"/>
                  <a:pt x="8728" y="21062"/>
                </a:cubicBezTo>
                <a:cubicBezTo>
                  <a:pt x="8928" y="21062"/>
                  <a:pt x="9117" y="20938"/>
                  <a:pt x="9189" y="20737"/>
                </a:cubicBezTo>
                <a:cubicBezTo>
                  <a:pt x="9280" y="20482"/>
                  <a:pt x="9148" y="20200"/>
                  <a:pt x="8893" y="20109"/>
                </a:cubicBezTo>
                <a:moveTo>
                  <a:pt x="11751" y="20618"/>
                </a:moveTo>
                <a:cubicBezTo>
                  <a:pt x="11412" y="20600"/>
                  <a:pt x="11082" y="20572"/>
                  <a:pt x="10771" y="20533"/>
                </a:cubicBezTo>
                <a:cubicBezTo>
                  <a:pt x="10502" y="20493"/>
                  <a:pt x="10258" y="20690"/>
                  <a:pt x="10225" y="20959"/>
                </a:cubicBezTo>
                <a:cubicBezTo>
                  <a:pt x="10191" y="21229"/>
                  <a:pt x="10382" y="21474"/>
                  <a:pt x="10650" y="21507"/>
                </a:cubicBezTo>
                <a:cubicBezTo>
                  <a:pt x="10984" y="21549"/>
                  <a:pt x="11337" y="21580"/>
                  <a:pt x="11699" y="21600"/>
                </a:cubicBezTo>
                <a:cubicBezTo>
                  <a:pt x="11708" y="21600"/>
                  <a:pt x="11716" y="21600"/>
                  <a:pt x="11725" y="21600"/>
                </a:cubicBezTo>
                <a:cubicBezTo>
                  <a:pt x="11984" y="21600"/>
                  <a:pt x="12200" y="21397"/>
                  <a:pt x="12214" y="21135"/>
                </a:cubicBezTo>
                <a:cubicBezTo>
                  <a:pt x="12228" y="20863"/>
                  <a:pt x="12021" y="20632"/>
                  <a:pt x="11751" y="20618"/>
                </a:cubicBezTo>
                <a:moveTo>
                  <a:pt x="6840" y="18180"/>
                </a:moveTo>
                <a:cubicBezTo>
                  <a:pt x="6836" y="17912"/>
                  <a:pt x="6619" y="17696"/>
                  <a:pt x="6351" y="17696"/>
                </a:cubicBezTo>
                <a:cubicBezTo>
                  <a:pt x="6080" y="17696"/>
                  <a:pt x="5861" y="17916"/>
                  <a:pt x="5861" y="18188"/>
                </a:cubicBezTo>
                <a:cubicBezTo>
                  <a:pt x="5861" y="18234"/>
                  <a:pt x="5867" y="18484"/>
                  <a:pt x="5997" y="18834"/>
                </a:cubicBezTo>
                <a:cubicBezTo>
                  <a:pt x="6070" y="19033"/>
                  <a:pt x="6257" y="19155"/>
                  <a:pt x="6456" y="19155"/>
                </a:cubicBezTo>
                <a:cubicBezTo>
                  <a:pt x="6512" y="19155"/>
                  <a:pt x="6570" y="19145"/>
                  <a:pt x="6626" y="19124"/>
                </a:cubicBezTo>
                <a:cubicBezTo>
                  <a:pt x="6880" y="19030"/>
                  <a:pt x="7009" y="18748"/>
                  <a:pt x="6915" y="18493"/>
                </a:cubicBezTo>
                <a:cubicBezTo>
                  <a:pt x="6849" y="18314"/>
                  <a:pt x="6841" y="18191"/>
                  <a:pt x="6840" y="18180"/>
                </a:cubicBezTo>
                <a:moveTo>
                  <a:pt x="15760" y="10798"/>
                </a:moveTo>
                <a:cubicBezTo>
                  <a:pt x="15838" y="10844"/>
                  <a:pt x="15924" y="10866"/>
                  <a:pt x="16008" y="10866"/>
                </a:cubicBezTo>
                <a:cubicBezTo>
                  <a:pt x="16176" y="10866"/>
                  <a:pt x="16339" y="10780"/>
                  <a:pt x="16431" y="10625"/>
                </a:cubicBezTo>
                <a:cubicBezTo>
                  <a:pt x="16577" y="10376"/>
                  <a:pt x="16761" y="10120"/>
                  <a:pt x="16977" y="9861"/>
                </a:cubicBezTo>
                <a:cubicBezTo>
                  <a:pt x="17151" y="9653"/>
                  <a:pt x="17124" y="9343"/>
                  <a:pt x="16917" y="9169"/>
                </a:cubicBezTo>
                <a:cubicBezTo>
                  <a:pt x="16709" y="8994"/>
                  <a:pt x="16400" y="9022"/>
                  <a:pt x="16227" y="9230"/>
                </a:cubicBezTo>
                <a:cubicBezTo>
                  <a:pt x="15976" y="9529"/>
                  <a:pt x="15761" y="9832"/>
                  <a:pt x="15587" y="10125"/>
                </a:cubicBezTo>
                <a:cubicBezTo>
                  <a:pt x="15450" y="10359"/>
                  <a:pt x="15527" y="10659"/>
                  <a:pt x="15760" y="10798"/>
                </a:cubicBezTo>
                <a:moveTo>
                  <a:pt x="6366" y="8841"/>
                </a:moveTo>
                <a:cubicBezTo>
                  <a:pt x="5014" y="8841"/>
                  <a:pt x="3917" y="7741"/>
                  <a:pt x="3917" y="6384"/>
                </a:cubicBezTo>
                <a:cubicBezTo>
                  <a:pt x="3917" y="5027"/>
                  <a:pt x="5014" y="3927"/>
                  <a:pt x="6366" y="3927"/>
                </a:cubicBezTo>
                <a:cubicBezTo>
                  <a:pt x="7719" y="3927"/>
                  <a:pt x="8814" y="5027"/>
                  <a:pt x="8814" y="6384"/>
                </a:cubicBezTo>
                <a:cubicBezTo>
                  <a:pt x="8814" y="7741"/>
                  <a:pt x="7719" y="8841"/>
                  <a:pt x="6366" y="8841"/>
                </a:cubicBezTo>
                <a:moveTo>
                  <a:pt x="6366" y="2955"/>
                </a:moveTo>
                <a:cubicBezTo>
                  <a:pt x="4473" y="2955"/>
                  <a:pt x="2938" y="4494"/>
                  <a:pt x="2938" y="6392"/>
                </a:cubicBezTo>
                <a:cubicBezTo>
                  <a:pt x="2938" y="8291"/>
                  <a:pt x="4473" y="9831"/>
                  <a:pt x="6366" y="9831"/>
                </a:cubicBezTo>
                <a:cubicBezTo>
                  <a:pt x="8259" y="9831"/>
                  <a:pt x="9794" y="8291"/>
                  <a:pt x="9794" y="6392"/>
                </a:cubicBezTo>
                <a:cubicBezTo>
                  <a:pt x="9794" y="4494"/>
                  <a:pt x="8259" y="2955"/>
                  <a:pt x="6366" y="2955"/>
                </a:cubicBezTo>
              </a:path>
            </a:pathLst>
          </a:custGeom>
          <a:solidFill>
            <a:schemeClr val="tx1"/>
          </a:solidFill>
          <a:ln w="12700">
            <a:miter lim="400000"/>
          </a:ln>
        </p:spPr>
        <p:txBody>
          <a:bodyPr lIns="14284" tIns="14284" rIns="14284" bIns="14284" anchor="ctr"/>
          <a:lstStyle/>
          <a:p>
            <a:pPr defTabSz="171399" eaLnBrk="1" hangingPunct="1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1125">
              <a:solidFill>
                <a:srgbClr val="FFFFFF"/>
              </a:solidFill>
              <a:effectLst>
                <a:outerShdw blurRad="38100" dist="12700" dir="5400000" rotWithShape="0">
                  <a:srgbClr val="000000">
                    <a:alpha val="50000"/>
                  </a:srgbClr>
                </a:outerShdw>
              </a:effectLst>
              <a:latin typeface="Gill Sans"/>
              <a:ea typeface="Calibri" charset="0"/>
              <a:cs typeface="Calibri" charset="0"/>
              <a:sym typeface="Gill Sans"/>
            </a:endParaRPr>
          </a:p>
        </p:txBody>
      </p:sp>
      <p:sp>
        <p:nvSpPr>
          <p:cNvPr id="148" name="Shape 2936"/>
          <p:cNvSpPr/>
          <p:nvPr userDrawn="1"/>
        </p:nvSpPr>
        <p:spPr>
          <a:xfrm>
            <a:off x="7961501" y="4416808"/>
            <a:ext cx="95250" cy="209550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0800" y="1964"/>
                </a:moveTo>
                <a:cubicBezTo>
                  <a:pt x="10800" y="1964"/>
                  <a:pt x="4320" y="1964"/>
                  <a:pt x="4320" y="4909"/>
                </a:cubicBezTo>
                <a:cubicBezTo>
                  <a:pt x="4320" y="5180"/>
                  <a:pt x="4804" y="5400"/>
                  <a:pt x="5400" y="5400"/>
                </a:cubicBezTo>
                <a:cubicBezTo>
                  <a:pt x="5996" y="5400"/>
                  <a:pt x="6480" y="5180"/>
                  <a:pt x="6480" y="4909"/>
                </a:cubicBezTo>
                <a:cubicBezTo>
                  <a:pt x="6480" y="2945"/>
                  <a:pt x="10800" y="2945"/>
                  <a:pt x="10800" y="2945"/>
                </a:cubicBezTo>
                <a:cubicBezTo>
                  <a:pt x="11396" y="2945"/>
                  <a:pt x="11880" y="2726"/>
                  <a:pt x="11880" y="2455"/>
                </a:cubicBezTo>
                <a:cubicBezTo>
                  <a:pt x="11880" y="2183"/>
                  <a:pt x="11396" y="1964"/>
                  <a:pt x="10800" y="1964"/>
                </a:cubicBezTo>
                <a:moveTo>
                  <a:pt x="10800" y="8836"/>
                </a:moveTo>
                <a:cubicBezTo>
                  <a:pt x="6029" y="8836"/>
                  <a:pt x="2160" y="7078"/>
                  <a:pt x="2160" y="4909"/>
                </a:cubicBezTo>
                <a:cubicBezTo>
                  <a:pt x="2160" y="2740"/>
                  <a:pt x="6029" y="982"/>
                  <a:pt x="10800" y="982"/>
                </a:cubicBezTo>
                <a:cubicBezTo>
                  <a:pt x="15571" y="982"/>
                  <a:pt x="19440" y="2740"/>
                  <a:pt x="19440" y="4909"/>
                </a:cubicBezTo>
                <a:cubicBezTo>
                  <a:pt x="19440" y="7078"/>
                  <a:pt x="15571" y="8836"/>
                  <a:pt x="10800" y="8836"/>
                </a:cubicBezTo>
                <a:moveTo>
                  <a:pt x="10800" y="17182"/>
                </a:moveTo>
                <a:lnTo>
                  <a:pt x="8154" y="9664"/>
                </a:lnTo>
                <a:cubicBezTo>
                  <a:pt x="9002" y="9761"/>
                  <a:pt x="9885" y="9818"/>
                  <a:pt x="10800" y="9818"/>
                </a:cubicBezTo>
                <a:cubicBezTo>
                  <a:pt x="11715" y="9818"/>
                  <a:pt x="12598" y="9761"/>
                  <a:pt x="13446" y="9664"/>
                </a:cubicBezTo>
                <a:cubicBezTo>
                  <a:pt x="13446" y="9664"/>
                  <a:pt x="10800" y="17182"/>
                  <a:pt x="10800" y="17182"/>
                </a:cubicBezTo>
                <a:close/>
                <a:moveTo>
                  <a:pt x="10800" y="0"/>
                </a:moveTo>
                <a:cubicBezTo>
                  <a:pt x="4835" y="0"/>
                  <a:pt x="0" y="2199"/>
                  <a:pt x="0" y="4909"/>
                </a:cubicBezTo>
                <a:cubicBezTo>
                  <a:pt x="0" y="6830"/>
                  <a:pt x="2431" y="8487"/>
                  <a:pt x="5966" y="9295"/>
                </a:cubicBezTo>
                <a:lnTo>
                  <a:pt x="10800" y="21600"/>
                </a:lnTo>
                <a:lnTo>
                  <a:pt x="15635" y="9295"/>
                </a:lnTo>
                <a:cubicBezTo>
                  <a:pt x="19169" y="8487"/>
                  <a:pt x="21600" y="6830"/>
                  <a:pt x="21600" y="4909"/>
                </a:cubicBezTo>
                <a:cubicBezTo>
                  <a:pt x="21600" y="2199"/>
                  <a:pt x="16765" y="0"/>
                  <a:pt x="10800" y="0"/>
                </a:cubicBezTo>
              </a:path>
            </a:pathLst>
          </a:custGeom>
          <a:solidFill>
            <a:schemeClr val="tx1"/>
          </a:solidFill>
          <a:ln w="12700">
            <a:miter lim="400000"/>
          </a:ln>
        </p:spPr>
        <p:txBody>
          <a:bodyPr lIns="14284" tIns="14284" rIns="14284" bIns="14284" anchor="ctr"/>
          <a:lstStyle/>
          <a:p>
            <a:pPr defTabSz="171399" eaLnBrk="1" hangingPunct="1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1125">
              <a:solidFill>
                <a:srgbClr val="FFFFFF"/>
              </a:solidFill>
              <a:effectLst>
                <a:outerShdw blurRad="38100" dist="12700" dir="5400000" rotWithShape="0">
                  <a:srgbClr val="000000">
                    <a:alpha val="50000"/>
                  </a:srgbClr>
                </a:outerShdw>
              </a:effectLst>
              <a:latin typeface="Gill Sans"/>
              <a:ea typeface="Calibri" charset="0"/>
              <a:cs typeface="Calibri" charset="0"/>
              <a:sym typeface="Gill Sans"/>
            </a:endParaRPr>
          </a:p>
        </p:txBody>
      </p:sp>
      <p:sp>
        <p:nvSpPr>
          <p:cNvPr id="149" name="Shape 2937"/>
          <p:cNvSpPr/>
          <p:nvPr userDrawn="1"/>
        </p:nvSpPr>
        <p:spPr>
          <a:xfrm>
            <a:off x="8306090" y="4416808"/>
            <a:ext cx="209550" cy="209550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1291" y="20593"/>
                </a:moveTo>
                <a:lnTo>
                  <a:pt x="11291" y="19145"/>
                </a:lnTo>
                <a:cubicBezTo>
                  <a:pt x="11291" y="18875"/>
                  <a:pt x="11071" y="18655"/>
                  <a:pt x="10800" y="18655"/>
                </a:cubicBezTo>
                <a:cubicBezTo>
                  <a:pt x="10529" y="18655"/>
                  <a:pt x="10309" y="18875"/>
                  <a:pt x="10309" y="19145"/>
                </a:cubicBezTo>
                <a:lnTo>
                  <a:pt x="10309" y="20593"/>
                </a:lnTo>
                <a:cubicBezTo>
                  <a:pt x="5280" y="20344"/>
                  <a:pt x="1255" y="16319"/>
                  <a:pt x="1006" y="11291"/>
                </a:cubicBezTo>
                <a:lnTo>
                  <a:pt x="2455" y="11291"/>
                </a:lnTo>
                <a:cubicBezTo>
                  <a:pt x="2725" y="11291"/>
                  <a:pt x="2945" y="11071"/>
                  <a:pt x="2945" y="10800"/>
                </a:cubicBezTo>
                <a:cubicBezTo>
                  <a:pt x="2945" y="10529"/>
                  <a:pt x="2725" y="10309"/>
                  <a:pt x="2455" y="10309"/>
                </a:cubicBezTo>
                <a:lnTo>
                  <a:pt x="1006" y="10309"/>
                </a:lnTo>
                <a:cubicBezTo>
                  <a:pt x="1255" y="5281"/>
                  <a:pt x="5280" y="1256"/>
                  <a:pt x="10309" y="1007"/>
                </a:cubicBezTo>
                <a:lnTo>
                  <a:pt x="10309" y="2455"/>
                </a:lnTo>
                <a:cubicBezTo>
                  <a:pt x="10309" y="2726"/>
                  <a:pt x="10529" y="2945"/>
                  <a:pt x="10800" y="2945"/>
                </a:cubicBezTo>
                <a:cubicBezTo>
                  <a:pt x="11071" y="2945"/>
                  <a:pt x="11291" y="2726"/>
                  <a:pt x="11291" y="2455"/>
                </a:cubicBezTo>
                <a:lnTo>
                  <a:pt x="11291" y="1007"/>
                </a:lnTo>
                <a:cubicBezTo>
                  <a:pt x="16320" y="1256"/>
                  <a:pt x="20345" y="5281"/>
                  <a:pt x="20594" y="10309"/>
                </a:cubicBezTo>
                <a:lnTo>
                  <a:pt x="19145" y="10309"/>
                </a:lnTo>
                <a:cubicBezTo>
                  <a:pt x="18875" y="10309"/>
                  <a:pt x="18655" y="10529"/>
                  <a:pt x="18655" y="10800"/>
                </a:cubicBezTo>
                <a:cubicBezTo>
                  <a:pt x="18655" y="11071"/>
                  <a:pt x="18875" y="11291"/>
                  <a:pt x="19145" y="11291"/>
                </a:cubicBezTo>
                <a:lnTo>
                  <a:pt x="20594" y="11291"/>
                </a:lnTo>
                <a:cubicBezTo>
                  <a:pt x="20345" y="16319"/>
                  <a:pt x="16320" y="20344"/>
                  <a:pt x="11291" y="20593"/>
                </a:cubicBezTo>
                <a:moveTo>
                  <a:pt x="10800" y="0"/>
                </a:moveTo>
                <a:cubicBezTo>
                  <a:pt x="4836" y="0"/>
                  <a:pt x="0" y="4835"/>
                  <a:pt x="0" y="10800"/>
                </a:cubicBezTo>
                <a:cubicBezTo>
                  <a:pt x="0" y="16765"/>
                  <a:pt x="4836" y="21600"/>
                  <a:pt x="10800" y="21600"/>
                </a:cubicBezTo>
                <a:cubicBezTo>
                  <a:pt x="16764" y="21600"/>
                  <a:pt x="21600" y="16765"/>
                  <a:pt x="21600" y="10800"/>
                </a:cubicBezTo>
                <a:cubicBezTo>
                  <a:pt x="21600" y="4835"/>
                  <a:pt x="16764" y="0"/>
                  <a:pt x="10800" y="0"/>
                </a:cubicBezTo>
                <a:moveTo>
                  <a:pt x="14965" y="6634"/>
                </a:moveTo>
                <a:lnTo>
                  <a:pt x="12189" y="12188"/>
                </a:lnTo>
                <a:lnTo>
                  <a:pt x="6635" y="14966"/>
                </a:lnTo>
                <a:lnTo>
                  <a:pt x="9411" y="9412"/>
                </a:lnTo>
                <a:cubicBezTo>
                  <a:pt x="9411" y="9412"/>
                  <a:pt x="14965" y="6634"/>
                  <a:pt x="14965" y="6634"/>
                </a:cubicBezTo>
                <a:close/>
                <a:moveTo>
                  <a:pt x="4552" y="17048"/>
                </a:moveTo>
                <a:lnTo>
                  <a:pt x="12883" y="12883"/>
                </a:lnTo>
                <a:lnTo>
                  <a:pt x="17048" y="4551"/>
                </a:lnTo>
                <a:lnTo>
                  <a:pt x="8717" y="8717"/>
                </a:lnTo>
                <a:cubicBezTo>
                  <a:pt x="8717" y="8717"/>
                  <a:pt x="4552" y="17048"/>
                  <a:pt x="4552" y="17048"/>
                </a:cubicBezTo>
                <a:close/>
                <a:moveTo>
                  <a:pt x="11494" y="11494"/>
                </a:moveTo>
                <a:cubicBezTo>
                  <a:pt x="11877" y="11111"/>
                  <a:pt x="11877" y="10489"/>
                  <a:pt x="11494" y="10106"/>
                </a:cubicBezTo>
                <a:cubicBezTo>
                  <a:pt x="11111" y="9722"/>
                  <a:pt x="10489" y="9722"/>
                  <a:pt x="10106" y="10106"/>
                </a:cubicBezTo>
                <a:cubicBezTo>
                  <a:pt x="9723" y="10489"/>
                  <a:pt x="9723" y="11111"/>
                  <a:pt x="10106" y="11494"/>
                </a:cubicBezTo>
                <a:cubicBezTo>
                  <a:pt x="10489" y="11878"/>
                  <a:pt x="11111" y="11878"/>
                  <a:pt x="11494" y="11494"/>
                </a:cubicBezTo>
              </a:path>
            </a:pathLst>
          </a:custGeom>
          <a:solidFill>
            <a:schemeClr val="tx1"/>
          </a:solidFill>
          <a:ln w="12700">
            <a:miter lim="400000"/>
          </a:ln>
        </p:spPr>
        <p:txBody>
          <a:bodyPr lIns="14284" tIns="14284" rIns="14284" bIns="14284" anchor="ctr"/>
          <a:lstStyle/>
          <a:p>
            <a:pPr defTabSz="171399" eaLnBrk="1" hangingPunct="1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1125">
              <a:solidFill>
                <a:srgbClr val="FFFFFF"/>
              </a:solidFill>
              <a:effectLst>
                <a:outerShdw blurRad="38100" dist="12700" dir="5400000" rotWithShape="0">
                  <a:srgbClr val="000000">
                    <a:alpha val="50000"/>
                  </a:srgbClr>
                </a:outerShdw>
              </a:effectLst>
              <a:latin typeface="Gill Sans"/>
              <a:ea typeface="Calibri" charset="0"/>
              <a:cs typeface="Calibri" charset="0"/>
              <a:sym typeface="Gill Sans"/>
            </a:endParaRPr>
          </a:p>
        </p:txBody>
      </p:sp>
      <p:sp>
        <p:nvSpPr>
          <p:cNvPr id="150" name="Shape 2944"/>
          <p:cNvSpPr/>
          <p:nvPr userDrawn="1"/>
        </p:nvSpPr>
        <p:spPr>
          <a:xfrm>
            <a:off x="8764982" y="4416808"/>
            <a:ext cx="209550" cy="209550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7850" y="17620"/>
                </a:moveTo>
                <a:cubicBezTo>
                  <a:pt x="17270" y="17122"/>
                  <a:pt x="16604" y="16682"/>
                  <a:pt x="15855" y="16324"/>
                </a:cubicBezTo>
                <a:cubicBezTo>
                  <a:pt x="15868" y="16284"/>
                  <a:pt x="15882" y="16244"/>
                  <a:pt x="15896" y="16203"/>
                </a:cubicBezTo>
                <a:cubicBezTo>
                  <a:pt x="16131" y="15456"/>
                  <a:pt x="16320" y="14656"/>
                  <a:pt x="16454" y="13811"/>
                </a:cubicBezTo>
                <a:cubicBezTo>
                  <a:pt x="16471" y="13704"/>
                  <a:pt x="16484" y="13596"/>
                  <a:pt x="16499" y="13488"/>
                </a:cubicBezTo>
                <a:cubicBezTo>
                  <a:pt x="16544" y="13166"/>
                  <a:pt x="16581" y="12839"/>
                  <a:pt x="16610" y="12507"/>
                </a:cubicBezTo>
                <a:cubicBezTo>
                  <a:pt x="16621" y="12383"/>
                  <a:pt x="16632" y="12260"/>
                  <a:pt x="16641" y="12135"/>
                </a:cubicBezTo>
                <a:cubicBezTo>
                  <a:pt x="16660" y="11858"/>
                  <a:pt x="16664" y="11574"/>
                  <a:pt x="16673" y="11291"/>
                </a:cubicBezTo>
                <a:lnTo>
                  <a:pt x="20598" y="11291"/>
                </a:lnTo>
                <a:cubicBezTo>
                  <a:pt x="20476" y="13747"/>
                  <a:pt x="19450" y="15962"/>
                  <a:pt x="17850" y="17620"/>
                </a:cubicBezTo>
                <a:moveTo>
                  <a:pt x="13714" y="20178"/>
                </a:moveTo>
                <a:cubicBezTo>
                  <a:pt x="13925" y="19957"/>
                  <a:pt x="14127" y="19710"/>
                  <a:pt x="14321" y="19444"/>
                </a:cubicBezTo>
                <a:cubicBezTo>
                  <a:pt x="14339" y="19419"/>
                  <a:pt x="14357" y="19394"/>
                  <a:pt x="14375" y="19369"/>
                </a:cubicBezTo>
                <a:cubicBezTo>
                  <a:pt x="14764" y="18822"/>
                  <a:pt x="15116" y="18192"/>
                  <a:pt x="15420" y="17488"/>
                </a:cubicBezTo>
                <a:cubicBezTo>
                  <a:pt x="15436" y="17450"/>
                  <a:pt x="15451" y="17410"/>
                  <a:pt x="15467" y="17372"/>
                </a:cubicBezTo>
                <a:cubicBezTo>
                  <a:pt x="15485" y="17329"/>
                  <a:pt x="15499" y="17282"/>
                  <a:pt x="15517" y="17239"/>
                </a:cubicBezTo>
                <a:cubicBezTo>
                  <a:pt x="16123" y="17535"/>
                  <a:pt x="16665" y="17890"/>
                  <a:pt x="17142" y="18285"/>
                </a:cubicBezTo>
                <a:cubicBezTo>
                  <a:pt x="16149" y="19129"/>
                  <a:pt x="14989" y="19782"/>
                  <a:pt x="13714" y="20178"/>
                </a:cubicBezTo>
                <a:moveTo>
                  <a:pt x="11291" y="20569"/>
                </a:moveTo>
                <a:lnTo>
                  <a:pt x="11291" y="16221"/>
                </a:lnTo>
                <a:cubicBezTo>
                  <a:pt x="12498" y="16271"/>
                  <a:pt x="13638" y="16493"/>
                  <a:pt x="14652" y="16869"/>
                </a:cubicBezTo>
                <a:cubicBezTo>
                  <a:pt x="13850" y="18909"/>
                  <a:pt x="12654" y="20298"/>
                  <a:pt x="11291" y="20569"/>
                </a:cubicBezTo>
                <a:moveTo>
                  <a:pt x="11291" y="11291"/>
                </a:moveTo>
                <a:lnTo>
                  <a:pt x="15697" y="11291"/>
                </a:lnTo>
                <a:cubicBezTo>
                  <a:pt x="15655" y="12995"/>
                  <a:pt x="15392" y="14581"/>
                  <a:pt x="14971" y="15948"/>
                </a:cubicBezTo>
                <a:cubicBezTo>
                  <a:pt x="13855" y="15534"/>
                  <a:pt x="12608" y="15291"/>
                  <a:pt x="11291" y="15240"/>
                </a:cubicBezTo>
                <a:cubicBezTo>
                  <a:pt x="11291" y="15240"/>
                  <a:pt x="11291" y="11291"/>
                  <a:pt x="11291" y="11291"/>
                </a:cubicBezTo>
                <a:close/>
                <a:moveTo>
                  <a:pt x="11291" y="6360"/>
                </a:moveTo>
                <a:cubicBezTo>
                  <a:pt x="12608" y="6309"/>
                  <a:pt x="13855" y="6066"/>
                  <a:pt x="14971" y="5652"/>
                </a:cubicBezTo>
                <a:cubicBezTo>
                  <a:pt x="15392" y="7019"/>
                  <a:pt x="15655" y="8605"/>
                  <a:pt x="15697" y="10309"/>
                </a:cubicBezTo>
                <a:lnTo>
                  <a:pt x="11291" y="10309"/>
                </a:lnTo>
                <a:cubicBezTo>
                  <a:pt x="11291" y="10309"/>
                  <a:pt x="11291" y="6360"/>
                  <a:pt x="11291" y="6360"/>
                </a:cubicBezTo>
                <a:close/>
                <a:moveTo>
                  <a:pt x="11291" y="1031"/>
                </a:moveTo>
                <a:cubicBezTo>
                  <a:pt x="12654" y="1302"/>
                  <a:pt x="13850" y="2691"/>
                  <a:pt x="14652" y="4731"/>
                </a:cubicBezTo>
                <a:cubicBezTo>
                  <a:pt x="13638" y="5107"/>
                  <a:pt x="12498" y="5329"/>
                  <a:pt x="11291" y="5379"/>
                </a:cubicBezTo>
                <a:cubicBezTo>
                  <a:pt x="11291" y="5379"/>
                  <a:pt x="11291" y="1031"/>
                  <a:pt x="11291" y="1031"/>
                </a:cubicBezTo>
                <a:close/>
                <a:moveTo>
                  <a:pt x="17142" y="3315"/>
                </a:moveTo>
                <a:cubicBezTo>
                  <a:pt x="16665" y="3711"/>
                  <a:pt x="16123" y="4065"/>
                  <a:pt x="15517" y="4361"/>
                </a:cubicBezTo>
                <a:cubicBezTo>
                  <a:pt x="15499" y="4318"/>
                  <a:pt x="15485" y="4271"/>
                  <a:pt x="15467" y="4229"/>
                </a:cubicBezTo>
                <a:cubicBezTo>
                  <a:pt x="15451" y="4190"/>
                  <a:pt x="15436" y="4151"/>
                  <a:pt x="15420" y="4112"/>
                </a:cubicBezTo>
                <a:cubicBezTo>
                  <a:pt x="15116" y="3408"/>
                  <a:pt x="14764" y="2778"/>
                  <a:pt x="14375" y="2231"/>
                </a:cubicBezTo>
                <a:cubicBezTo>
                  <a:pt x="14357" y="2206"/>
                  <a:pt x="14339" y="2181"/>
                  <a:pt x="14321" y="2156"/>
                </a:cubicBezTo>
                <a:cubicBezTo>
                  <a:pt x="14127" y="1890"/>
                  <a:pt x="13925" y="1643"/>
                  <a:pt x="13714" y="1422"/>
                </a:cubicBezTo>
                <a:cubicBezTo>
                  <a:pt x="14989" y="1818"/>
                  <a:pt x="16149" y="2471"/>
                  <a:pt x="17142" y="3315"/>
                </a:cubicBezTo>
                <a:moveTo>
                  <a:pt x="20598" y="10309"/>
                </a:moveTo>
                <a:lnTo>
                  <a:pt x="16673" y="10309"/>
                </a:lnTo>
                <a:cubicBezTo>
                  <a:pt x="16664" y="10027"/>
                  <a:pt x="16660" y="9742"/>
                  <a:pt x="16641" y="9465"/>
                </a:cubicBezTo>
                <a:cubicBezTo>
                  <a:pt x="16632" y="9340"/>
                  <a:pt x="16621" y="9217"/>
                  <a:pt x="16610" y="9093"/>
                </a:cubicBezTo>
                <a:cubicBezTo>
                  <a:pt x="16581" y="8761"/>
                  <a:pt x="16544" y="8434"/>
                  <a:pt x="16499" y="8112"/>
                </a:cubicBezTo>
                <a:cubicBezTo>
                  <a:pt x="16484" y="8005"/>
                  <a:pt x="16471" y="7896"/>
                  <a:pt x="16454" y="7789"/>
                </a:cubicBezTo>
                <a:cubicBezTo>
                  <a:pt x="16320" y="6944"/>
                  <a:pt x="16131" y="6144"/>
                  <a:pt x="15896" y="5397"/>
                </a:cubicBezTo>
                <a:cubicBezTo>
                  <a:pt x="15882" y="5357"/>
                  <a:pt x="15868" y="5317"/>
                  <a:pt x="15855" y="5276"/>
                </a:cubicBezTo>
                <a:cubicBezTo>
                  <a:pt x="16604" y="4918"/>
                  <a:pt x="17270" y="4478"/>
                  <a:pt x="17850" y="3981"/>
                </a:cubicBezTo>
                <a:cubicBezTo>
                  <a:pt x="19450" y="5638"/>
                  <a:pt x="20476" y="7853"/>
                  <a:pt x="20598" y="10309"/>
                </a:cubicBezTo>
                <a:moveTo>
                  <a:pt x="10309" y="5379"/>
                </a:moveTo>
                <a:cubicBezTo>
                  <a:pt x="9101" y="5329"/>
                  <a:pt x="7961" y="5107"/>
                  <a:pt x="6947" y="4731"/>
                </a:cubicBezTo>
                <a:cubicBezTo>
                  <a:pt x="7749" y="2691"/>
                  <a:pt x="8945" y="1302"/>
                  <a:pt x="10309" y="1031"/>
                </a:cubicBezTo>
                <a:cubicBezTo>
                  <a:pt x="10309" y="1031"/>
                  <a:pt x="10309" y="5379"/>
                  <a:pt x="10309" y="5379"/>
                </a:cubicBezTo>
                <a:close/>
                <a:moveTo>
                  <a:pt x="10309" y="10309"/>
                </a:moveTo>
                <a:lnTo>
                  <a:pt x="5903" y="10309"/>
                </a:lnTo>
                <a:cubicBezTo>
                  <a:pt x="5945" y="8605"/>
                  <a:pt x="6207" y="7019"/>
                  <a:pt x="6629" y="5652"/>
                </a:cubicBezTo>
                <a:cubicBezTo>
                  <a:pt x="7745" y="6066"/>
                  <a:pt x="8991" y="6309"/>
                  <a:pt x="10309" y="6360"/>
                </a:cubicBezTo>
                <a:cubicBezTo>
                  <a:pt x="10309" y="6360"/>
                  <a:pt x="10309" y="10309"/>
                  <a:pt x="10309" y="10309"/>
                </a:cubicBezTo>
                <a:close/>
                <a:moveTo>
                  <a:pt x="10309" y="15240"/>
                </a:moveTo>
                <a:cubicBezTo>
                  <a:pt x="8991" y="15291"/>
                  <a:pt x="7745" y="15534"/>
                  <a:pt x="6629" y="15948"/>
                </a:cubicBezTo>
                <a:cubicBezTo>
                  <a:pt x="6207" y="14581"/>
                  <a:pt x="5945" y="12995"/>
                  <a:pt x="5903" y="11291"/>
                </a:cubicBezTo>
                <a:lnTo>
                  <a:pt x="10309" y="11291"/>
                </a:lnTo>
                <a:cubicBezTo>
                  <a:pt x="10309" y="11291"/>
                  <a:pt x="10309" y="15240"/>
                  <a:pt x="10309" y="15240"/>
                </a:cubicBezTo>
                <a:close/>
                <a:moveTo>
                  <a:pt x="10309" y="20569"/>
                </a:moveTo>
                <a:cubicBezTo>
                  <a:pt x="8945" y="20298"/>
                  <a:pt x="7749" y="18909"/>
                  <a:pt x="6947" y="16869"/>
                </a:cubicBezTo>
                <a:cubicBezTo>
                  <a:pt x="7961" y="16493"/>
                  <a:pt x="9101" y="16271"/>
                  <a:pt x="10309" y="16221"/>
                </a:cubicBezTo>
                <a:cubicBezTo>
                  <a:pt x="10309" y="16221"/>
                  <a:pt x="10309" y="20569"/>
                  <a:pt x="10309" y="20569"/>
                </a:cubicBezTo>
                <a:close/>
                <a:moveTo>
                  <a:pt x="4458" y="18285"/>
                </a:moveTo>
                <a:cubicBezTo>
                  <a:pt x="4934" y="17890"/>
                  <a:pt x="5476" y="17535"/>
                  <a:pt x="6083" y="17239"/>
                </a:cubicBezTo>
                <a:cubicBezTo>
                  <a:pt x="6100" y="17282"/>
                  <a:pt x="6115" y="17329"/>
                  <a:pt x="6132" y="17372"/>
                </a:cubicBezTo>
                <a:cubicBezTo>
                  <a:pt x="6149" y="17410"/>
                  <a:pt x="6163" y="17450"/>
                  <a:pt x="6180" y="17488"/>
                </a:cubicBezTo>
                <a:cubicBezTo>
                  <a:pt x="6484" y="18192"/>
                  <a:pt x="6835" y="18822"/>
                  <a:pt x="7224" y="19369"/>
                </a:cubicBezTo>
                <a:cubicBezTo>
                  <a:pt x="7242" y="19394"/>
                  <a:pt x="7261" y="19419"/>
                  <a:pt x="7279" y="19444"/>
                </a:cubicBezTo>
                <a:cubicBezTo>
                  <a:pt x="7472" y="19710"/>
                  <a:pt x="7674" y="19957"/>
                  <a:pt x="7886" y="20178"/>
                </a:cubicBezTo>
                <a:cubicBezTo>
                  <a:pt x="6610" y="19782"/>
                  <a:pt x="5451" y="19129"/>
                  <a:pt x="4458" y="18285"/>
                </a:cubicBezTo>
                <a:moveTo>
                  <a:pt x="1002" y="11291"/>
                </a:moveTo>
                <a:lnTo>
                  <a:pt x="4927" y="11291"/>
                </a:lnTo>
                <a:cubicBezTo>
                  <a:pt x="4935" y="11574"/>
                  <a:pt x="4940" y="11858"/>
                  <a:pt x="4958" y="12135"/>
                </a:cubicBezTo>
                <a:cubicBezTo>
                  <a:pt x="4967" y="12260"/>
                  <a:pt x="4979" y="12383"/>
                  <a:pt x="4989" y="12507"/>
                </a:cubicBezTo>
                <a:cubicBezTo>
                  <a:pt x="5018" y="12839"/>
                  <a:pt x="5055" y="13166"/>
                  <a:pt x="5100" y="13488"/>
                </a:cubicBezTo>
                <a:cubicBezTo>
                  <a:pt x="5116" y="13596"/>
                  <a:pt x="5129" y="13704"/>
                  <a:pt x="5146" y="13811"/>
                </a:cubicBezTo>
                <a:cubicBezTo>
                  <a:pt x="5280" y="14656"/>
                  <a:pt x="5468" y="15456"/>
                  <a:pt x="5704" y="16203"/>
                </a:cubicBezTo>
                <a:cubicBezTo>
                  <a:pt x="5718" y="16244"/>
                  <a:pt x="5731" y="16284"/>
                  <a:pt x="5744" y="16324"/>
                </a:cubicBezTo>
                <a:cubicBezTo>
                  <a:pt x="4996" y="16682"/>
                  <a:pt x="4330" y="17122"/>
                  <a:pt x="3749" y="17620"/>
                </a:cubicBezTo>
                <a:cubicBezTo>
                  <a:pt x="2150" y="15962"/>
                  <a:pt x="1123" y="13747"/>
                  <a:pt x="1002" y="11291"/>
                </a:cubicBezTo>
                <a:moveTo>
                  <a:pt x="3749" y="3981"/>
                </a:moveTo>
                <a:cubicBezTo>
                  <a:pt x="4330" y="4478"/>
                  <a:pt x="4996" y="4918"/>
                  <a:pt x="5744" y="5276"/>
                </a:cubicBezTo>
                <a:cubicBezTo>
                  <a:pt x="5731" y="5317"/>
                  <a:pt x="5718" y="5357"/>
                  <a:pt x="5704" y="5397"/>
                </a:cubicBezTo>
                <a:cubicBezTo>
                  <a:pt x="5469" y="6144"/>
                  <a:pt x="5280" y="6944"/>
                  <a:pt x="5146" y="7789"/>
                </a:cubicBezTo>
                <a:cubicBezTo>
                  <a:pt x="5129" y="7896"/>
                  <a:pt x="5116" y="8005"/>
                  <a:pt x="5100" y="8112"/>
                </a:cubicBezTo>
                <a:cubicBezTo>
                  <a:pt x="5055" y="8434"/>
                  <a:pt x="5018" y="8761"/>
                  <a:pt x="4989" y="9093"/>
                </a:cubicBezTo>
                <a:cubicBezTo>
                  <a:pt x="4979" y="9217"/>
                  <a:pt x="4967" y="9340"/>
                  <a:pt x="4958" y="9465"/>
                </a:cubicBezTo>
                <a:cubicBezTo>
                  <a:pt x="4940" y="9742"/>
                  <a:pt x="4935" y="10027"/>
                  <a:pt x="4927" y="10309"/>
                </a:cubicBezTo>
                <a:lnTo>
                  <a:pt x="1002" y="10309"/>
                </a:lnTo>
                <a:cubicBezTo>
                  <a:pt x="1123" y="7853"/>
                  <a:pt x="2150" y="5638"/>
                  <a:pt x="3749" y="3981"/>
                </a:cubicBezTo>
                <a:moveTo>
                  <a:pt x="7886" y="1422"/>
                </a:moveTo>
                <a:cubicBezTo>
                  <a:pt x="7674" y="1643"/>
                  <a:pt x="7472" y="1890"/>
                  <a:pt x="7279" y="2156"/>
                </a:cubicBezTo>
                <a:cubicBezTo>
                  <a:pt x="7261" y="2181"/>
                  <a:pt x="7242" y="2206"/>
                  <a:pt x="7224" y="2231"/>
                </a:cubicBezTo>
                <a:cubicBezTo>
                  <a:pt x="6835" y="2778"/>
                  <a:pt x="6484" y="3408"/>
                  <a:pt x="6180" y="4112"/>
                </a:cubicBezTo>
                <a:cubicBezTo>
                  <a:pt x="6163" y="4151"/>
                  <a:pt x="6149" y="4190"/>
                  <a:pt x="6132" y="4229"/>
                </a:cubicBezTo>
                <a:cubicBezTo>
                  <a:pt x="6115" y="4271"/>
                  <a:pt x="6100" y="4318"/>
                  <a:pt x="6083" y="4361"/>
                </a:cubicBezTo>
                <a:cubicBezTo>
                  <a:pt x="5476" y="4065"/>
                  <a:pt x="4934" y="3711"/>
                  <a:pt x="4458" y="3315"/>
                </a:cubicBezTo>
                <a:cubicBezTo>
                  <a:pt x="5451" y="2471"/>
                  <a:pt x="6610" y="1818"/>
                  <a:pt x="7886" y="1422"/>
                </a:cubicBezTo>
                <a:moveTo>
                  <a:pt x="10800" y="0"/>
                </a:moveTo>
                <a:cubicBezTo>
                  <a:pt x="4835" y="0"/>
                  <a:pt x="0" y="4835"/>
                  <a:pt x="0" y="10800"/>
                </a:cubicBezTo>
                <a:cubicBezTo>
                  <a:pt x="0" y="16765"/>
                  <a:pt x="4835" y="21600"/>
                  <a:pt x="10800" y="21600"/>
                </a:cubicBezTo>
                <a:cubicBezTo>
                  <a:pt x="16764" y="21600"/>
                  <a:pt x="21600" y="16765"/>
                  <a:pt x="21600" y="10800"/>
                </a:cubicBezTo>
                <a:cubicBezTo>
                  <a:pt x="21600" y="4835"/>
                  <a:pt x="16764" y="0"/>
                  <a:pt x="10800" y="0"/>
                </a:cubicBezTo>
              </a:path>
            </a:pathLst>
          </a:custGeom>
          <a:solidFill>
            <a:schemeClr val="tx1"/>
          </a:solidFill>
          <a:ln w="12700">
            <a:miter lim="400000"/>
          </a:ln>
        </p:spPr>
        <p:txBody>
          <a:bodyPr lIns="14284" tIns="14284" rIns="14284" bIns="14284" anchor="ctr"/>
          <a:lstStyle/>
          <a:p>
            <a:pPr defTabSz="171399" eaLnBrk="1" hangingPunct="1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1125">
              <a:solidFill>
                <a:srgbClr val="FFFFFF"/>
              </a:solidFill>
              <a:effectLst>
                <a:outerShdw blurRad="38100" dist="12700" dir="5400000" rotWithShape="0">
                  <a:srgbClr val="000000">
                    <a:alpha val="50000"/>
                  </a:srgbClr>
                </a:outerShdw>
              </a:effectLst>
              <a:latin typeface="Gill Sans"/>
              <a:ea typeface="Calibri" charset="0"/>
              <a:cs typeface="Calibri" charset="0"/>
              <a:sym typeface="Gill Sans"/>
            </a:endParaRPr>
          </a:p>
        </p:txBody>
      </p:sp>
      <p:sp>
        <p:nvSpPr>
          <p:cNvPr id="151" name="Shape 2955"/>
          <p:cNvSpPr/>
          <p:nvPr userDrawn="1"/>
        </p:nvSpPr>
        <p:spPr>
          <a:xfrm>
            <a:off x="4806428" y="4830591"/>
            <a:ext cx="209550" cy="209550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0800" y="17673"/>
                </a:moveTo>
                <a:cubicBezTo>
                  <a:pt x="10529" y="17673"/>
                  <a:pt x="10309" y="17892"/>
                  <a:pt x="10309" y="18164"/>
                </a:cubicBezTo>
                <a:lnTo>
                  <a:pt x="10309" y="21109"/>
                </a:lnTo>
                <a:cubicBezTo>
                  <a:pt x="10309" y="21380"/>
                  <a:pt x="10529" y="21600"/>
                  <a:pt x="10800" y="21600"/>
                </a:cubicBezTo>
                <a:cubicBezTo>
                  <a:pt x="11071" y="21600"/>
                  <a:pt x="11291" y="21380"/>
                  <a:pt x="11291" y="21109"/>
                </a:cubicBezTo>
                <a:lnTo>
                  <a:pt x="11291" y="18164"/>
                </a:lnTo>
                <a:cubicBezTo>
                  <a:pt x="11291" y="17892"/>
                  <a:pt x="11071" y="17673"/>
                  <a:pt x="10800" y="17673"/>
                </a:cubicBezTo>
                <a:moveTo>
                  <a:pt x="10800" y="15709"/>
                </a:moveTo>
                <a:cubicBezTo>
                  <a:pt x="8089" y="15709"/>
                  <a:pt x="5891" y="13511"/>
                  <a:pt x="5891" y="10800"/>
                </a:cubicBezTo>
                <a:cubicBezTo>
                  <a:pt x="5891" y="8088"/>
                  <a:pt x="8089" y="5891"/>
                  <a:pt x="10800" y="5891"/>
                </a:cubicBezTo>
                <a:cubicBezTo>
                  <a:pt x="13511" y="5891"/>
                  <a:pt x="15709" y="8088"/>
                  <a:pt x="15709" y="10800"/>
                </a:cubicBezTo>
                <a:cubicBezTo>
                  <a:pt x="15709" y="13511"/>
                  <a:pt x="13511" y="15709"/>
                  <a:pt x="10800" y="15709"/>
                </a:cubicBezTo>
                <a:moveTo>
                  <a:pt x="10800" y="4909"/>
                </a:moveTo>
                <a:cubicBezTo>
                  <a:pt x="7547" y="4909"/>
                  <a:pt x="4909" y="7547"/>
                  <a:pt x="4909" y="10800"/>
                </a:cubicBezTo>
                <a:cubicBezTo>
                  <a:pt x="4909" y="14054"/>
                  <a:pt x="7547" y="16691"/>
                  <a:pt x="10800" y="16691"/>
                </a:cubicBezTo>
                <a:cubicBezTo>
                  <a:pt x="14053" y="16691"/>
                  <a:pt x="16691" y="14054"/>
                  <a:pt x="16691" y="10800"/>
                </a:cubicBezTo>
                <a:cubicBezTo>
                  <a:pt x="16691" y="7547"/>
                  <a:pt x="14053" y="4909"/>
                  <a:pt x="10800" y="4909"/>
                </a:cubicBezTo>
                <a:moveTo>
                  <a:pt x="16354" y="15660"/>
                </a:moveTo>
                <a:cubicBezTo>
                  <a:pt x="16162" y="15468"/>
                  <a:pt x="15851" y="15468"/>
                  <a:pt x="15659" y="15660"/>
                </a:cubicBezTo>
                <a:cubicBezTo>
                  <a:pt x="15468" y="15851"/>
                  <a:pt x="15468" y="16163"/>
                  <a:pt x="15659" y="16354"/>
                </a:cubicBezTo>
                <a:lnTo>
                  <a:pt x="17742" y="18437"/>
                </a:lnTo>
                <a:cubicBezTo>
                  <a:pt x="17934" y="18629"/>
                  <a:pt x="18245" y="18629"/>
                  <a:pt x="18437" y="18437"/>
                </a:cubicBezTo>
                <a:cubicBezTo>
                  <a:pt x="18628" y="18245"/>
                  <a:pt x="18628" y="17934"/>
                  <a:pt x="18437" y="17743"/>
                </a:cubicBezTo>
                <a:cubicBezTo>
                  <a:pt x="18437" y="17743"/>
                  <a:pt x="16354" y="15660"/>
                  <a:pt x="16354" y="15660"/>
                </a:cubicBezTo>
                <a:close/>
                <a:moveTo>
                  <a:pt x="21109" y="10309"/>
                </a:moveTo>
                <a:lnTo>
                  <a:pt x="18164" y="10309"/>
                </a:lnTo>
                <a:cubicBezTo>
                  <a:pt x="17893" y="10309"/>
                  <a:pt x="17673" y="10529"/>
                  <a:pt x="17673" y="10800"/>
                </a:cubicBezTo>
                <a:cubicBezTo>
                  <a:pt x="17673" y="11071"/>
                  <a:pt x="17893" y="11291"/>
                  <a:pt x="18164" y="11291"/>
                </a:cubicBezTo>
                <a:lnTo>
                  <a:pt x="21109" y="11291"/>
                </a:lnTo>
                <a:cubicBezTo>
                  <a:pt x="21380" y="11291"/>
                  <a:pt x="21600" y="11071"/>
                  <a:pt x="21600" y="10800"/>
                </a:cubicBezTo>
                <a:cubicBezTo>
                  <a:pt x="21600" y="10529"/>
                  <a:pt x="21380" y="10309"/>
                  <a:pt x="21109" y="10309"/>
                </a:cubicBezTo>
                <a:moveTo>
                  <a:pt x="5246" y="15660"/>
                </a:moveTo>
                <a:lnTo>
                  <a:pt x="3163" y="17743"/>
                </a:lnTo>
                <a:cubicBezTo>
                  <a:pt x="2972" y="17934"/>
                  <a:pt x="2972" y="18245"/>
                  <a:pt x="3163" y="18437"/>
                </a:cubicBezTo>
                <a:cubicBezTo>
                  <a:pt x="3355" y="18629"/>
                  <a:pt x="3666" y="18629"/>
                  <a:pt x="3858" y="18437"/>
                </a:cubicBezTo>
                <a:lnTo>
                  <a:pt x="5941" y="16354"/>
                </a:lnTo>
                <a:cubicBezTo>
                  <a:pt x="6132" y="16163"/>
                  <a:pt x="6132" y="15851"/>
                  <a:pt x="5941" y="15660"/>
                </a:cubicBezTo>
                <a:cubicBezTo>
                  <a:pt x="5749" y="15468"/>
                  <a:pt x="5438" y="15468"/>
                  <a:pt x="5246" y="15660"/>
                </a:cubicBezTo>
                <a:moveTo>
                  <a:pt x="16354" y="5941"/>
                </a:moveTo>
                <a:lnTo>
                  <a:pt x="18437" y="3857"/>
                </a:lnTo>
                <a:cubicBezTo>
                  <a:pt x="18628" y="3666"/>
                  <a:pt x="18628" y="3355"/>
                  <a:pt x="18437" y="3163"/>
                </a:cubicBezTo>
                <a:cubicBezTo>
                  <a:pt x="18245" y="2971"/>
                  <a:pt x="17934" y="2971"/>
                  <a:pt x="17742" y="3163"/>
                </a:cubicBezTo>
                <a:lnTo>
                  <a:pt x="15659" y="5247"/>
                </a:lnTo>
                <a:cubicBezTo>
                  <a:pt x="15468" y="5437"/>
                  <a:pt x="15468" y="5749"/>
                  <a:pt x="15659" y="5941"/>
                </a:cubicBezTo>
                <a:cubicBezTo>
                  <a:pt x="15851" y="6132"/>
                  <a:pt x="16162" y="6132"/>
                  <a:pt x="16354" y="5941"/>
                </a:cubicBezTo>
                <a:moveTo>
                  <a:pt x="10800" y="3927"/>
                </a:moveTo>
                <a:cubicBezTo>
                  <a:pt x="11071" y="3927"/>
                  <a:pt x="11291" y="3708"/>
                  <a:pt x="11291" y="3436"/>
                </a:cubicBezTo>
                <a:lnTo>
                  <a:pt x="11291" y="491"/>
                </a:lnTo>
                <a:cubicBezTo>
                  <a:pt x="11291" y="220"/>
                  <a:pt x="11071" y="0"/>
                  <a:pt x="10800" y="0"/>
                </a:cubicBezTo>
                <a:cubicBezTo>
                  <a:pt x="10529" y="0"/>
                  <a:pt x="10309" y="220"/>
                  <a:pt x="10309" y="491"/>
                </a:cubicBezTo>
                <a:lnTo>
                  <a:pt x="10309" y="3436"/>
                </a:lnTo>
                <a:cubicBezTo>
                  <a:pt x="10309" y="3708"/>
                  <a:pt x="10529" y="3927"/>
                  <a:pt x="10800" y="3927"/>
                </a:cubicBezTo>
                <a:moveTo>
                  <a:pt x="3927" y="10800"/>
                </a:moveTo>
                <a:cubicBezTo>
                  <a:pt x="3927" y="10529"/>
                  <a:pt x="3707" y="10309"/>
                  <a:pt x="3436" y="10309"/>
                </a:cubicBezTo>
                <a:lnTo>
                  <a:pt x="491" y="10309"/>
                </a:lnTo>
                <a:cubicBezTo>
                  <a:pt x="220" y="10309"/>
                  <a:pt x="0" y="10529"/>
                  <a:pt x="0" y="10800"/>
                </a:cubicBezTo>
                <a:cubicBezTo>
                  <a:pt x="0" y="11071"/>
                  <a:pt x="220" y="11291"/>
                  <a:pt x="491" y="11291"/>
                </a:cubicBezTo>
                <a:lnTo>
                  <a:pt x="3436" y="11291"/>
                </a:lnTo>
                <a:cubicBezTo>
                  <a:pt x="3707" y="11291"/>
                  <a:pt x="3927" y="11071"/>
                  <a:pt x="3927" y="10800"/>
                </a:cubicBezTo>
                <a:moveTo>
                  <a:pt x="5246" y="5941"/>
                </a:moveTo>
                <a:cubicBezTo>
                  <a:pt x="5438" y="6132"/>
                  <a:pt x="5749" y="6132"/>
                  <a:pt x="5941" y="5941"/>
                </a:cubicBezTo>
                <a:cubicBezTo>
                  <a:pt x="6132" y="5749"/>
                  <a:pt x="6132" y="5437"/>
                  <a:pt x="5941" y="5247"/>
                </a:cubicBezTo>
                <a:lnTo>
                  <a:pt x="3858" y="3163"/>
                </a:lnTo>
                <a:cubicBezTo>
                  <a:pt x="3666" y="2971"/>
                  <a:pt x="3355" y="2971"/>
                  <a:pt x="3163" y="3163"/>
                </a:cubicBezTo>
                <a:cubicBezTo>
                  <a:pt x="2972" y="3355"/>
                  <a:pt x="2972" y="3666"/>
                  <a:pt x="3163" y="3857"/>
                </a:cubicBezTo>
                <a:cubicBezTo>
                  <a:pt x="3163" y="3857"/>
                  <a:pt x="5246" y="5941"/>
                  <a:pt x="5246" y="5941"/>
                </a:cubicBezTo>
                <a:close/>
              </a:path>
            </a:pathLst>
          </a:custGeom>
          <a:solidFill>
            <a:schemeClr val="tx1"/>
          </a:solidFill>
          <a:ln w="12700">
            <a:miter lim="400000"/>
          </a:ln>
        </p:spPr>
        <p:txBody>
          <a:bodyPr lIns="14284" tIns="14284" rIns="14284" bIns="14284" anchor="ctr"/>
          <a:lstStyle/>
          <a:p>
            <a:pPr defTabSz="171399" eaLnBrk="1" hangingPunct="1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1125">
              <a:solidFill>
                <a:srgbClr val="FFFFFF"/>
              </a:solidFill>
              <a:effectLst>
                <a:outerShdw blurRad="38100" dist="12700" dir="5400000" rotWithShape="0">
                  <a:srgbClr val="000000">
                    <a:alpha val="50000"/>
                  </a:srgbClr>
                </a:outerShdw>
              </a:effectLst>
              <a:latin typeface="Gill Sans"/>
              <a:ea typeface="Calibri" charset="0"/>
              <a:cs typeface="Calibri" charset="0"/>
              <a:sym typeface="Gill Sans"/>
            </a:endParaRPr>
          </a:p>
        </p:txBody>
      </p:sp>
      <p:sp>
        <p:nvSpPr>
          <p:cNvPr id="152" name="Shape 2958"/>
          <p:cNvSpPr/>
          <p:nvPr userDrawn="1"/>
        </p:nvSpPr>
        <p:spPr>
          <a:xfrm>
            <a:off x="7082571" y="4830591"/>
            <a:ext cx="209550" cy="209550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21600" y="1964"/>
                </a:moveTo>
                <a:lnTo>
                  <a:pt x="19636" y="1964"/>
                </a:lnTo>
                <a:lnTo>
                  <a:pt x="18900" y="0"/>
                </a:lnTo>
                <a:lnTo>
                  <a:pt x="18164" y="1964"/>
                </a:lnTo>
                <a:lnTo>
                  <a:pt x="16200" y="1964"/>
                </a:lnTo>
                <a:lnTo>
                  <a:pt x="17795" y="3191"/>
                </a:lnTo>
                <a:lnTo>
                  <a:pt x="17059" y="5400"/>
                </a:lnTo>
                <a:lnTo>
                  <a:pt x="18900" y="4050"/>
                </a:lnTo>
                <a:lnTo>
                  <a:pt x="20741" y="5400"/>
                </a:lnTo>
                <a:lnTo>
                  <a:pt x="20005" y="3191"/>
                </a:lnTo>
                <a:cubicBezTo>
                  <a:pt x="20005" y="3191"/>
                  <a:pt x="21600" y="1964"/>
                  <a:pt x="21600" y="1964"/>
                </a:cubicBezTo>
                <a:close/>
                <a:moveTo>
                  <a:pt x="10800" y="20616"/>
                </a:moveTo>
                <a:cubicBezTo>
                  <a:pt x="5386" y="20616"/>
                  <a:pt x="982" y="16203"/>
                  <a:pt x="982" y="10777"/>
                </a:cubicBezTo>
                <a:cubicBezTo>
                  <a:pt x="982" y="6434"/>
                  <a:pt x="3745" y="2741"/>
                  <a:pt x="7690" y="1441"/>
                </a:cubicBezTo>
                <a:cubicBezTo>
                  <a:pt x="6837" y="3102"/>
                  <a:pt x="6382" y="4957"/>
                  <a:pt x="6382" y="6841"/>
                </a:cubicBezTo>
                <a:cubicBezTo>
                  <a:pt x="6382" y="13004"/>
                  <a:pt x="11118" y="18079"/>
                  <a:pt x="17134" y="18604"/>
                </a:cubicBezTo>
                <a:cubicBezTo>
                  <a:pt x="15361" y="19863"/>
                  <a:pt x="13065" y="20616"/>
                  <a:pt x="10800" y="20616"/>
                </a:cubicBezTo>
                <a:moveTo>
                  <a:pt x="7364" y="6841"/>
                </a:moveTo>
                <a:cubicBezTo>
                  <a:pt x="7364" y="4248"/>
                  <a:pt x="8276" y="1870"/>
                  <a:pt x="9794" y="5"/>
                </a:cubicBezTo>
                <a:cubicBezTo>
                  <a:pt x="4302" y="514"/>
                  <a:pt x="0" y="5140"/>
                  <a:pt x="0" y="10777"/>
                </a:cubicBezTo>
                <a:cubicBezTo>
                  <a:pt x="0" y="16755"/>
                  <a:pt x="4836" y="21600"/>
                  <a:pt x="10800" y="21600"/>
                </a:cubicBezTo>
                <a:cubicBezTo>
                  <a:pt x="14176" y="21600"/>
                  <a:pt x="17656" y="20045"/>
                  <a:pt x="19636" y="17613"/>
                </a:cubicBezTo>
                <a:cubicBezTo>
                  <a:pt x="19305" y="17644"/>
                  <a:pt x="18503" y="17665"/>
                  <a:pt x="18164" y="17665"/>
                </a:cubicBezTo>
                <a:cubicBezTo>
                  <a:pt x="12199" y="17665"/>
                  <a:pt x="7364" y="12819"/>
                  <a:pt x="7364" y="6841"/>
                </a:cubicBezTo>
                <a:moveTo>
                  <a:pt x="17673" y="10309"/>
                </a:moveTo>
                <a:lnTo>
                  <a:pt x="17137" y="11737"/>
                </a:lnTo>
                <a:lnTo>
                  <a:pt x="15709" y="11737"/>
                </a:lnTo>
                <a:lnTo>
                  <a:pt x="16869" y="12629"/>
                </a:lnTo>
                <a:lnTo>
                  <a:pt x="16334" y="14236"/>
                </a:lnTo>
                <a:lnTo>
                  <a:pt x="17673" y="13255"/>
                </a:lnTo>
                <a:lnTo>
                  <a:pt x="19011" y="14236"/>
                </a:lnTo>
                <a:lnTo>
                  <a:pt x="18476" y="12629"/>
                </a:lnTo>
                <a:lnTo>
                  <a:pt x="19636" y="11737"/>
                </a:lnTo>
                <a:lnTo>
                  <a:pt x="18208" y="11737"/>
                </a:lnTo>
                <a:cubicBezTo>
                  <a:pt x="18208" y="11737"/>
                  <a:pt x="17673" y="10309"/>
                  <a:pt x="17673" y="10309"/>
                </a:cubicBezTo>
                <a:close/>
                <a:moveTo>
                  <a:pt x="11425" y="9327"/>
                </a:moveTo>
                <a:lnTo>
                  <a:pt x="12764" y="8345"/>
                </a:lnTo>
                <a:lnTo>
                  <a:pt x="14102" y="9327"/>
                </a:lnTo>
                <a:lnTo>
                  <a:pt x="13567" y="7721"/>
                </a:lnTo>
                <a:lnTo>
                  <a:pt x="14727" y="6828"/>
                </a:lnTo>
                <a:lnTo>
                  <a:pt x="13299" y="6828"/>
                </a:lnTo>
                <a:lnTo>
                  <a:pt x="12764" y="5400"/>
                </a:lnTo>
                <a:lnTo>
                  <a:pt x="12228" y="6828"/>
                </a:lnTo>
                <a:lnTo>
                  <a:pt x="10800" y="6828"/>
                </a:lnTo>
                <a:lnTo>
                  <a:pt x="11960" y="7721"/>
                </a:lnTo>
                <a:cubicBezTo>
                  <a:pt x="11960" y="7721"/>
                  <a:pt x="11425" y="9327"/>
                  <a:pt x="11425" y="9327"/>
                </a:cubicBezTo>
                <a:close/>
              </a:path>
            </a:pathLst>
          </a:custGeom>
          <a:solidFill>
            <a:schemeClr val="tx1"/>
          </a:solidFill>
          <a:ln w="12700">
            <a:miter lim="400000"/>
          </a:ln>
        </p:spPr>
        <p:txBody>
          <a:bodyPr lIns="14284" tIns="14284" rIns="14284" bIns="14284" anchor="ctr"/>
          <a:lstStyle/>
          <a:p>
            <a:pPr defTabSz="171399" eaLnBrk="1" hangingPunct="1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1125">
              <a:solidFill>
                <a:srgbClr val="FFFFFF"/>
              </a:solidFill>
              <a:effectLst>
                <a:outerShdw blurRad="38100" dist="12700" dir="5400000" rotWithShape="0">
                  <a:srgbClr val="000000">
                    <a:alpha val="50000"/>
                  </a:srgbClr>
                </a:outerShdw>
              </a:effectLst>
              <a:latin typeface="Gill Sans"/>
              <a:ea typeface="Calibri" charset="0"/>
              <a:cs typeface="Calibri" charset="0"/>
              <a:sym typeface="Gill Sans"/>
            </a:endParaRPr>
          </a:p>
        </p:txBody>
      </p:sp>
      <p:sp>
        <p:nvSpPr>
          <p:cNvPr id="153" name="Shape 2960"/>
          <p:cNvSpPr/>
          <p:nvPr userDrawn="1"/>
        </p:nvSpPr>
        <p:spPr>
          <a:xfrm>
            <a:off x="7494766" y="4859166"/>
            <a:ext cx="209550" cy="152400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016" h="21600" extrusionOk="0">
                <a:moveTo>
                  <a:pt x="17140" y="11946"/>
                </a:moveTo>
                <a:cubicBezTo>
                  <a:pt x="15736" y="13192"/>
                  <a:pt x="13853" y="14375"/>
                  <a:pt x="11542" y="15211"/>
                </a:cubicBezTo>
                <a:cubicBezTo>
                  <a:pt x="9755" y="15857"/>
                  <a:pt x="7947" y="16197"/>
                  <a:pt x="6315" y="16197"/>
                </a:cubicBezTo>
                <a:cubicBezTo>
                  <a:pt x="5843" y="16197"/>
                  <a:pt x="5401" y="16158"/>
                  <a:pt x="4974" y="16102"/>
                </a:cubicBezTo>
                <a:cubicBezTo>
                  <a:pt x="4247" y="14590"/>
                  <a:pt x="3822" y="12766"/>
                  <a:pt x="3822" y="10800"/>
                </a:cubicBezTo>
                <a:cubicBezTo>
                  <a:pt x="3822" y="5581"/>
                  <a:pt x="6815" y="1350"/>
                  <a:pt x="10508" y="1350"/>
                </a:cubicBezTo>
                <a:cubicBezTo>
                  <a:pt x="14201" y="1350"/>
                  <a:pt x="17194" y="5581"/>
                  <a:pt x="17194" y="10800"/>
                </a:cubicBezTo>
                <a:cubicBezTo>
                  <a:pt x="17194" y="11189"/>
                  <a:pt x="17172" y="11570"/>
                  <a:pt x="17140" y="11946"/>
                </a:cubicBezTo>
                <a:moveTo>
                  <a:pt x="10508" y="20250"/>
                </a:moveTo>
                <a:cubicBezTo>
                  <a:pt x="8681" y="20250"/>
                  <a:pt x="7028" y="19212"/>
                  <a:pt x="5821" y="17534"/>
                </a:cubicBezTo>
                <a:cubicBezTo>
                  <a:pt x="5984" y="17541"/>
                  <a:pt x="6147" y="17547"/>
                  <a:pt x="6315" y="17547"/>
                </a:cubicBezTo>
                <a:cubicBezTo>
                  <a:pt x="7976" y="17547"/>
                  <a:pt x="9848" y="17215"/>
                  <a:pt x="11778" y="16518"/>
                </a:cubicBezTo>
                <a:cubicBezTo>
                  <a:pt x="13697" y="15824"/>
                  <a:pt x="15425" y="14854"/>
                  <a:pt x="16859" y="13742"/>
                </a:cubicBezTo>
                <a:cubicBezTo>
                  <a:pt x="15984" y="17519"/>
                  <a:pt x="13473" y="20250"/>
                  <a:pt x="10508" y="20250"/>
                </a:cubicBezTo>
                <a:moveTo>
                  <a:pt x="20938" y="6356"/>
                </a:moveTo>
                <a:cubicBezTo>
                  <a:pt x="20592" y="4617"/>
                  <a:pt x="19141" y="3452"/>
                  <a:pt x="17072" y="2964"/>
                </a:cubicBezTo>
                <a:cubicBezTo>
                  <a:pt x="17380" y="3481"/>
                  <a:pt x="17660" y="4034"/>
                  <a:pt x="17905" y="4620"/>
                </a:cubicBezTo>
                <a:cubicBezTo>
                  <a:pt x="19058" y="5088"/>
                  <a:pt x="19838" y="5815"/>
                  <a:pt x="20018" y="6721"/>
                </a:cubicBezTo>
                <a:cubicBezTo>
                  <a:pt x="20123" y="7246"/>
                  <a:pt x="20033" y="7861"/>
                  <a:pt x="19752" y="8549"/>
                </a:cubicBezTo>
                <a:cubicBezTo>
                  <a:pt x="19449" y="9292"/>
                  <a:pt x="18904" y="10122"/>
                  <a:pt x="18143" y="10958"/>
                </a:cubicBezTo>
                <a:cubicBezTo>
                  <a:pt x="18144" y="10905"/>
                  <a:pt x="18149" y="10853"/>
                  <a:pt x="18149" y="10800"/>
                </a:cubicBezTo>
                <a:cubicBezTo>
                  <a:pt x="18149" y="4835"/>
                  <a:pt x="14728" y="0"/>
                  <a:pt x="10508" y="0"/>
                </a:cubicBezTo>
                <a:cubicBezTo>
                  <a:pt x="6288" y="0"/>
                  <a:pt x="2867" y="4835"/>
                  <a:pt x="2867" y="10800"/>
                </a:cubicBezTo>
                <a:cubicBezTo>
                  <a:pt x="2867" y="12627"/>
                  <a:pt x="3190" y="14345"/>
                  <a:pt x="3756" y="15853"/>
                </a:cubicBezTo>
                <a:cubicBezTo>
                  <a:pt x="2245" y="15418"/>
                  <a:pt x="1209" y="14595"/>
                  <a:pt x="997" y="13528"/>
                </a:cubicBezTo>
                <a:cubicBezTo>
                  <a:pt x="893" y="13003"/>
                  <a:pt x="982" y="12389"/>
                  <a:pt x="1263" y="11700"/>
                </a:cubicBezTo>
                <a:cubicBezTo>
                  <a:pt x="1416" y="11327"/>
                  <a:pt x="1650" y="10926"/>
                  <a:pt x="1922" y="10518"/>
                </a:cubicBezTo>
                <a:cubicBezTo>
                  <a:pt x="1933" y="9817"/>
                  <a:pt x="1982" y="9128"/>
                  <a:pt x="2074" y="8461"/>
                </a:cubicBezTo>
                <a:cubicBezTo>
                  <a:pt x="528" y="10248"/>
                  <a:pt x="-261" y="12188"/>
                  <a:pt x="78" y="13893"/>
                </a:cubicBezTo>
                <a:cubicBezTo>
                  <a:pt x="452" y="15777"/>
                  <a:pt x="2118" y="16988"/>
                  <a:pt x="4465" y="17394"/>
                </a:cubicBezTo>
                <a:cubicBezTo>
                  <a:pt x="5863" y="19948"/>
                  <a:pt x="8046" y="21600"/>
                  <a:pt x="10508" y="21600"/>
                </a:cubicBezTo>
                <a:cubicBezTo>
                  <a:pt x="14255" y="21600"/>
                  <a:pt x="17365" y="17785"/>
                  <a:pt x="18017" y="12755"/>
                </a:cubicBezTo>
                <a:cubicBezTo>
                  <a:pt x="20167" y="10724"/>
                  <a:pt x="21339" y="8374"/>
                  <a:pt x="20938" y="6356"/>
                </a:cubicBezTo>
              </a:path>
            </a:pathLst>
          </a:custGeom>
          <a:solidFill>
            <a:schemeClr val="tx1"/>
          </a:solidFill>
          <a:ln w="12700">
            <a:miter lim="400000"/>
          </a:ln>
        </p:spPr>
        <p:txBody>
          <a:bodyPr lIns="14284" tIns="14284" rIns="14284" bIns="14284" anchor="ctr"/>
          <a:lstStyle/>
          <a:p>
            <a:pPr defTabSz="171399" eaLnBrk="1" hangingPunct="1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1125">
              <a:solidFill>
                <a:srgbClr val="FFFFFF"/>
              </a:solidFill>
              <a:effectLst>
                <a:outerShdw blurRad="38100" dist="12700" dir="5400000" rotWithShape="0">
                  <a:srgbClr val="000000">
                    <a:alpha val="50000"/>
                  </a:srgbClr>
                </a:outerShdw>
              </a:effectLst>
              <a:latin typeface="Gill Sans"/>
              <a:ea typeface="Calibri" charset="0"/>
              <a:cs typeface="Calibri" charset="0"/>
              <a:sym typeface="Gill Sans"/>
            </a:endParaRPr>
          </a:p>
        </p:txBody>
      </p:sp>
      <p:sp>
        <p:nvSpPr>
          <p:cNvPr id="154" name="Shape 2961"/>
          <p:cNvSpPr/>
          <p:nvPr userDrawn="1"/>
        </p:nvSpPr>
        <p:spPr>
          <a:xfrm>
            <a:off x="7954029" y="4830591"/>
            <a:ext cx="152400" cy="209550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0800" y="20618"/>
                </a:moveTo>
                <a:cubicBezTo>
                  <a:pt x="5581" y="20618"/>
                  <a:pt x="1350" y="17422"/>
                  <a:pt x="1350" y="13478"/>
                </a:cubicBezTo>
                <a:cubicBezTo>
                  <a:pt x="1350" y="8836"/>
                  <a:pt x="10125" y="1166"/>
                  <a:pt x="10800" y="1166"/>
                </a:cubicBezTo>
                <a:cubicBezTo>
                  <a:pt x="11475" y="1166"/>
                  <a:pt x="20250" y="8836"/>
                  <a:pt x="20250" y="13478"/>
                </a:cubicBezTo>
                <a:cubicBezTo>
                  <a:pt x="20250" y="17422"/>
                  <a:pt x="16019" y="20618"/>
                  <a:pt x="10800" y="20618"/>
                </a:cubicBezTo>
                <a:moveTo>
                  <a:pt x="10800" y="0"/>
                </a:moveTo>
                <a:cubicBezTo>
                  <a:pt x="9450" y="0"/>
                  <a:pt x="0" y="8345"/>
                  <a:pt x="0" y="13745"/>
                </a:cubicBezTo>
                <a:cubicBezTo>
                  <a:pt x="0" y="18083"/>
                  <a:pt x="4836" y="21600"/>
                  <a:pt x="10800" y="21600"/>
                </a:cubicBezTo>
                <a:cubicBezTo>
                  <a:pt x="16765" y="21600"/>
                  <a:pt x="21600" y="18083"/>
                  <a:pt x="21600" y="13745"/>
                </a:cubicBezTo>
                <a:cubicBezTo>
                  <a:pt x="21600" y="8345"/>
                  <a:pt x="12150" y="0"/>
                  <a:pt x="10800" y="0"/>
                </a:cubicBezTo>
                <a:moveTo>
                  <a:pt x="10800" y="18655"/>
                </a:moveTo>
                <a:cubicBezTo>
                  <a:pt x="7072" y="18655"/>
                  <a:pt x="4050" y="16456"/>
                  <a:pt x="4050" y="13745"/>
                </a:cubicBezTo>
                <a:cubicBezTo>
                  <a:pt x="4050" y="13474"/>
                  <a:pt x="3748" y="13255"/>
                  <a:pt x="3375" y="13255"/>
                </a:cubicBezTo>
                <a:cubicBezTo>
                  <a:pt x="3002" y="13255"/>
                  <a:pt x="2700" y="13474"/>
                  <a:pt x="2700" y="13745"/>
                </a:cubicBezTo>
                <a:cubicBezTo>
                  <a:pt x="2700" y="16999"/>
                  <a:pt x="6327" y="19636"/>
                  <a:pt x="10800" y="19636"/>
                </a:cubicBezTo>
                <a:cubicBezTo>
                  <a:pt x="11173" y="19636"/>
                  <a:pt x="11475" y="19417"/>
                  <a:pt x="11475" y="19145"/>
                </a:cubicBezTo>
                <a:cubicBezTo>
                  <a:pt x="11475" y="18875"/>
                  <a:pt x="11173" y="18655"/>
                  <a:pt x="10800" y="18655"/>
                </a:cubicBezTo>
              </a:path>
            </a:pathLst>
          </a:custGeom>
          <a:solidFill>
            <a:schemeClr val="tx1"/>
          </a:solidFill>
          <a:ln w="12700">
            <a:miter lim="400000"/>
          </a:ln>
        </p:spPr>
        <p:txBody>
          <a:bodyPr lIns="14284" tIns="14284" rIns="14284" bIns="14284" anchor="ctr"/>
          <a:lstStyle/>
          <a:p>
            <a:pPr defTabSz="171399" eaLnBrk="1" hangingPunct="1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1125">
              <a:solidFill>
                <a:srgbClr val="FFFFFF"/>
              </a:solidFill>
              <a:effectLst>
                <a:outerShdw blurRad="38100" dist="12700" dir="5400000" rotWithShape="0">
                  <a:srgbClr val="000000">
                    <a:alpha val="50000"/>
                  </a:srgbClr>
                </a:outerShdw>
              </a:effectLst>
              <a:latin typeface="Gill Sans"/>
              <a:ea typeface="Calibri" charset="0"/>
              <a:cs typeface="Calibri" charset="0"/>
              <a:sym typeface="Gill Sans"/>
            </a:endParaRPr>
          </a:p>
        </p:txBody>
      </p:sp>
      <p:sp>
        <p:nvSpPr>
          <p:cNvPr id="155" name="Shape 2963"/>
          <p:cNvSpPr/>
          <p:nvPr userDrawn="1"/>
        </p:nvSpPr>
        <p:spPr>
          <a:xfrm>
            <a:off x="8342694" y="4878216"/>
            <a:ext cx="209550" cy="114300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8632" y="19800"/>
                </a:moveTo>
                <a:cubicBezTo>
                  <a:pt x="18391" y="11772"/>
                  <a:pt x="14982" y="5400"/>
                  <a:pt x="10800" y="5400"/>
                </a:cubicBezTo>
                <a:cubicBezTo>
                  <a:pt x="6618" y="5400"/>
                  <a:pt x="3209" y="11772"/>
                  <a:pt x="2968" y="19800"/>
                </a:cubicBezTo>
                <a:lnTo>
                  <a:pt x="1005" y="19800"/>
                </a:lnTo>
                <a:cubicBezTo>
                  <a:pt x="1251" y="9783"/>
                  <a:pt x="5535" y="1800"/>
                  <a:pt x="10800" y="1800"/>
                </a:cubicBezTo>
                <a:cubicBezTo>
                  <a:pt x="16065" y="1800"/>
                  <a:pt x="20349" y="9783"/>
                  <a:pt x="20595" y="19800"/>
                </a:cubicBezTo>
                <a:cubicBezTo>
                  <a:pt x="20595" y="19800"/>
                  <a:pt x="18632" y="19800"/>
                  <a:pt x="18632" y="19800"/>
                </a:cubicBezTo>
                <a:close/>
                <a:moveTo>
                  <a:pt x="15687" y="19800"/>
                </a:moveTo>
                <a:cubicBezTo>
                  <a:pt x="15461" y="14755"/>
                  <a:pt x="13360" y="10800"/>
                  <a:pt x="10800" y="10800"/>
                </a:cubicBezTo>
                <a:cubicBezTo>
                  <a:pt x="8240" y="10800"/>
                  <a:pt x="6139" y="14755"/>
                  <a:pt x="5913" y="19800"/>
                </a:cubicBezTo>
                <a:lnTo>
                  <a:pt x="3950" y="19800"/>
                </a:lnTo>
                <a:cubicBezTo>
                  <a:pt x="4187" y="12767"/>
                  <a:pt x="7159" y="7200"/>
                  <a:pt x="10800" y="7200"/>
                </a:cubicBezTo>
                <a:cubicBezTo>
                  <a:pt x="14441" y="7200"/>
                  <a:pt x="17413" y="12767"/>
                  <a:pt x="17650" y="19800"/>
                </a:cubicBezTo>
                <a:cubicBezTo>
                  <a:pt x="17650" y="19800"/>
                  <a:pt x="15687" y="19800"/>
                  <a:pt x="15687" y="19800"/>
                </a:cubicBezTo>
                <a:close/>
                <a:moveTo>
                  <a:pt x="12724" y="19800"/>
                </a:moveTo>
                <a:cubicBezTo>
                  <a:pt x="12542" y="17747"/>
                  <a:pt x="11750" y="16200"/>
                  <a:pt x="10800" y="16200"/>
                </a:cubicBezTo>
                <a:cubicBezTo>
                  <a:pt x="9850" y="16200"/>
                  <a:pt x="9058" y="17747"/>
                  <a:pt x="8876" y="19800"/>
                </a:cubicBezTo>
                <a:lnTo>
                  <a:pt x="6899" y="19800"/>
                </a:lnTo>
                <a:cubicBezTo>
                  <a:pt x="7115" y="15751"/>
                  <a:pt x="8779" y="12600"/>
                  <a:pt x="10800" y="12600"/>
                </a:cubicBezTo>
                <a:cubicBezTo>
                  <a:pt x="12821" y="12600"/>
                  <a:pt x="14485" y="15751"/>
                  <a:pt x="14701" y="19800"/>
                </a:cubicBezTo>
                <a:cubicBezTo>
                  <a:pt x="14701" y="19800"/>
                  <a:pt x="12724" y="19800"/>
                  <a:pt x="12724" y="19800"/>
                </a:cubicBezTo>
                <a:close/>
                <a:moveTo>
                  <a:pt x="10800" y="0"/>
                </a:moveTo>
                <a:cubicBezTo>
                  <a:pt x="4835" y="0"/>
                  <a:pt x="0" y="9268"/>
                  <a:pt x="0" y="20700"/>
                </a:cubicBezTo>
                <a:cubicBezTo>
                  <a:pt x="0" y="21197"/>
                  <a:pt x="220" y="21600"/>
                  <a:pt x="491" y="21600"/>
                </a:cubicBezTo>
                <a:lnTo>
                  <a:pt x="9327" y="21600"/>
                </a:lnTo>
                <a:cubicBezTo>
                  <a:pt x="9599" y="21600"/>
                  <a:pt x="9818" y="21197"/>
                  <a:pt x="9818" y="20700"/>
                </a:cubicBezTo>
                <a:cubicBezTo>
                  <a:pt x="9818" y="19209"/>
                  <a:pt x="10258" y="18000"/>
                  <a:pt x="10800" y="18000"/>
                </a:cubicBezTo>
                <a:cubicBezTo>
                  <a:pt x="11342" y="18000"/>
                  <a:pt x="11782" y="19209"/>
                  <a:pt x="11782" y="20700"/>
                </a:cubicBezTo>
                <a:cubicBezTo>
                  <a:pt x="11782" y="21197"/>
                  <a:pt x="12001" y="21600"/>
                  <a:pt x="12273" y="21600"/>
                </a:cubicBezTo>
                <a:lnTo>
                  <a:pt x="21109" y="21600"/>
                </a:lnTo>
                <a:cubicBezTo>
                  <a:pt x="21380" y="21600"/>
                  <a:pt x="21600" y="21197"/>
                  <a:pt x="21600" y="20700"/>
                </a:cubicBezTo>
                <a:cubicBezTo>
                  <a:pt x="21600" y="9268"/>
                  <a:pt x="16765" y="0"/>
                  <a:pt x="10800" y="0"/>
                </a:cubicBezTo>
              </a:path>
            </a:pathLst>
          </a:custGeom>
          <a:solidFill>
            <a:schemeClr val="tx1"/>
          </a:solidFill>
          <a:ln w="12700">
            <a:miter lim="400000"/>
          </a:ln>
        </p:spPr>
        <p:txBody>
          <a:bodyPr lIns="14284" tIns="14284" rIns="14284" bIns="14284" anchor="ctr"/>
          <a:lstStyle/>
          <a:p>
            <a:pPr defTabSz="171399" eaLnBrk="1" hangingPunct="1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1125">
              <a:solidFill>
                <a:srgbClr val="FFFFFF"/>
              </a:solidFill>
              <a:effectLst>
                <a:outerShdw blurRad="38100" dist="12700" dir="5400000" rotWithShape="0">
                  <a:srgbClr val="000000">
                    <a:alpha val="50000"/>
                  </a:srgbClr>
                </a:outerShdw>
              </a:effectLst>
              <a:latin typeface="Gill Sans"/>
              <a:ea typeface="Calibri" charset="0"/>
              <a:cs typeface="Calibri" charset="0"/>
              <a:sym typeface="Gill Sans"/>
            </a:endParaRPr>
          </a:p>
        </p:txBody>
      </p:sp>
      <p:sp>
        <p:nvSpPr>
          <p:cNvPr id="156" name="Shape 2965"/>
          <p:cNvSpPr/>
          <p:nvPr userDrawn="1"/>
        </p:nvSpPr>
        <p:spPr>
          <a:xfrm>
            <a:off x="5258967" y="4873454"/>
            <a:ext cx="209550" cy="123825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7673" y="19938"/>
                </a:moveTo>
                <a:lnTo>
                  <a:pt x="3927" y="19938"/>
                </a:lnTo>
                <a:cubicBezTo>
                  <a:pt x="2303" y="19938"/>
                  <a:pt x="982" y="17703"/>
                  <a:pt x="982" y="14954"/>
                </a:cubicBezTo>
                <a:cubicBezTo>
                  <a:pt x="982" y="12638"/>
                  <a:pt x="1912" y="10647"/>
                  <a:pt x="3244" y="10110"/>
                </a:cubicBezTo>
                <a:cubicBezTo>
                  <a:pt x="3634" y="9954"/>
                  <a:pt x="3929" y="9410"/>
                  <a:pt x="3988" y="8739"/>
                </a:cubicBezTo>
                <a:cubicBezTo>
                  <a:pt x="4343" y="4704"/>
                  <a:pt x="6427" y="1662"/>
                  <a:pt x="8836" y="1662"/>
                </a:cubicBezTo>
                <a:cubicBezTo>
                  <a:pt x="10501" y="1662"/>
                  <a:pt x="12038" y="3081"/>
                  <a:pt x="12948" y="5461"/>
                </a:cubicBezTo>
                <a:cubicBezTo>
                  <a:pt x="13103" y="5866"/>
                  <a:pt x="13354" y="6137"/>
                  <a:pt x="13636" y="6203"/>
                </a:cubicBezTo>
                <a:cubicBezTo>
                  <a:pt x="13682" y="6215"/>
                  <a:pt x="13727" y="6219"/>
                  <a:pt x="13773" y="6219"/>
                </a:cubicBezTo>
                <a:cubicBezTo>
                  <a:pt x="14009" y="6219"/>
                  <a:pt x="14238" y="6076"/>
                  <a:pt x="14419" y="5809"/>
                </a:cubicBezTo>
                <a:cubicBezTo>
                  <a:pt x="14777" y="5278"/>
                  <a:pt x="15236" y="4985"/>
                  <a:pt x="15709" y="4985"/>
                </a:cubicBezTo>
                <a:cubicBezTo>
                  <a:pt x="16792" y="4985"/>
                  <a:pt x="17673" y="6476"/>
                  <a:pt x="17671" y="8326"/>
                </a:cubicBezTo>
                <a:lnTo>
                  <a:pt x="17667" y="8447"/>
                </a:lnTo>
                <a:cubicBezTo>
                  <a:pt x="17646" y="9234"/>
                  <a:pt x="17953" y="9937"/>
                  <a:pt x="18404" y="10132"/>
                </a:cubicBezTo>
                <a:cubicBezTo>
                  <a:pt x="19708" y="10697"/>
                  <a:pt x="20618" y="12680"/>
                  <a:pt x="20618" y="14954"/>
                </a:cubicBezTo>
                <a:cubicBezTo>
                  <a:pt x="20618" y="17703"/>
                  <a:pt x="19297" y="19938"/>
                  <a:pt x="17673" y="19938"/>
                </a:cubicBezTo>
                <a:moveTo>
                  <a:pt x="18648" y="8523"/>
                </a:moveTo>
                <a:cubicBezTo>
                  <a:pt x="18650" y="8451"/>
                  <a:pt x="18655" y="8381"/>
                  <a:pt x="18655" y="8308"/>
                </a:cubicBezTo>
                <a:cubicBezTo>
                  <a:pt x="18655" y="5556"/>
                  <a:pt x="17335" y="3323"/>
                  <a:pt x="15709" y="3323"/>
                </a:cubicBezTo>
                <a:cubicBezTo>
                  <a:pt x="14967" y="3323"/>
                  <a:pt x="14290" y="3791"/>
                  <a:pt x="13773" y="4558"/>
                </a:cubicBezTo>
                <a:cubicBezTo>
                  <a:pt x="12724" y="1819"/>
                  <a:pt x="10909" y="0"/>
                  <a:pt x="8836" y="0"/>
                </a:cubicBezTo>
                <a:cubicBezTo>
                  <a:pt x="5880" y="0"/>
                  <a:pt x="3439" y="3690"/>
                  <a:pt x="3017" y="8494"/>
                </a:cubicBezTo>
                <a:cubicBezTo>
                  <a:pt x="1288" y="9190"/>
                  <a:pt x="0" y="11814"/>
                  <a:pt x="0" y="14954"/>
                </a:cubicBezTo>
                <a:cubicBezTo>
                  <a:pt x="0" y="18624"/>
                  <a:pt x="1758" y="21600"/>
                  <a:pt x="3927" y="21600"/>
                </a:cubicBezTo>
                <a:lnTo>
                  <a:pt x="17673" y="21600"/>
                </a:lnTo>
                <a:cubicBezTo>
                  <a:pt x="19842" y="21600"/>
                  <a:pt x="21600" y="18624"/>
                  <a:pt x="21600" y="14954"/>
                </a:cubicBezTo>
                <a:cubicBezTo>
                  <a:pt x="21600" y="11855"/>
                  <a:pt x="20344" y="9259"/>
                  <a:pt x="18648" y="8523"/>
                </a:cubicBezTo>
              </a:path>
            </a:pathLst>
          </a:custGeom>
          <a:solidFill>
            <a:schemeClr val="tx1"/>
          </a:solidFill>
          <a:ln w="12700">
            <a:miter lim="400000"/>
          </a:ln>
        </p:spPr>
        <p:txBody>
          <a:bodyPr lIns="14284" tIns="14284" rIns="14284" bIns="14284" anchor="ctr"/>
          <a:lstStyle/>
          <a:p>
            <a:pPr defTabSz="171399" eaLnBrk="1" hangingPunct="1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1125">
              <a:solidFill>
                <a:srgbClr val="FFFFFF"/>
              </a:solidFill>
              <a:effectLst>
                <a:outerShdw blurRad="38100" dist="12700" dir="5400000" rotWithShape="0">
                  <a:srgbClr val="000000">
                    <a:alpha val="50000"/>
                  </a:srgbClr>
                </a:outerShdw>
              </a:effectLst>
              <a:latin typeface="Gill Sans"/>
              <a:ea typeface="Calibri" charset="0"/>
              <a:cs typeface="Calibri" charset="0"/>
              <a:sym typeface="Gill Sans"/>
            </a:endParaRPr>
          </a:p>
        </p:txBody>
      </p:sp>
      <p:sp>
        <p:nvSpPr>
          <p:cNvPr id="157" name="Shape 2968"/>
          <p:cNvSpPr/>
          <p:nvPr userDrawn="1"/>
        </p:nvSpPr>
        <p:spPr>
          <a:xfrm>
            <a:off x="5711506" y="4849641"/>
            <a:ext cx="209550" cy="171450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7673" y="14400"/>
                </a:moveTo>
                <a:lnTo>
                  <a:pt x="3927" y="14400"/>
                </a:lnTo>
                <a:cubicBezTo>
                  <a:pt x="2303" y="14400"/>
                  <a:pt x="982" y="12785"/>
                  <a:pt x="982" y="10800"/>
                </a:cubicBezTo>
                <a:cubicBezTo>
                  <a:pt x="982" y="9128"/>
                  <a:pt x="1912" y="7690"/>
                  <a:pt x="3244" y="7302"/>
                </a:cubicBezTo>
                <a:cubicBezTo>
                  <a:pt x="3634" y="7189"/>
                  <a:pt x="3929" y="6796"/>
                  <a:pt x="3988" y="6312"/>
                </a:cubicBezTo>
                <a:cubicBezTo>
                  <a:pt x="4343" y="3397"/>
                  <a:pt x="6427" y="1200"/>
                  <a:pt x="8836" y="1200"/>
                </a:cubicBezTo>
                <a:cubicBezTo>
                  <a:pt x="10501" y="1200"/>
                  <a:pt x="11547" y="1626"/>
                  <a:pt x="12457" y="3344"/>
                </a:cubicBezTo>
                <a:cubicBezTo>
                  <a:pt x="12612" y="3636"/>
                  <a:pt x="13354" y="4432"/>
                  <a:pt x="13636" y="4480"/>
                </a:cubicBezTo>
                <a:cubicBezTo>
                  <a:pt x="13682" y="4488"/>
                  <a:pt x="13773" y="4492"/>
                  <a:pt x="13773" y="4492"/>
                </a:cubicBezTo>
                <a:cubicBezTo>
                  <a:pt x="14009" y="4492"/>
                  <a:pt x="14238" y="4388"/>
                  <a:pt x="14419" y="4195"/>
                </a:cubicBezTo>
                <a:cubicBezTo>
                  <a:pt x="14777" y="3812"/>
                  <a:pt x="15236" y="3600"/>
                  <a:pt x="15709" y="3600"/>
                </a:cubicBezTo>
                <a:cubicBezTo>
                  <a:pt x="16792" y="3600"/>
                  <a:pt x="17673" y="4676"/>
                  <a:pt x="17671" y="6013"/>
                </a:cubicBezTo>
                <a:lnTo>
                  <a:pt x="17667" y="6101"/>
                </a:lnTo>
                <a:cubicBezTo>
                  <a:pt x="17646" y="6669"/>
                  <a:pt x="17953" y="7177"/>
                  <a:pt x="18404" y="7318"/>
                </a:cubicBezTo>
                <a:cubicBezTo>
                  <a:pt x="19708" y="7726"/>
                  <a:pt x="20618" y="9158"/>
                  <a:pt x="20618" y="10800"/>
                </a:cubicBezTo>
                <a:cubicBezTo>
                  <a:pt x="20618" y="12785"/>
                  <a:pt x="19297" y="14400"/>
                  <a:pt x="17673" y="14400"/>
                </a:cubicBezTo>
                <a:moveTo>
                  <a:pt x="18648" y="6156"/>
                </a:moveTo>
                <a:cubicBezTo>
                  <a:pt x="18650" y="6104"/>
                  <a:pt x="18655" y="6053"/>
                  <a:pt x="18655" y="6000"/>
                </a:cubicBezTo>
                <a:cubicBezTo>
                  <a:pt x="18655" y="4012"/>
                  <a:pt x="17335" y="2400"/>
                  <a:pt x="15709" y="2400"/>
                </a:cubicBezTo>
                <a:cubicBezTo>
                  <a:pt x="14967" y="2400"/>
                  <a:pt x="14290" y="2738"/>
                  <a:pt x="13773" y="3292"/>
                </a:cubicBezTo>
                <a:cubicBezTo>
                  <a:pt x="12724" y="1314"/>
                  <a:pt x="10909" y="0"/>
                  <a:pt x="8836" y="0"/>
                </a:cubicBezTo>
                <a:cubicBezTo>
                  <a:pt x="5880" y="0"/>
                  <a:pt x="3439" y="2665"/>
                  <a:pt x="3017" y="6135"/>
                </a:cubicBezTo>
                <a:cubicBezTo>
                  <a:pt x="1288" y="6638"/>
                  <a:pt x="0" y="8532"/>
                  <a:pt x="0" y="10800"/>
                </a:cubicBezTo>
                <a:cubicBezTo>
                  <a:pt x="0" y="13451"/>
                  <a:pt x="1758" y="15600"/>
                  <a:pt x="3927" y="15600"/>
                </a:cubicBezTo>
                <a:lnTo>
                  <a:pt x="17673" y="15600"/>
                </a:lnTo>
                <a:cubicBezTo>
                  <a:pt x="19842" y="15600"/>
                  <a:pt x="21600" y="13451"/>
                  <a:pt x="21600" y="10800"/>
                </a:cubicBezTo>
                <a:cubicBezTo>
                  <a:pt x="21600" y="8562"/>
                  <a:pt x="20344" y="6687"/>
                  <a:pt x="18648" y="6156"/>
                </a:cubicBezTo>
                <a:moveTo>
                  <a:pt x="15218" y="16800"/>
                </a:moveTo>
                <a:cubicBezTo>
                  <a:pt x="15083" y="16800"/>
                  <a:pt x="14960" y="16867"/>
                  <a:pt x="14871" y="16976"/>
                </a:cubicBezTo>
                <a:lnTo>
                  <a:pt x="11926" y="20575"/>
                </a:lnTo>
                <a:cubicBezTo>
                  <a:pt x="11837" y="20685"/>
                  <a:pt x="11782" y="20835"/>
                  <a:pt x="11782" y="21000"/>
                </a:cubicBezTo>
                <a:cubicBezTo>
                  <a:pt x="11782" y="21332"/>
                  <a:pt x="12002" y="21600"/>
                  <a:pt x="12273" y="21600"/>
                </a:cubicBezTo>
                <a:cubicBezTo>
                  <a:pt x="12408" y="21600"/>
                  <a:pt x="12531" y="21533"/>
                  <a:pt x="12620" y="21424"/>
                </a:cubicBezTo>
                <a:lnTo>
                  <a:pt x="15565" y="17824"/>
                </a:lnTo>
                <a:cubicBezTo>
                  <a:pt x="15654" y="17716"/>
                  <a:pt x="15709" y="17566"/>
                  <a:pt x="15709" y="17400"/>
                </a:cubicBezTo>
                <a:cubicBezTo>
                  <a:pt x="15709" y="17069"/>
                  <a:pt x="15489" y="16800"/>
                  <a:pt x="15218" y="16800"/>
                </a:cubicBezTo>
                <a:moveTo>
                  <a:pt x="12764" y="17400"/>
                </a:moveTo>
                <a:cubicBezTo>
                  <a:pt x="12764" y="17069"/>
                  <a:pt x="12544" y="16800"/>
                  <a:pt x="12273" y="16800"/>
                </a:cubicBezTo>
                <a:cubicBezTo>
                  <a:pt x="12137" y="16800"/>
                  <a:pt x="12015" y="16867"/>
                  <a:pt x="11925" y="16976"/>
                </a:cubicBezTo>
                <a:lnTo>
                  <a:pt x="8981" y="20575"/>
                </a:lnTo>
                <a:cubicBezTo>
                  <a:pt x="8891" y="20685"/>
                  <a:pt x="8836" y="20835"/>
                  <a:pt x="8836" y="21000"/>
                </a:cubicBezTo>
                <a:cubicBezTo>
                  <a:pt x="8836" y="21332"/>
                  <a:pt x="9056" y="21600"/>
                  <a:pt x="9327" y="21600"/>
                </a:cubicBezTo>
                <a:cubicBezTo>
                  <a:pt x="9463" y="21600"/>
                  <a:pt x="9585" y="21533"/>
                  <a:pt x="9674" y="21424"/>
                </a:cubicBezTo>
                <a:lnTo>
                  <a:pt x="12620" y="17824"/>
                </a:lnTo>
                <a:cubicBezTo>
                  <a:pt x="12709" y="17716"/>
                  <a:pt x="12764" y="17566"/>
                  <a:pt x="12764" y="17400"/>
                </a:cubicBezTo>
                <a:moveTo>
                  <a:pt x="6873" y="17400"/>
                </a:moveTo>
                <a:cubicBezTo>
                  <a:pt x="6873" y="17069"/>
                  <a:pt x="6653" y="16800"/>
                  <a:pt x="6382" y="16800"/>
                </a:cubicBezTo>
                <a:cubicBezTo>
                  <a:pt x="6246" y="16800"/>
                  <a:pt x="6124" y="16867"/>
                  <a:pt x="6034" y="16976"/>
                </a:cubicBezTo>
                <a:lnTo>
                  <a:pt x="3090" y="20575"/>
                </a:lnTo>
                <a:cubicBezTo>
                  <a:pt x="3000" y="20685"/>
                  <a:pt x="2945" y="20835"/>
                  <a:pt x="2945" y="21000"/>
                </a:cubicBezTo>
                <a:cubicBezTo>
                  <a:pt x="2945" y="21332"/>
                  <a:pt x="3166" y="21600"/>
                  <a:pt x="3436" y="21600"/>
                </a:cubicBezTo>
                <a:cubicBezTo>
                  <a:pt x="3572" y="21600"/>
                  <a:pt x="3695" y="21533"/>
                  <a:pt x="3783" y="21424"/>
                </a:cubicBezTo>
                <a:lnTo>
                  <a:pt x="6729" y="17824"/>
                </a:lnTo>
                <a:cubicBezTo>
                  <a:pt x="6818" y="17716"/>
                  <a:pt x="6873" y="17566"/>
                  <a:pt x="6873" y="17400"/>
                </a:cubicBezTo>
                <a:moveTo>
                  <a:pt x="9818" y="17400"/>
                </a:moveTo>
                <a:cubicBezTo>
                  <a:pt x="9818" y="17069"/>
                  <a:pt x="9598" y="16800"/>
                  <a:pt x="9327" y="16800"/>
                </a:cubicBezTo>
                <a:cubicBezTo>
                  <a:pt x="9192" y="16800"/>
                  <a:pt x="9069" y="16867"/>
                  <a:pt x="8980" y="16976"/>
                </a:cubicBezTo>
                <a:lnTo>
                  <a:pt x="6035" y="20575"/>
                </a:lnTo>
                <a:cubicBezTo>
                  <a:pt x="5946" y="20685"/>
                  <a:pt x="5891" y="20835"/>
                  <a:pt x="5891" y="21000"/>
                </a:cubicBezTo>
                <a:cubicBezTo>
                  <a:pt x="5891" y="21332"/>
                  <a:pt x="6111" y="21600"/>
                  <a:pt x="6382" y="21600"/>
                </a:cubicBezTo>
                <a:cubicBezTo>
                  <a:pt x="6517" y="21600"/>
                  <a:pt x="6640" y="21533"/>
                  <a:pt x="6729" y="21424"/>
                </a:cubicBezTo>
                <a:lnTo>
                  <a:pt x="9674" y="17824"/>
                </a:lnTo>
                <a:cubicBezTo>
                  <a:pt x="9763" y="17716"/>
                  <a:pt x="9818" y="17566"/>
                  <a:pt x="9818" y="17400"/>
                </a:cubicBezTo>
              </a:path>
            </a:pathLst>
          </a:custGeom>
          <a:solidFill>
            <a:schemeClr val="tx1"/>
          </a:solidFill>
          <a:ln w="12700">
            <a:miter lim="400000"/>
          </a:ln>
        </p:spPr>
        <p:txBody>
          <a:bodyPr lIns="14284" tIns="14284" rIns="14284" bIns="14284" anchor="ctr"/>
          <a:lstStyle/>
          <a:p>
            <a:pPr defTabSz="171399" eaLnBrk="1" hangingPunct="1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1125">
              <a:solidFill>
                <a:srgbClr val="FFFFFF"/>
              </a:solidFill>
              <a:effectLst>
                <a:outerShdw blurRad="38100" dist="12700" dir="5400000" rotWithShape="0">
                  <a:srgbClr val="000000">
                    <a:alpha val="50000"/>
                  </a:srgbClr>
                </a:outerShdw>
              </a:effectLst>
              <a:latin typeface="Gill Sans"/>
              <a:ea typeface="Calibri" charset="0"/>
              <a:cs typeface="Calibri" charset="0"/>
              <a:sym typeface="Gill Sans"/>
            </a:endParaRPr>
          </a:p>
        </p:txBody>
      </p:sp>
      <p:sp>
        <p:nvSpPr>
          <p:cNvPr id="158" name="Shape 2970"/>
          <p:cNvSpPr/>
          <p:nvPr userDrawn="1"/>
        </p:nvSpPr>
        <p:spPr>
          <a:xfrm>
            <a:off x="6164045" y="4830591"/>
            <a:ext cx="209550" cy="209550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5709" y="19636"/>
                </a:moveTo>
                <a:cubicBezTo>
                  <a:pt x="15167" y="19636"/>
                  <a:pt x="14727" y="20076"/>
                  <a:pt x="14727" y="20618"/>
                </a:cubicBezTo>
                <a:cubicBezTo>
                  <a:pt x="14727" y="21160"/>
                  <a:pt x="15167" y="21600"/>
                  <a:pt x="15709" y="21600"/>
                </a:cubicBezTo>
                <a:cubicBezTo>
                  <a:pt x="16251" y="21600"/>
                  <a:pt x="16691" y="21160"/>
                  <a:pt x="16691" y="20618"/>
                </a:cubicBezTo>
                <a:cubicBezTo>
                  <a:pt x="16691" y="20076"/>
                  <a:pt x="16251" y="19636"/>
                  <a:pt x="15709" y="19636"/>
                </a:cubicBezTo>
                <a:moveTo>
                  <a:pt x="18655" y="16691"/>
                </a:moveTo>
                <a:cubicBezTo>
                  <a:pt x="18113" y="16691"/>
                  <a:pt x="17673" y="17131"/>
                  <a:pt x="17673" y="17673"/>
                </a:cubicBezTo>
                <a:cubicBezTo>
                  <a:pt x="17673" y="18215"/>
                  <a:pt x="18113" y="18655"/>
                  <a:pt x="18655" y="18655"/>
                </a:cubicBezTo>
                <a:cubicBezTo>
                  <a:pt x="19196" y="18655"/>
                  <a:pt x="19636" y="18215"/>
                  <a:pt x="19636" y="17673"/>
                </a:cubicBezTo>
                <a:cubicBezTo>
                  <a:pt x="19636" y="17131"/>
                  <a:pt x="19196" y="16691"/>
                  <a:pt x="18655" y="16691"/>
                </a:cubicBezTo>
                <a:moveTo>
                  <a:pt x="17673" y="11782"/>
                </a:moveTo>
                <a:lnTo>
                  <a:pt x="3927" y="11782"/>
                </a:lnTo>
                <a:cubicBezTo>
                  <a:pt x="2303" y="11782"/>
                  <a:pt x="982" y="10461"/>
                  <a:pt x="982" y="8836"/>
                </a:cubicBezTo>
                <a:cubicBezTo>
                  <a:pt x="982" y="7468"/>
                  <a:pt x="1911" y="6292"/>
                  <a:pt x="3244" y="5975"/>
                </a:cubicBezTo>
                <a:cubicBezTo>
                  <a:pt x="3634" y="5882"/>
                  <a:pt x="3929" y="5561"/>
                  <a:pt x="3988" y="5164"/>
                </a:cubicBezTo>
                <a:cubicBezTo>
                  <a:pt x="4342" y="2780"/>
                  <a:pt x="6427" y="982"/>
                  <a:pt x="8836" y="982"/>
                </a:cubicBezTo>
                <a:cubicBezTo>
                  <a:pt x="10501" y="982"/>
                  <a:pt x="11547" y="1330"/>
                  <a:pt x="12457" y="2736"/>
                </a:cubicBezTo>
                <a:cubicBezTo>
                  <a:pt x="12612" y="2975"/>
                  <a:pt x="13354" y="3626"/>
                  <a:pt x="13636" y="3666"/>
                </a:cubicBezTo>
                <a:cubicBezTo>
                  <a:pt x="13682" y="3672"/>
                  <a:pt x="13772" y="3675"/>
                  <a:pt x="13772" y="3675"/>
                </a:cubicBezTo>
                <a:cubicBezTo>
                  <a:pt x="14009" y="3675"/>
                  <a:pt x="14238" y="3590"/>
                  <a:pt x="14419" y="3433"/>
                </a:cubicBezTo>
                <a:cubicBezTo>
                  <a:pt x="14777" y="3119"/>
                  <a:pt x="15236" y="2945"/>
                  <a:pt x="15709" y="2945"/>
                </a:cubicBezTo>
                <a:cubicBezTo>
                  <a:pt x="16792" y="2945"/>
                  <a:pt x="17673" y="3826"/>
                  <a:pt x="17671" y="4920"/>
                </a:cubicBezTo>
                <a:lnTo>
                  <a:pt x="17667" y="4992"/>
                </a:lnTo>
                <a:cubicBezTo>
                  <a:pt x="17646" y="5457"/>
                  <a:pt x="17954" y="5872"/>
                  <a:pt x="18404" y="5987"/>
                </a:cubicBezTo>
                <a:cubicBezTo>
                  <a:pt x="19708" y="6321"/>
                  <a:pt x="20618" y="7493"/>
                  <a:pt x="20618" y="8836"/>
                </a:cubicBezTo>
                <a:cubicBezTo>
                  <a:pt x="20618" y="10461"/>
                  <a:pt x="19297" y="11782"/>
                  <a:pt x="17673" y="11782"/>
                </a:cubicBezTo>
                <a:moveTo>
                  <a:pt x="18648" y="5036"/>
                </a:moveTo>
                <a:cubicBezTo>
                  <a:pt x="18650" y="4994"/>
                  <a:pt x="18655" y="4952"/>
                  <a:pt x="18655" y="4909"/>
                </a:cubicBezTo>
                <a:cubicBezTo>
                  <a:pt x="18655" y="3283"/>
                  <a:pt x="17335" y="1964"/>
                  <a:pt x="15709" y="1964"/>
                </a:cubicBezTo>
                <a:cubicBezTo>
                  <a:pt x="14967" y="1964"/>
                  <a:pt x="14291" y="2240"/>
                  <a:pt x="13772" y="2693"/>
                </a:cubicBezTo>
                <a:cubicBezTo>
                  <a:pt x="12724" y="1075"/>
                  <a:pt x="10909" y="0"/>
                  <a:pt x="8836" y="0"/>
                </a:cubicBezTo>
                <a:cubicBezTo>
                  <a:pt x="5879" y="0"/>
                  <a:pt x="3439" y="2180"/>
                  <a:pt x="3017" y="5019"/>
                </a:cubicBezTo>
                <a:cubicBezTo>
                  <a:pt x="1288" y="5431"/>
                  <a:pt x="0" y="6981"/>
                  <a:pt x="0" y="8836"/>
                </a:cubicBezTo>
                <a:cubicBezTo>
                  <a:pt x="0" y="11005"/>
                  <a:pt x="1758" y="12764"/>
                  <a:pt x="3927" y="12764"/>
                </a:cubicBezTo>
                <a:lnTo>
                  <a:pt x="17673" y="12764"/>
                </a:lnTo>
                <a:cubicBezTo>
                  <a:pt x="19842" y="12764"/>
                  <a:pt x="21600" y="11005"/>
                  <a:pt x="21600" y="8836"/>
                </a:cubicBezTo>
                <a:cubicBezTo>
                  <a:pt x="21600" y="7005"/>
                  <a:pt x="20344" y="5471"/>
                  <a:pt x="18648" y="5036"/>
                </a:cubicBezTo>
                <a:moveTo>
                  <a:pt x="15709" y="15709"/>
                </a:moveTo>
                <a:cubicBezTo>
                  <a:pt x="15709" y="15167"/>
                  <a:pt x="15269" y="14727"/>
                  <a:pt x="14727" y="14727"/>
                </a:cubicBezTo>
                <a:cubicBezTo>
                  <a:pt x="14186" y="14727"/>
                  <a:pt x="13745" y="15167"/>
                  <a:pt x="13745" y="15709"/>
                </a:cubicBezTo>
                <a:cubicBezTo>
                  <a:pt x="13745" y="16252"/>
                  <a:pt x="14186" y="16691"/>
                  <a:pt x="14727" y="16691"/>
                </a:cubicBezTo>
                <a:cubicBezTo>
                  <a:pt x="15269" y="16691"/>
                  <a:pt x="15709" y="16252"/>
                  <a:pt x="15709" y="15709"/>
                </a:cubicBezTo>
                <a:moveTo>
                  <a:pt x="10800" y="17673"/>
                </a:moveTo>
                <a:cubicBezTo>
                  <a:pt x="10258" y="17673"/>
                  <a:pt x="9818" y="18113"/>
                  <a:pt x="9818" y="18655"/>
                </a:cubicBezTo>
                <a:cubicBezTo>
                  <a:pt x="9818" y="19196"/>
                  <a:pt x="10258" y="19636"/>
                  <a:pt x="10800" y="19636"/>
                </a:cubicBezTo>
                <a:cubicBezTo>
                  <a:pt x="11342" y="19636"/>
                  <a:pt x="11782" y="19196"/>
                  <a:pt x="11782" y="18655"/>
                </a:cubicBezTo>
                <a:cubicBezTo>
                  <a:pt x="11782" y="18113"/>
                  <a:pt x="11342" y="17673"/>
                  <a:pt x="10800" y="17673"/>
                </a:cubicBezTo>
                <a:moveTo>
                  <a:pt x="2945" y="15709"/>
                </a:moveTo>
                <a:cubicBezTo>
                  <a:pt x="2404" y="15709"/>
                  <a:pt x="1964" y="16149"/>
                  <a:pt x="1964" y="16691"/>
                </a:cubicBezTo>
                <a:cubicBezTo>
                  <a:pt x="1964" y="17233"/>
                  <a:pt x="2404" y="17673"/>
                  <a:pt x="2945" y="17673"/>
                </a:cubicBezTo>
                <a:cubicBezTo>
                  <a:pt x="3487" y="17673"/>
                  <a:pt x="3927" y="17233"/>
                  <a:pt x="3927" y="16691"/>
                </a:cubicBezTo>
                <a:cubicBezTo>
                  <a:pt x="3927" y="16149"/>
                  <a:pt x="3487" y="15709"/>
                  <a:pt x="2945" y="15709"/>
                </a:cubicBezTo>
                <a:moveTo>
                  <a:pt x="4909" y="18655"/>
                </a:moveTo>
                <a:cubicBezTo>
                  <a:pt x="4367" y="18655"/>
                  <a:pt x="3927" y="19095"/>
                  <a:pt x="3927" y="19636"/>
                </a:cubicBezTo>
                <a:cubicBezTo>
                  <a:pt x="3927" y="20179"/>
                  <a:pt x="4367" y="20618"/>
                  <a:pt x="4909" y="20618"/>
                </a:cubicBezTo>
                <a:cubicBezTo>
                  <a:pt x="5451" y="20618"/>
                  <a:pt x="5891" y="20179"/>
                  <a:pt x="5891" y="19636"/>
                </a:cubicBezTo>
                <a:cubicBezTo>
                  <a:pt x="5891" y="19095"/>
                  <a:pt x="5451" y="18655"/>
                  <a:pt x="4909" y="18655"/>
                </a:cubicBezTo>
                <a:moveTo>
                  <a:pt x="7855" y="13745"/>
                </a:moveTo>
                <a:cubicBezTo>
                  <a:pt x="7313" y="13745"/>
                  <a:pt x="6873" y="14186"/>
                  <a:pt x="6873" y="14727"/>
                </a:cubicBezTo>
                <a:cubicBezTo>
                  <a:pt x="6873" y="15270"/>
                  <a:pt x="7313" y="15709"/>
                  <a:pt x="7855" y="15709"/>
                </a:cubicBezTo>
                <a:cubicBezTo>
                  <a:pt x="8396" y="15709"/>
                  <a:pt x="8836" y="15270"/>
                  <a:pt x="8836" y="14727"/>
                </a:cubicBezTo>
                <a:cubicBezTo>
                  <a:pt x="8836" y="14186"/>
                  <a:pt x="8396" y="13745"/>
                  <a:pt x="7855" y="13745"/>
                </a:cubicBezTo>
              </a:path>
            </a:pathLst>
          </a:custGeom>
          <a:solidFill>
            <a:schemeClr val="tx1"/>
          </a:solidFill>
          <a:ln w="12700">
            <a:miter lim="400000"/>
          </a:ln>
        </p:spPr>
        <p:txBody>
          <a:bodyPr lIns="14284" tIns="14284" rIns="14284" bIns="14284" anchor="ctr"/>
          <a:lstStyle/>
          <a:p>
            <a:pPr defTabSz="171399" eaLnBrk="1" hangingPunct="1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1125">
              <a:solidFill>
                <a:srgbClr val="FFFFFF"/>
              </a:solidFill>
              <a:effectLst>
                <a:outerShdw blurRad="38100" dist="12700" dir="5400000" rotWithShape="0">
                  <a:srgbClr val="000000">
                    <a:alpha val="50000"/>
                  </a:srgbClr>
                </a:outerShdw>
              </a:effectLst>
              <a:latin typeface="Gill Sans"/>
              <a:ea typeface="Calibri" charset="0"/>
              <a:cs typeface="Calibri" charset="0"/>
              <a:sym typeface="Gill Sans"/>
            </a:endParaRPr>
          </a:p>
        </p:txBody>
      </p:sp>
      <p:sp>
        <p:nvSpPr>
          <p:cNvPr id="159" name="Shape 2972"/>
          <p:cNvSpPr/>
          <p:nvPr userDrawn="1"/>
        </p:nvSpPr>
        <p:spPr>
          <a:xfrm>
            <a:off x="6636756" y="4830591"/>
            <a:ext cx="209550" cy="209550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7673" y="11782"/>
                </a:moveTo>
                <a:lnTo>
                  <a:pt x="3927" y="11782"/>
                </a:lnTo>
                <a:cubicBezTo>
                  <a:pt x="2303" y="11782"/>
                  <a:pt x="982" y="10461"/>
                  <a:pt x="982" y="8836"/>
                </a:cubicBezTo>
                <a:cubicBezTo>
                  <a:pt x="982" y="7468"/>
                  <a:pt x="1911" y="6292"/>
                  <a:pt x="3244" y="5975"/>
                </a:cubicBezTo>
                <a:cubicBezTo>
                  <a:pt x="3634" y="5882"/>
                  <a:pt x="3929" y="5561"/>
                  <a:pt x="3988" y="5164"/>
                </a:cubicBezTo>
                <a:cubicBezTo>
                  <a:pt x="4342" y="2780"/>
                  <a:pt x="6427" y="982"/>
                  <a:pt x="8836" y="982"/>
                </a:cubicBezTo>
                <a:cubicBezTo>
                  <a:pt x="10501" y="982"/>
                  <a:pt x="11547" y="1330"/>
                  <a:pt x="12457" y="2736"/>
                </a:cubicBezTo>
                <a:cubicBezTo>
                  <a:pt x="12612" y="2975"/>
                  <a:pt x="13354" y="3626"/>
                  <a:pt x="13636" y="3666"/>
                </a:cubicBezTo>
                <a:cubicBezTo>
                  <a:pt x="13682" y="3672"/>
                  <a:pt x="13772" y="3675"/>
                  <a:pt x="13772" y="3675"/>
                </a:cubicBezTo>
                <a:cubicBezTo>
                  <a:pt x="14009" y="3675"/>
                  <a:pt x="14238" y="3590"/>
                  <a:pt x="14419" y="3433"/>
                </a:cubicBezTo>
                <a:cubicBezTo>
                  <a:pt x="14777" y="3119"/>
                  <a:pt x="15236" y="2945"/>
                  <a:pt x="15709" y="2945"/>
                </a:cubicBezTo>
                <a:cubicBezTo>
                  <a:pt x="16792" y="2945"/>
                  <a:pt x="17673" y="3826"/>
                  <a:pt x="17671" y="4920"/>
                </a:cubicBezTo>
                <a:lnTo>
                  <a:pt x="17667" y="4992"/>
                </a:lnTo>
                <a:cubicBezTo>
                  <a:pt x="17646" y="5457"/>
                  <a:pt x="17954" y="5872"/>
                  <a:pt x="18404" y="5987"/>
                </a:cubicBezTo>
                <a:cubicBezTo>
                  <a:pt x="19708" y="6321"/>
                  <a:pt x="20618" y="7493"/>
                  <a:pt x="20618" y="8836"/>
                </a:cubicBezTo>
                <a:cubicBezTo>
                  <a:pt x="20618" y="10461"/>
                  <a:pt x="19297" y="11782"/>
                  <a:pt x="17673" y="11782"/>
                </a:cubicBezTo>
                <a:moveTo>
                  <a:pt x="18648" y="5037"/>
                </a:moveTo>
                <a:cubicBezTo>
                  <a:pt x="18650" y="4994"/>
                  <a:pt x="18655" y="4952"/>
                  <a:pt x="18655" y="4909"/>
                </a:cubicBezTo>
                <a:cubicBezTo>
                  <a:pt x="18655" y="3283"/>
                  <a:pt x="17335" y="1964"/>
                  <a:pt x="15709" y="1964"/>
                </a:cubicBezTo>
                <a:cubicBezTo>
                  <a:pt x="14967" y="1964"/>
                  <a:pt x="14291" y="2240"/>
                  <a:pt x="13772" y="2693"/>
                </a:cubicBezTo>
                <a:cubicBezTo>
                  <a:pt x="12724" y="1075"/>
                  <a:pt x="10909" y="0"/>
                  <a:pt x="8836" y="0"/>
                </a:cubicBezTo>
                <a:cubicBezTo>
                  <a:pt x="5879" y="0"/>
                  <a:pt x="3439" y="2180"/>
                  <a:pt x="3016" y="5019"/>
                </a:cubicBezTo>
                <a:cubicBezTo>
                  <a:pt x="1288" y="5431"/>
                  <a:pt x="0" y="6981"/>
                  <a:pt x="0" y="8836"/>
                </a:cubicBezTo>
                <a:cubicBezTo>
                  <a:pt x="0" y="11005"/>
                  <a:pt x="1758" y="12764"/>
                  <a:pt x="3927" y="12764"/>
                </a:cubicBezTo>
                <a:lnTo>
                  <a:pt x="17673" y="12764"/>
                </a:lnTo>
                <a:cubicBezTo>
                  <a:pt x="19842" y="12764"/>
                  <a:pt x="21600" y="11005"/>
                  <a:pt x="21600" y="8836"/>
                </a:cubicBezTo>
                <a:cubicBezTo>
                  <a:pt x="21600" y="7005"/>
                  <a:pt x="20344" y="5471"/>
                  <a:pt x="18648" y="5037"/>
                </a:cubicBezTo>
                <a:moveTo>
                  <a:pt x="11782" y="15218"/>
                </a:moveTo>
                <a:cubicBezTo>
                  <a:pt x="11782" y="14947"/>
                  <a:pt x="11562" y="14727"/>
                  <a:pt x="11291" y="14727"/>
                </a:cubicBezTo>
                <a:cubicBezTo>
                  <a:pt x="11155" y="14727"/>
                  <a:pt x="11032" y="14782"/>
                  <a:pt x="10944" y="14872"/>
                </a:cubicBezTo>
                <a:lnTo>
                  <a:pt x="7999" y="17816"/>
                </a:lnTo>
                <a:cubicBezTo>
                  <a:pt x="7910" y="17906"/>
                  <a:pt x="7855" y="18028"/>
                  <a:pt x="7855" y="18164"/>
                </a:cubicBezTo>
                <a:cubicBezTo>
                  <a:pt x="7855" y="18435"/>
                  <a:pt x="8074" y="18655"/>
                  <a:pt x="8345" y="18655"/>
                </a:cubicBezTo>
                <a:lnTo>
                  <a:pt x="10106" y="18655"/>
                </a:lnTo>
                <a:lnTo>
                  <a:pt x="7998" y="20762"/>
                </a:lnTo>
                <a:cubicBezTo>
                  <a:pt x="7909" y="20851"/>
                  <a:pt x="7855" y="20974"/>
                  <a:pt x="7855" y="21109"/>
                </a:cubicBezTo>
                <a:cubicBezTo>
                  <a:pt x="7855" y="21380"/>
                  <a:pt x="8074" y="21600"/>
                  <a:pt x="8345" y="21600"/>
                </a:cubicBezTo>
                <a:cubicBezTo>
                  <a:pt x="8481" y="21600"/>
                  <a:pt x="8603" y="21545"/>
                  <a:pt x="8693" y="21456"/>
                </a:cubicBezTo>
                <a:lnTo>
                  <a:pt x="11638" y="18511"/>
                </a:lnTo>
                <a:cubicBezTo>
                  <a:pt x="11727" y="18422"/>
                  <a:pt x="11782" y="18299"/>
                  <a:pt x="11782" y="18164"/>
                </a:cubicBezTo>
                <a:cubicBezTo>
                  <a:pt x="11782" y="17892"/>
                  <a:pt x="11562" y="17673"/>
                  <a:pt x="11291" y="17673"/>
                </a:cubicBezTo>
                <a:lnTo>
                  <a:pt x="11290" y="17673"/>
                </a:lnTo>
                <a:lnTo>
                  <a:pt x="9531" y="17673"/>
                </a:lnTo>
                <a:lnTo>
                  <a:pt x="11638" y="15565"/>
                </a:lnTo>
                <a:cubicBezTo>
                  <a:pt x="11727" y="15477"/>
                  <a:pt x="11782" y="15354"/>
                  <a:pt x="11782" y="15218"/>
                </a:cubicBezTo>
              </a:path>
            </a:pathLst>
          </a:custGeom>
          <a:solidFill>
            <a:schemeClr val="tx1"/>
          </a:solidFill>
          <a:ln w="12700">
            <a:miter lim="400000"/>
          </a:ln>
        </p:spPr>
        <p:txBody>
          <a:bodyPr lIns="14284" tIns="14284" rIns="14284" bIns="14284" anchor="ctr"/>
          <a:lstStyle/>
          <a:p>
            <a:pPr defTabSz="171399" eaLnBrk="1" hangingPunct="1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1125">
              <a:solidFill>
                <a:srgbClr val="FFFFFF"/>
              </a:solidFill>
              <a:effectLst>
                <a:outerShdw blurRad="38100" dist="12700" dir="5400000" rotWithShape="0">
                  <a:srgbClr val="000000">
                    <a:alpha val="50000"/>
                  </a:srgbClr>
                </a:outerShdw>
              </a:effectLst>
              <a:latin typeface="Gill Sans"/>
              <a:ea typeface="Calibri" charset="0"/>
              <a:cs typeface="Calibri" charset="0"/>
              <a:sym typeface="Gill Sans"/>
            </a:endParaRPr>
          </a:p>
        </p:txBody>
      </p:sp>
      <p:sp>
        <p:nvSpPr>
          <p:cNvPr id="160" name="Shape 2974"/>
          <p:cNvSpPr/>
          <p:nvPr userDrawn="1"/>
        </p:nvSpPr>
        <p:spPr>
          <a:xfrm>
            <a:off x="4806428" y="5319937"/>
            <a:ext cx="209550" cy="209550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20618" y="19636"/>
                </a:moveTo>
                <a:cubicBezTo>
                  <a:pt x="20618" y="20178"/>
                  <a:pt x="20178" y="20618"/>
                  <a:pt x="19636" y="20618"/>
                </a:cubicBezTo>
                <a:lnTo>
                  <a:pt x="1964" y="20618"/>
                </a:lnTo>
                <a:cubicBezTo>
                  <a:pt x="1422" y="20618"/>
                  <a:pt x="982" y="20178"/>
                  <a:pt x="982" y="19636"/>
                </a:cubicBezTo>
                <a:lnTo>
                  <a:pt x="982" y="1964"/>
                </a:lnTo>
                <a:cubicBezTo>
                  <a:pt x="982" y="1422"/>
                  <a:pt x="1422" y="982"/>
                  <a:pt x="1964" y="982"/>
                </a:cubicBezTo>
                <a:lnTo>
                  <a:pt x="19636" y="982"/>
                </a:lnTo>
                <a:cubicBezTo>
                  <a:pt x="20178" y="982"/>
                  <a:pt x="20618" y="1422"/>
                  <a:pt x="20618" y="1964"/>
                </a:cubicBezTo>
                <a:cubicBezTo>
                  <a:pt x="20618" y="1964"/>
                  <a:pt x="20618" y="19636"/>
                  <a:pt x="20618" y="19636"/>
                </a:cubicBezTo>
                <a:close/>
                <a:moveTo>
                  <a:pt x="19636" y="0"/>
                </a:moveTo>
                <a:lnTo>
                  <a:pt x="1964" y="0"/>
                </a:lnTo>
                <a:cubicBezTo>
                  <a:pt x="879" y="0"/>
                  <a:pt x="0" y="879"/>
                  <a:pt x="0" y="1964"/>
                </a:cubicBezTo>
                <a:lnTo>
                  <a:pt x="0" y="19636"/>
                </a:lnTo>
                <a:cubicBezTo>
                  <a:pt x="0" y="20721"/>
                  <a:pt x="879" y="21600"/>
                  <a:pt x="1964" y="21600"/>
                </a:cubicBezTo>
                <a:lnTo>
                  <a:pt x="19636" y="21600"/>
                </a:lnTo>
                <a:cubicBezTo>
                  <a:pt x="20721" y="21600"/>
                  <a:pt x="21600" y="20721"/>
                  <a:pt x="21600" y="19636"/>
                </a:cubicBezTo>
                <a:lnTo>
                  <a:pt x="21600" y="1964"/>
                </a:lnTo>
                <a:cubicBezTo>
                  <a:pt x="21600" y="879"/>
                  <a:pt x="20721" y="0"/>
                  <a:pt x="19636" y="0"/>
                </a:cubicBezTo>
                <a:moveTo>
                  <a:pt x="14480" y="13937"/>
                </a:moveTo>
                <a:cubicBezTo>
                  <a:pt x="14147" y="14117"/>
                  <a:pt x="13804" y="14208"/>
                  <a:pt x="13451" y="14208"/>
                </a:cubicBezTo>
                <a:cubicBezTo>
                  <a:pt x="12999" y="14208"/>
                  <a:pt x="12590" y="14119"/>
                  <a:pt x="12225" y="13943"/>
                </a:cubicBezTo>
                <a:cubicBezTo>
                  <a:pt x="11859" y="13768"/>
                  <a:pt x="11545" y="13525"/>
                  <a:pt x="11282" y="13217"/>
                </a:cubicBezTo>
                <a:cubicBezTo>
                  <a:pt x="11020" y="12909"/>
                  <a:pt x="10816" y="12544"/>
                  <a:pt x="10672" y="12121"/>
                </a:cubicBezTo>
                <a:cubicBezTo>
                  <a:pt x="10529" y="11698"/>
                  <a:pt x="10457" y="11236"/>
                  <a:pt x="10457" y="10734"/>
                </a:cubicBezTo>
                <a:cubicBezTo>
                  <a:pt x="10457" y="10268"/>
                  <a:pt x="10529" y="9832"/>
                  <a:pt x="10672" y="9427"/>
                </a:cubicBezTo>
                <a:cubicBezTo>
                  <a:pt x="10816" y="9022"/>
                  <a:pt x="11020" y="8668"/>
                  <a:pt x="11282" y="8364"/>
                </a:cubicBezTo>
                <a:cubicBezTo>
                  <a:pt x="11545" y="8060"/>
                  <a:pt x="11859" y="7823"/>
                  <a:pt x="12225" y="7651"/>
                </a:cubicBezTo>
                <a:cubicBezTo>
                  <a:pt x="12590" y="7479"/>
                  <a:pt x="12999" y="7393"/>
                  <a:pt x="13451" y="7393"/>
                </a:cubicBezTo>
                <a:cubicBezTo>
                  <a:pt x="13755" y="7393"/>
                  <a:pt x="14057" y="7456"/>
                  <a:pt x="14357" y="7579"/>
                </a:cubicBezTo>
                <a:cubicBezTo>
                  <a:pt x="14656" y="7702"/>
                  <a:pt x="14966" y="7948"/>
                  <a:pt x="15287" y="8318"/>
                </a:cubicBezTo>
                <a:lnTo>
                  <a:pt x="16494" y="7367"/>
                </a:lnTo>
                <a:cubicBezTo>
                  <a:pt x="16059" y="6830"/>
                  <a:pt x="15589" y="6449"/>
                  <a:pt x="15083" y="6225"/>
                </a:cubicBezTo>
                <a:cubicBezTo>
                  <a:pt x="14578" y="6000"/>
                  <a:pt x="14030" y="5888"/>
                  <a:pt x="13439" y="5888"/>
                </a:cubicBezTo>
                <a:cubicBezTo>
                  <a:pt x="12765" y="5888"/>
                  <a:pt x="12147" y="6005"/>
                  <a:pt x="11584" y="6238"/>
                </a:cubicBezTo>
                <a:cubicBezTo>
                  <a:pt x="11021" y="6471"/>
                  <a:pt x="10537" y="6804"/>
                  <a:pt x="10131" y="7235"/>
                </a:cubicBezTo>
                <a:cubicBezTo>
                  <a:pt x="9724" y="7666"/>
                  <a:pt x="9405" y="8188"/>
                  <a:pt x="9176" y="8800"/>
                </a:cubicBezTo>
                <a:cubicBezTo>
                  <a:pt x="8946" y="9412"/>
                  <a:pt x="8831" y="10092"/>
                  <a:pt x="8831" y="10840"/>
                </a:cubicBezTo>
                <a:cubicBezTo>
                  <a:pt x="8831" y="11571"/>
                  <a:pt x="8946" y="12235"/>
                  <a:pt x="9176" y="12835"/>
                </a:cubicBezTo>
                <a:cubicBezTo>
                  <a:pt x="9405" y="13433"/>
                  <a:pt x="9724" y="13946"/>
                  <a:pt x="10131" y="14373"/>
                </a:cubicBezTo>
                <a:cubicBezTo>
                  <a:pt x="10537" y="14800"/>
                  <a:pt x="11021" y="15130"/>
                  <a:pt x="11584" y="15363"/>
                </a:cubicBezTo>
                <a:cubicBezTo>
                  <a:pt x="12147" y="15597"/>
                  <a:pt x="12765" y="15713"/>
                  <a:pt x="13439" y="15713"/>
                </a:cubicBezTo>
                <a:cubicBezTo>
                  <a:pt x="14079" y="15713"/>
                  <a:pt x="14683" y="15581"/>
                  <a:pt x="15250" y="15317"/>
                </a:cubicBezTo>
                <a:cubicBezTo>
                  <a:pt x="15816" y="15053"/>
                  <a:pt x="16297" y="14630"/>
                  <a:pt x="16691" y="14049"/>
                </a:cubicBezTo>
                <a:lnTo>
                  <a:pt x="15410" y="13072"/>
                </a:lnTo>
                <a:cubicBezTo>
                  <a:pt x="15122" y="13468"/>
                  <a:pt x="14813" y="13756"/>
                  <a:pt x="14480" y="13937"/>
                </a:cubicBezTo>
                <a:moveTo>
                  <a:pt x="5891" y="6873"/>
                </a:moveTo>
                <a:cubicBezTo>
                  <a:pt x="5349" y="6873"/>
                  <a:pt x="4909" y="6433"/>
                  <a:pt x="4909" y="5891"/>
                </a:cubicBezTo>
                <a:cubicBezTo>
                  <a:pt x="4909" y="5349"/>
                  <a:pt x="5349" y="4909"/>
                  <a:pt x="5891" y="4909"/>
                </a:cubicBezTo>
                <a:cubicBezTo>
                  <a:pt x="6433" y="4909"/>
                  <a:pt x="6873" y="5349"/>
                  <a:pt x="6873" y="5891"/>
                </a:cubicBezTo>
                <a:cubicBezTo>
                  <a:pt x="6873" y="6433"/>
                  <a:pt x="6433" y="6873"/>
                  <a:pt x="5891" y="6873"/>
                </a:cubicBezTo>
                <a:moveTo>
                  <a:pt x="5891" y="3927"/>
                </a:moveTo>
                <a:cubicBezTo>
                  <a:pt x="4806" y="3927"/>
                  <a:pt x="3927" y="4806"/>
                  <a:pt x="3927" y="5891"/>
                </a:cubicBezTo>
                <a:cubicBezTo>
                  <a:pt x="3927" y="6975"/>
                  <a:pt x="4806" y="7855"/>
                  <a:pt x="5891" y="7855"/>
                </a:cubicBezTo>
                <a:cubicBezTo>
                  <a:pt x="6975" y="7855"/>
                  <a:pt x="7855" y="6975"/>
                  <a:pt x="7855" y="5891"/>
                </a:cubicBezTo>
                <a:cubicBezTo>
                  <a:pt x="7855" y="4806"/>
                  <a:pt x="6975" y="3927"/>
                  <a:pt x="5891" y="3927"/>
                </a:cubicBezTo>
              </a:path>
            </a:pathLst>
          </a:custGeom>
          <a:solidFill>
            <a:schemeClr val="tx1"/>
          </a:solidFill>
          <a:ln w="12700">
            <a:miter lim="400000"/>
          </a:ln>
        </p:spPr>
        <p:txBody>
          <a:bodyPr lIns="14284" tIns="14284" rIns="14284" bIns="14284" anchor="ctr"/>
          <a:lstStyle/>
          <a:p>
            <a:pPr defTabSz="171399" eaLnBrk="1" hangingPunct="1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1125">
              <a:solidFill>
                <a:srgbClr val="FFFFFF"/>
              </a:solidFill>
              <a:effectLst>
                <a:outerShdw blurRad="38100" dist="12700" dir="5400000" rotWithShape="0">
                  <a:srgbClr val="000000">
                    <a:alpha val="50000"/>
                  </a:srgbClr>
                </a:outerShdw>
              </a:effectLst>
              <a:latin typeface="Gill Sans"/>
              <a:ea typeface="Calibri" charset="0"/>
              <a:cs typeface="Calibri" charset="0"/>
              <a:sym typeface="Gill Sans"/>
            </a:endParaRPr>
          </a:p>
        </p:txBody>
      </p:sp>
      <p:sp>
        <p:nvSpPr>
          <p:cNvPr id="161" name="Shape 2975"/>
          <p:cNvSpPr/>
          <p:nvPr userDrawn="1"/>
        </p:nvSpPr>
        <p:spPr>
          <a:xfrm>
            <a:off x="5264148" y="5319937"/>
            <a:ext cx="209550" cy="209550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20618" y="19636"/>
                </a:moveTo>
                <a:cubicBezTo>
                  <a:pt x="20618" y="20178"/>
                  <a:pt x="20178" y="20618"/>
                  <a:pt x="19636" y="20618"/>
                </a:cubicBezTo>
                <a:lnTo>
                  <a:pt x="1964" y="20618"/>
                </a:lnTo>
                <a:cubicBezTo>
                  <a:pt x="1422" y="20618"/>
                  <a:pt x="982" y="20178"/>
                  <a:pt x="982" y="19636"/>
                </a:cubicBezTo>
                <a:lnTo>
                  <a:pt x="982" y="1964"/>
                </a:lnTo>
                <a:cubicBezTo>
                  <a:pt x="982" y="1422"/>
                  <a:pt x="1422" y="982"/>
                  <a:pt x="1964" y="982"/>
                </a:cubicBezTo>
                <a:lnTo>
                  <a:pt x="19636" y="982"/>
                </a:lnTo>
                <a:cubicBezTo>
                  <a:pt x="20178" y="982"/>
                  <a:pt x="20618" y="1422"/>
                  <a:pt x="20618" y="1964"/>
                </a:cubicBezTo>
                <a:cubicBezTo>
                  <a:pt x="20618" y="1964"/>
                  <a:pt x="20618" y="19636"/>
                  <a:pt x="20618" y="19636"/>
                </a:cubicBezTo>
                <a:close/>
                <a:moveTo>
                  <a:pt x="19636" y="0"/>
                </a:moveTo>
                <a:lnTo>
                  <a:pt x="1964" y="0"/>
                </a:lnTo>
                <a:cubicBezTo>
                  <a:pt x="879" y="0"/>
                  <a:pt x="0" y="879"/>
                  <a:pt x="0" y="1964"/>
                </a:cubicBezTo>
                <a:lnTo>
                  <a:pt x="0" y="19636"/>
                </a:lnTo>
                <a:cubicBezTo>
                  <a:pt x="0" y="20721"/>
                  <a:pt x="879" y="21600"/>
                  <a:pt x="1964" y="21600"/>
                </a:cubicBezTo>
                <a:lnTo>
                  <a:pt x="19636" y="21600"/>
                </a:lnTo>
                <a:cubicBezTo>
                  <a:pt x="20721" y="21600"/>
                  <a:pt x="21600" y="20721"/>
                  <a:pt x="21600" y="19636"/>
                </a:cubicBezTo>
                <a:lnTo>
                  <a:pt x="21600" y="1964"/>
                </a:lnTo>
                <a:cubicBezTo>
                  <a:pt x="21600" y="879"/>
                  <a:pt x="20721" y="0"/>
                  <a:pt x="19636" y="0"/>
                </a:cubicBezTo>
                <a:moveTo>
                  <a:pt x="9825" y="15704"/>
                </a:moveTo>
                <a:lnTo>
                  <a:pt x="11291" y="15709"/>
                </a:lnTo>
                <a:lnTo>
                  <a:pt x="11291" y="11782"/>
                </a:lnTo>
                <a:lnTo>
                  <a:pt x="15218" y="11782"/>
                </a:lnTo>
                <a:lnTo>
                  <a:pt x="15218" y="10309"/>
                </a:lnTo>
                <a:lnTo>
                  <a:pt x="11291" y="10309"/>
                </a:lnTo>
                <a:lnTo>
                  <a:pt x="11291" y="7364"/>
                </a:lnTo>
                <a:lnTo>
                  <a:pt x="15709" y="7364"/>
                </a:lnTo>
                <a:lnTo>
                  <a:pt x="15711" y="5897"/>
                </a:lnTo>
                <a:lnTo>
                  <a:pt x="9825" y="5897"/>
                </a:lnTo>
                <a:cubicBezTo>
                  <a:pt x="9825" y="5897"/>
                  <a:pt x="9825" y="15704"/>
                  <a:pt x="9825" y="15704"/>
                </a:cubicBezTo>
                <a:close/>
                <a:moveTo>
                  <a:pt x="5891" y="6873"/>
                </a:moveTo>
                <a:cubicBezTo>
                  <a:pt x="5349" y="6873"/>
                  <a:pt x="4909" y="6434"/>
                  <a:pt x="4909" y="5891"/>
                </a:cubicBezTo>
                <a:cubicBezTo>
                  <a:pt x="4909" y="5349"/>
                  <a:pt x="5349" y="4909"/>
                  <a:pt x="5891" y="4909"/>
                </a:cubicBezTo>
                <a:cubicBezTo>
                  <a:pt x="6433" y="4909"/>
                  <a:pt x="6873" y="5349"/>
                  <a:pt x="6873" y="5891"/>
                </a:cubicBezTo>
                <a:cubicBezTo>
                  <a:pt x="6873" y="6434"/>
                  <a:pt x="6433" y="6873"/>
                  <a:pt x="5891" y="6873"/>
                </a:cubicBezTo>
                <a:moveTo>
                  <a:pt x="5891" y="3927"/>
                </a:moveTo>
                <a:cubicBezTo>
                  <a:pt x="4806" y="3927"/>
                  <a:pt x="3927" y="4806"/>
                  <a:pt x="3927" y="5891"/>
                </a:cubicBezTo>
                <a:cubicBezTo>
                  <a:pt x="3927" y="6975"/>
                  <a:pt x="4806" y="7855"/>
                  <a:pt x="5891" y="7855"/>
                </a:cubicBezTo>
                <a:cubicBezTo>
                  <a:pt x="6975" y="7855"/>
                  <a:pt x="7855" y="6975"/>
                  <a:pt x="7855" y="5891"/>
                </a:cubicBezTo>
                <a:cubicBezTo>
                  <a:pt x="7855" y="4806"/>
                  <a:pt x="6975" y="3927"/>
                  <a:pt x="5891" y="3927"/>
                </a:cubicBezTo>
              </a:path>
            </a:pathLst>
          </a:custGeom>
          <a:solidFill>
            <a:schemeClr val="tx1"/>
          </a:solidFill>
          <a:ln w="12700">
            <a:miter lim="400000"/>
          </a:ln>
        </p:spPr>
        <p:txBody>
          <a:bodyPr lIns="14284" tIns="14284" rIns="14284" bIns="14284" anchor="ctr"/>
          <a:lstStyle/>
          <a:p>
            <a:pPr defTabSz="171399" eaLnBrk="1" hangingPunct="1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1125">
              <a:solidFill>
                <a:srgbClr val="FFFFFF"/>
              </a:solidFill>
              <a:effectLst>
                <a:outerShdw blurRad="38100" dist="12700" dir="5400000" rotWithShape="0">
                  <a:srgbClr val="000000">
                    <a:alpha val="50000"/>
                  </a:srgbClr>
                </a:outerShdw>
              </a:effectLst>
              <a:latin typeface="Gill Sans"/>
              <a:ea typeface="Calibri" charset="0"/>
              <a:cs typeface="Calibri" charset="0"/>
              <a:sym typeface="Gill Sans"/>
            </a:endParaRPr>
          </a:p>
        </p:txBody>
      </p:sp>
      <p:sp>
        <p:nvSpPr>
          <p:cNvPr id="162" name="Shape 2984"/>
          <p:cNvSpPr/>
          <p:nvPr userDrawn="1"/>
        </p:nvSpPr>
        <p:spPr>
          <a:xfrm>
            <a:off x="8822132" y="4830591"/>
            <a:ext cx="95250" cy="209550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0800" y="20618"/>
                </a:moveTo>
                <a:cubicBezTo>
                  <a:pt x="6029" y="20618"/>
                  <a:pt x="2160" y="18860"/>
                  <a:pt x="2160" y="16691"/>
                </a:cubicBezTo>
                <a:cubicBezTo>
                  <a:pt x="2160" y="15238"/>
                  <a:pt x="3900" y="13973"/>
                  <a:pt x="6480" y="13293"/>
                </a:cubicBezTo>
                <a:lnTo>
                  <a:pt x="6480" y="2945"/>
                </a:lnTo>
                <a:cubicBezTo>
                  <a:pt x="6480" y="1861"/>
                  <a:pt x="8414" y="982"/>
                  <a:pt x="10800" y="982"/>
                </a:cubicBezTo>
                <a:cubicBezTo>
                  <a:pt x="13186" y="982"/>
                  <a:pt x="15120" y="1861"/>
                  <a:pt x="15120" y="2945"/>
                </a:cubicBezTo>
                <a:lnTo>
                  <a:pt x="15120" y="13293"/>
                </a:lnTo>
                <a:cubicBezTo>
                  <a:pt x="17700" y="13973"/>
                  <a:pt x="19440" y="15238"/>
                  <a:pt x="19440" y="16691"/>
                </a:cubicBezTo>
                <a:cubicBezTo>
                  <a:pt x="19440" y="18860"/>
                  <a:pt x="15571" y="20618"/>
                  <a:pt x="10800" y="20618"/>
                </a:cubicBezTo>
                <a:moveTo>
                  <a:pt x="17280" y="12770"/>
                </a:moveTo>
                <a:lnTo>
                  <a:pt x="17280" y="2945"/>
                </a:lnTo>
                <a:cubicBezTo>
                  <a:pt x="17280" y="1318"/>
                  <a:pt x="14378" y="0"/>
                  <a:pt x="10800" y="0"/>
                </a:cubicBezTo>
                <a:cubicBezTo>
                  <a:pt x="7221" y="0"/>
                  <a:pt x="4320" y="1318"/>
                  <a:pt x="4320" y="2945"/>
                </a:cubicBezTo>
                <a:lnTo>
                  <a:pt x="4320" y="12770"/>
                </a:lnTo>
                <a:cubicBezTo>
                  <a:pt x="1701" y="13666"/>
                  <a:pt x="0" y="15087"/>
                  <a:pt x="0" y="16691"/>
                </a:cubicBezTo>
                <a:cubicBezTo>
                  <a:pt x="0" y="19402"/>
                  <a:pt x="4835" y="21600"/>
                  <a:pt x="10800" y="21600"/>
                </a:cubicBezTo>
                <a:cubicBezTo>
                  <a:pt x="16763" y="21600"/>
                  <a:pt x="21600" y="19402"/>
                  <a:pt x="21600" y="16691"/>
                </a:cubicBezTo>
                <a:cubicBezTo>
                  <a:pt x="21600" y="15087"/>
                  <a:pt x="19899" y="13666"/>
                  <a:pt x="17280" y="12770"/>
                </a:cubicBezTo>
                <a:moveTo>
                  <a:pt x="12960" y="13917"/>
                </a:moveTo>
                <a:lnTo>
                  <a:pt x="12960" y="7855"/>
                </a:lnTo>
                <a:cubicBezTo>
                  <a:pt x="12960" y="7313"/>
                  <a:pt x="11992" y="6873"/>
                  <a:pt x="10800" y="6873"/>
                </a:cubicBezTo>
                <a:cubicBezTo>
                  <a:pt x="9608" y="6873"/>
                  <a:pt x="8640" y="7313"/>
                  <a:pt x="8640" y="7855"/>
                </a:cubicBezTo>
                <a:lnTo>
                  <a:pt x="8640" y="13917"/>
                </a:lnTo>
                <a:cubicBezTo>
                  <a:pt x="6126" y="14322"/>
                  <a:pt x="4320" y="15409"/>
                  <a:pt x="4320" y="16691"/>
                </a:cubicBezTo>
                <a:cubicBezTo>
                  <a:pt x="4320" y="18318"/>
                  <a:pt x="7221" y="19636"/>
                  <a:pt x="10800" y="19636"/>
                </a:cubicBezTo>
                <a:cubicBezTo>
                  <a:pt x="14378" y="19636"/>
                  <a:pt x="17280" y="18318"/>
                  <a:pt x="17280" y="16691"/>
                </a:cubicBezTo>
                <a:cubicBezTo>
                  <a:pt x="17280" y="15409"/>
                  <a:pt x="15475" y="14322"/>
                  <a:pt x="12960" y="13917"/>
                </a:cubicBezTo>
              </a:path>
            </a:pathLst>
          </a:custGeom>
          <a:solidFill>
            <a:schemeClr val="tx1"/>
          </a:solidFill>
          <a:ln w="12700">
            <a:miter lim="400000"/>
          </a:ln>
        </p:spPr>
        <p:txBody>
          <a:bodyPr lIns="14284" tIns="14284" rIns="14284" bIns="14284" anchor="ctr"/>
          <a:lstStyle/>
          <a:p>
            <a:pPr defTabSz="171399" eaLnBrk="1" hangingPunct="1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1125">
              <a:solidFill>
                <a:srgbClr val="FFFFFF"/>
              </a:solidFill>
              <a:effectLst>
                <a:outerShdw blurRad="38100" dist="12700" dir="5400000" rotWithShape="0">
                  <a:srgbClr val="000000">
                    <a:alpha val="50000"/>
                  </a:srgbClr>
                </a:outerShdw>
              </a:effectLst>
              <a:latin typeface="Gill Sans"/>
              <a:ea typeface="Calibri" charset="0"/>
              <a:cs typeface="Calibri" charset="0"/>
              <a:sym typeface="Gill Sans"/>
            </a:endParaRPr>
          </a:p>
        </p:txBody>
      </p:sp>
      <p:sp>
        <p:nvSpPr>
          <p:cNvPr id="163" name="Freeform 33"/>
          <p:cNvSpPr>
            <a:spLocks noChangeArrowheads="1"/>
          </p:cNvSpPr>
          <p:nvPr userDrawn="1"/>
        </p:nvSpPr>
        <p:spPr bwMode="auto">
          <a:xfrm>
            <a:off x="2560386" y="3172628"/>
            <a:ext cx="218423" cy="178710"/>
          </a:xfrm>
          <a:custGeom>
            <a:avLst/>
            <a:gdLst>
              <a:gd name="T0" fmla="*/ 604 w 649"/>
              <a:gd name="T1" fmla="*/ 30 h 531"/>
              <a:gd name="T2" fmla="*/ 604 w 649"/>
              <a:gd name="T3" fmla="*/ 30 h 531"/>
              <a:gd name="T4" fmla="*/ 501 w 649"/>
              <a:gd name="T5" fmla="*/ 30 h 531"/>
              <a:gd name="T6" fmla="*/ 207 w 649"/>
              <a:gd name="T7" fmla="*/ 324 h 531"/>
              <a:gd name="T8" fmla="*/ 148 w 649"/>
              <a:gd name="T9" fmla="*/ 251 h 531"/>
              <a:gd name="T10" fmla="*/ 30 w 649"/>
              <a:gd name="T11" fmla="*/ 251 h 531"/>
              <a:gd name="T12" fmla="*/ 30 w 649"/>
              <a:gd name="T13" fmla="*/ 369 h 531"/>
              <a:gd name="T14" fmla="*/ 162 w 649"/>
              <a:gd name="T15" fmla="*/ 486 h 531"/>
              <a:gd name="T16" fmla="*/ 266 w 649"/>
              <a:gd name="T17" fmla="*/ 486 h 531"/>
              <a:gd name="T18" fmla="*/ 604 w 649"/>
              <a:gd name="T19" fmla="*/ 148 h 531"/>
              <a:gd name="T20" fmla="*/ 604 w 649"/>
              <a:gd name="T21" fmla="*/ 30 h 531"/>
              <a:gd name="T22" fmla="*/ 575 w 649"/>
              <a:gd name="T23" fmla="*/ 118 h 531"/>
              <a:gd name="T24" fmla="*/ 575 w 649"/>
              <a:gd name="T25" fmla="*/ 118 h 531"/>
              <a:gd name="T26" fmla="*/ 236 w 649"/>
              <a:gd name="T27" fmla="*/ 457 h 531"/>
              <a:gd name="T28" fmla="*/ 192 w 649"/>
              <a:gd name="T29" fmla="*/ 457 h 531"/>
              <a:gd name="T30" fmla="*/ 59 w 649"/>
              <a:gd name="T31" fmla="*/ 324 h 531"/>
              <a:gd name="T32" fmla="*/ 59 w 649"/>
              <a:gd name="T33" fmla="*/ 280 h 531"/>
              <a:gd name="T34" fmla="*/ 118 w 649"/>
              <a:gd name="T35" fmla="*/ 280 h 531"/>
              <a:gd name="T36" fmla="*/ 207 w 649"/>
              <a:gd name="T37" fmla="*/ 369 h 531"/>
              <a:gd name="T38" fmla="*/ 530 w 649"/>
              <a:gd name="T39" fmla="*/ 59 h 531"/>
              <a:gd name="T40" fmla="*/ 575 w 649"/>
              <a:gd name="T41" fmla="*/ 59 h 531"/>
              <a:gd name="T42" fmla="*/ 575 w 649"/>
              <a:gd name="T43" fmla="*/ 118 h 53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</a:cxnLst>
            <a:rect l="0" t="0" r="r" b="b"/>
            <a:pathLst>
              <a:path w="649" h="531">
                <a:moveTo>
                  <a:pt x="604" y="30"/>
                </a:moveTo>
                <a:lnTo>
                  <a:pt x="604" y="30"/>
                </a:lnTo>
                <a:cubicBezTo>
                  <a:pt x="575" y="0"/>
                  <a:pt x="530" y="0"/>
                  <a:pt x="501" y="30"/>
                </a:cubicBezTo>
                <a:cubicBezTo>
                  <a:pt x="207" y="324"/>
                  <a:pt x="207" y="324"/>
                  <a:pt x="207" y="324"/>
                </a:cubicBezTo>
                <a:cubicBezTo>
                  <a:pt x="148" y="251"/>
                  <a:pt x="148" y="251"/>
                  <a:pt x="148" y="251"/>
                </a:cubicBezTo>
                <a:cubicBezTo>
                  <a:pt x="103" y="207"/>
                  <a:pt x="59" y="207"/>
                  <a:pt x="30" y="251"/>
                </a:cubicBezTo>
                <a:cubicBezTo>
                  <a:pt x="0" y="280"/>
                  <a:pt x="0" y="324"/>
                  <a:pt x="30" y="369"/>
                </a:cubicBezTo>
                <a:cubicBezTo>
                  <a:pt x="162" y="486"/>
                  <a:pt x="162" y="486"/>
                  <a:pt x="162" y="486"/>
                </a:cubicBezTo>
                <a:cubicBezTo>
                  <a:pt x="192" y="530"/>
                  <a:pt x="236" y="530"/>
                  <a:pt x="266" y="486"/>
                </a:cubicBezTo>
                <a:cubicBezTo>
                  <a:pt x="604" y="148"/>
                  <a:pt x="604" y="148"/>
                  <a:pt x="604" y="148"/>
                </a:cubicBezTo>
                <a:cubicBezTo>
                  <a:pt x="648" y="118"/>
                  <a:pt x="648" y="59"/>
                  <a:pt x="604" y="30"/>
                </a:cubicBezTo>
                <a:close/>
                <a:moveTo>
                  <a:pt x="575" y="118"/>
                </a:moveTo>
                <a:lnTo>
                  <a:pt x="575" y="118"/>
                </a:lnTo>
                <a:cubicBezTo>
                  <a:pt x="575" y="118"/>
                  <a:pt x="251" y="457"/>
                  <a:pt x="236" y="457"/>
                </a:cubicBezTo>
                <a:cubicBezTo>
                  <a:pt x="221" y="471"/>
                  <a:pt x="207" y="471"/>
                  <a:pt x="192" y="457"/>
                </a:cubicBezTo>
                <a:lnTo>
                  <a:pt x="59" y="324"/>
                </a:lnTo>
                <a:cubicBezTo>
                  <a:pt x="45" y="310"/>
                  <a:pt x="45" y="295"/>
                  <a:pt x="59" y="280"/>
                </a:cubicBezTo>
                <a:cubicBezTo>
                  <a:pt x="74" y="265"/>
                  <a:pt x="103" y="265"/>
                  <a:pt x="118" y="280"/>
                </a:cubicBezTo>
                <a:cubicBezTo>
                  <a:pt x="207" y="369"/>
                  <a:pt x="207" y="369"/>
                  <a:pt x="207" y="369"/>
                </a:cubicBezTo>
                <a:cubicBezTo>
                  <a:pt x="530" y="59"/>
                  <a:pt x="530" y="59"/>
                  <a:pt x="530" y="59"/>
                </a:cubicBezTo>
                <a:cubicBezTo>
                  <a:pt x="545" y="45"/>
                  <a:pt x="560" y="45"/>
                  <a:pt x="575" y="59"/>
                </a:cubicBezTo>
                <a:cubicBezTo>
                  <a:pt x="604" y="74"/>
                  <a:pt x="604" y="103"/>
                  <a:pt x="575" y="118"/>
                </a:cubicBezTo>
                <a:close/>
              </a:path>
            </a:pathLst>
          </a:custGeom>
          <a:solidFill>
            <a:schemeClr val="tx1"/>
          </a:solidFill>
          <a:ln>
            <a:noFill/>
          </a:ln>
          <a:effectLst/>
          <a:extLst>
            <a:ext uri="{91240B29-F687-4f45-9708-019B960494DF}"/>
            <a:ext uri="{AF507438-7753-43e0-B8FC-AC1667EBCBE1}"/>
          </a:extLst>
        </p:spPr>
        <p:txBody>
          <a:bodyPr wrap="none" anchor="ctr"/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>
              <a:latin typeface="+mn-lt"/>
              <a:ea typeface="+mn-ea"/>
            </a:endParaRPr>
          </a:p>
        </p:txBody>
      </p:sp>
      <p:sp>
        <p:nvSpPr>
          <p:cNvPr id="164" name="Freeform 34"/>
          <p:cNvSpPr>
            <a:spLocks noChangeArrowheads="1"/>
          </p:cNvSpPr>
          <p:nvPr userDrawn="1"/>
        </p:nvSpPr>
        <p:spPr bwMode="auto">
          <a:xfrm>
            <a:off x="2150811" y="3174490"/>
            <a:ext cx="174987" cy="174986"/>
          </a:xfrm>
          <a:custGeom>
            <a:avLst/>
            <a:gdLst>
              <a:gd name="T0" fmla="*/ 368 w 516"/>
              <a:gd name="T1" fmla="*/ 265 h 516"/>
              <a:gd name="T2" fmla="*/ 368 w 516"/>
              <a:gd name="T3" fmla="*/ 265 h 516"/>
              <a:gd name="T4" fmla="*/ 486 w 516"/>
              <a:gd name="T5" fmla="*/ 147 h 516"/>
              <a:gd name="T6" fmla="*/ 486 w 516"/>
              <a:gd name="T7" fmla="*/ 44 h 516"/>
              <a:gd name="T8" fmla="*/ 368 w 516"/>
              <a:gd name="T9" fmla="*/ 44 h 516"/>
              <a:gd name="T10" fmla="*/ 265 w 516"/>
              <a:gd name="T11" fmla="*/ 147 h 516"/>
              <a:gd name="T12" fmla="*/ 147 w 516"/>
              <a:gd name="T13" fmla="*/ 44 h 516"/>
              <a:gd name="T14" fmla="*/ 44 w 516"/>
              <a:gd name="T15" fmla="*/ 44 h 516"/>
              <a:gd name="T16" fmla="*/ 44 w 516"/>
              <a:gd name="T17" fmla="*/ 147 h 516"/>
              <a:gd name="T18" fmla="*/ 147 w 516"/>
              <a:gd name="T19" fmla="*/ 265 h 516"/>
              <a:gd name="T20" fmla="*/ 44 w 516"/>
              <a:gd name="T21" fmla="*/ 368 h 516"/>
              <a:gd name="T22" fmla="*/ 44 w 516"/>
              <a:gd name="T23" fmla="*/ 486 h 516"/>
              <a:gd name="T24" fmla="*/ 147 w 516"/>
              <a:gd name="T25" fmla="*/ 486 h 516"/>
              <a:gd name="T26" fmla="*/ 265 w 516"/>
              <a:gd name="T27" fmla="*/ 368 h 516"/>
              <a:gd name="T28" fmla="*/ 368 w 516"/>
              <a:gd name="T29" fmla="*/ 486 h 516"/>
              <a:gd name="T30" fmla="*/ 486 w 516"/>
              <a:gd name="T31" fmla="*/ 486 h 516"/>
              <a:gd name="T32" fmla="*/ 486 w 516"/>
              <a:gd name="T33" fmla="*/ 368 h 516"/>
              <a:gd name="T34" fmla="*/ 368 w 516"/>
              <a:gd name="T35" fmla="*/ 265 h 516"/>
              <a:gd name="T36" fmla="*/ 456 w 516"/>
              <a:gd name="T37" fmla="*/ 456 h 516"/>
              <a:gd name="T38" fmla="*/ 456 w 516"/>
              <a:gd name="T39" fmla="*/ 456 h 516"/>
              <a:gd name="T40" fmla="*/ 398 w 516"/>
              <a:gd name="T41" fmla="*/ 456 h 516"/>
              <a:gd name="T42" fmla="*/ 265 w 516"/>
              <a:gd name="T43" fmla="*/ 309 h 516"/>
              <a:gd name="T44" fmla="*/ 118 w 516"/>
              <a:gd name="T45" fmla="*/ 456 h 516"/>
              <a:gd name="T46" fmla="*/ 59 w 516"/>
              <a:gd name="T47" fmla="*/ 456 h 516"/>
              <a:gd name="T48" fmla="*/ 59 w 516"/>
              <a:gd name="T49" fmla="*/ 398 h 516"/>
              <a:gd name="T50" fmla="*/ 206 w 516"/>
              <a:gd name="T51" fmla="*/ 265 h 516"/>
              <a:gd name="T52" fmla="*/ 59 w 516"/>
              <a:gd name="T53" fmla="*/ 118 h 516"/>
              <a:gd name="T54" fmla="*/ 59 w 516"/>
              <a:gd name="T55" fmla="*/ 59 h 516"/>
              <a:gd name="T56" fmla="*/ 118 w 516"/>
              <a:gd name="T57" fmla="*/ 59 h 516"/>
              <a:gd name="T58" fmla="*/ 265 w 516"/>
              <a:gd name="T59" fmla="*/ 206 h 516"/>
              <a:gd name="T60" fmla="*/ 398 w 516"/>
              <a:gd name="T61" fmla="*/ 59 h 516"/>
              <a:gd name="T62" fmla="*/ 456 w 516"/>
              <a:gd name="T63" fmla="*/ 59 h 516"/>
              <a:gd name="T64" fmla="*/ 456 w 516"/>
              <a:gd name="T65" fmla="*/ 118 h 516"/>
              <a:gd name="T66" fmla="*/ 309 w 516"/>
              <a:gd name="T67" fmla="*/ 265 h 516"/>
              <a:gd name="T68" fmla="*/ 456 w 516"/>
              <a:gd name="T69" fmla="*/ 398 h 516"/>
              <a:gd name="T70" fmla="*/ 456 w 516"/>
              <a:gd name="T71" fmla="*/ 456 h 51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</a:cxnLst>
            <a:rect l="0" t="0" r="r" b="b"/>
            <a:pathLst>
              <a:path w="516" h="516">
                <a:moveTo>
                  <a:pt x="368" y="265"/>
                </a:moveTo>
                <a:lnTo>
                  <a:pt x="368" y="265"/>
                </a:lnTo>
                <a:cubicBezTo>
                  <a:pt x="486" y="147"/>
                  <a:pt x="486" y="147"/>
                  <a:pt x="486" y="147"/>
                </a:cubicBezTo>
                <a:cubicBezTo>
                  <a:pt x="515" y="118"/>
                  <a:pt x="515" y="73"/>
                  <a:pt x="486" y="44"/>
                </a:cubicBezTo>
                <a:cubicBezTo>
                  <a:pt x="456" y="0"/>
                  <a:pt x="398" y="0"/>
                  <a:pt x="368" y="44"/>
                </a:cubicBezTo>
                <a:cubicBezTo>
                  <a:pt x="265" y="147"/>
                  <a:pt x="265" y="147"/>
                  <a:pt x="265" y="147"/>
                </a:cubicBezTo>
                <a:cubicBezTo>
                  <a:pt x="147" y="44"/>
                  <a:pt x="147" y="44"/>
                  <a:pt x="147" y="44"/>
                </a:cubicBezTo>
                <a:cubicBezTo>
                  <a:pt x="118" y="0"/>
                  <a:pt x="73" y="0"/>
                  <a:pt x="44" y="44"/>
                </a:cubicBezTo>
                <a:cubicBezTo>
                  <a:pt x="0" y="73"/>
                  <a:pt x="0" y="118"/>
                  <a:pt x="44" y="147"/>
                </a:cubicBezTo>
                <a:cubicBezTo>
                  <a:pt x="147" y="265"/>
                  <a:pt x="147" y="265"/>
                  <a:pt x="147" y="265"/>
                </a:cubicBezTo>
                <a:cubicBezTo>
                  <a:pt x="44" y="368"/>
                  <a:pt x="44" y="368"/>
                  <a:pt x="44" y="368"/>
                </a:cubicBezTo>
                <a:cubicBezTo>
                  <a:pt x="0" y="398"/>
                  <a:pt x="0" y="456"/>
                  <a:pt x="44" y="486"/>
                </a:cubicBezTo>
                <a:cubicBezTo>
                  <a:pt x="73" y="515"/>
                  <a:pt x="118" y="515"/>
                  <a:pt x="147" y="486"/>
                </a:cubicBezTo>
                <a:cubicBezTo>
                  <a:pt x="265" y="368"/>
                  <a:pt x="265" y="368"/>
                  <a:pt x="265" y="368"/>
                </a:cubicBezTo>
                <a:cubicBezTo>
                  <a:pt x="368" y="486"/>
                  <a:pt x="368" y="486"/>
                  <a:pt x="368" y="486"/>
                </a:cubicBezTo>
                <a:cubicBezTo>
                  <a:pt x="398" y="515"/>
                  <a:pt x="456" y="515"/>
                  <a:pt x="486" y="486"/>
                </a:cubicBezTo>
                <a:cubicBezTo>
                  <a:pt x="515" y="456"/>
                  <a:pt x="515" y="398"/>
                  <a:pt x="486" y="368"/>
                </a:cubicBezTo>
                <a:lnTo>
                  <a:pt x="368" y="265"/>
                </a:lnTo>
                <a:close/>
                <a:moveTo>
                  <a:pt x="456" y="456"/>
                </a:moveTo>
                <a:lnTo>
                  <a:pt x="456" y="456"/>
                </a:lnTo>
                <a:cubicBezTo>
                  <a:pt x="441" y="471"/>
                  <a:pt x="412" y="471"/>
                  <a:pt x="398" y="456"/>
                </a:cubicBezTo>
                <a:cubicBezTo>
                  <a:pt x="265" y="309"/>
                  <a:pt x="265" y="309"/>
                  <a:pt x="265" y="309"/>
                </a:cubicBezTo>
                <a:cubicBezTo>
                  <a:pt x="118" y="456"/>
                  <a:pt x="118" y="456"/>
                  <a:pt x="118" y="456"/>
                </a:cubicBezTo>
                <a:cubicBezTo>
                  <a:pt x="103" y="471"/>
                  <a:pt x="73" y="471"/>
                  <a:pt x="59" y="456"/>
                </a:cubicBezTo>
                <a:cubicBezTo>
                  <a:pt x="44" y="441"/>
                  <a:pt x="44" y="412"/>
                  <a:pt x="59" y="398"/>
                </a:cubicBezTo>
                <a:cubicBezTo>
                  <a:pt x="206" y="265"/>
                  <a:pt x="206" y="265"/>
                  <a:pt x="206" y="265"/>
                </a:cubicBezTo>
                <a:cubicBezTo>
                  <a:pt x="59" y="118"/>
                  <a:pt x="59" y="118"/>
                  <a:pt x="59" y="118"/>
                </a:cubicBezTo>
                <a:cubicBezTo>
                  <a:pt x="44" y="103"/>
                  <a:pt x="44" y="73"/>
                  <a:pt x="59" y="59"/>
                </a:cubicBezTo>
                <a:cubicBezTo>
                  <a:pt x="73" y="44"/>
                  <a:pt x="103" y="44"/>
                  <a:pt x="118" y="59"/>
                </a:cubicBezTo>
                <a:cubicBezTo>
                  <a:pt x="265" y="206"/>
                  <a:pt x="265" y="206"/>
                  <a:pt x="265" y="206"/>
                </a:cubicBezTo>
                <a:cubicBezTo>
                  <a:pt x="398" y="59"/>
                  <a:pt x="398" y="59"/>
                  <a:pt x="398" y="59"/>
                </a:cubicBezTo>
                <a:cubicBezTo>
                  <a:pt x="412" y="44"/>
                  <a:pt x="441" y="44"/>
                  <a:pt x="456" y="59"/>
                </a:cubicBezTo>
                <a:cubicBezTo>
                  <a:pt x="471" y="73"/>
                  <a:pt x="471" y="103"/>
                  <a:pt x="456" y="118"/>
                </a:cubicBezTo>
                <a:cubicBezTo>
                  <a:pt x="309" y="265"/>
                  <a:pt x="309" y="265"/>
                  <a:pt x="309" y="265"/>
                </a:cubicBezTo>
                <a:cubicBezTo>
                  <a:pt x="456" y="398"/>
                  <a:pt x="456" y="398"/>
                  <a:pt x="456" y="398"/>
                </a:cubicBezTo>
                <a:cubicBezTo>
                  <a:pt x="471" y="412"/>
                  <a:pt x="471" y="441"/>
                  <a:pt x="456" y="456"/>
                </a:cubicBezTo>
                <a:close/>
              </a:path>
            </a:pathLst>
          </a:custGeom>
          <a:solidFill>
            <a:schemeClr val="tx1"/>
          </a:solidFill>
          <a:ln>
            <a:noFill/>
          </a:ln>
          <a:effectLst/>
          <a:extLst>
            <a:ext uri="{91240B29-F687-4f45-9708-019B960494DF}"/>
            <a:ext uri="{AF507438-7753-43e0-B8FC-AC1667EBCBE1}"/>
          </a:extLst>
        </p:spPr>
        <p:txBody>
          <a:bodyPr wrap="none" anchor="ctr"/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>
              <a:latin typeface="+mn-lt"/>
              <a:ea typeface="+mn-ea"/>
            </a:endParaRPr>
          </a:p>
        </p:txBody>
      </p:sp>
      <p:sp>
        <p:nvSpPr>
          <p:cNvPr id="165" name="Freeform 35"/>
          <p:cNvSpPr>
            <a:spLocks noChangeArrowheads="1"/>
          </p:cNvSpPr>
          <p:nvPr userDrawn="1"/>
        </p:nvSpPr>
        <p:spPr bwMode="auto">
          <a:xfrm>
            <a:off x="1741236" y="3236542"/>
            <a:ext cx="208495" cy="50882"/>
          </a:xfrm>
          <a:custGeom>
            <a:avLst/>
            <a:gdLst>
              <a:gd name="T0" fmla="*/ 545 w 619"/>
              <a:gd name="T1" fmla="*/ 0 h 148"/>
              <a:gd name="T2" fmla="*/ 545 w 619"/>
              <a:gd name="T3" fmla="*/ 0 h 148"/>
              <a:gd name="T4" fmla="*/ 73 w 619"/>
              <a:gd name="T5" fmla="*/ 0 h 148"/>
              <a:gd name="T6" fmla="*/ 0 w 619"/>
              <a:gd name="T7" fmla="*/ 73 h 148"/>
              <a:gd name="T8" fmla="*/ 73 w 619"/>
              <a:gd name="T9" fmla="*/ 147 h 148"/>
              <a:gd name="T10" fmla="*/ 545 w 619"/>
              <a:gd name="T11" fmla="*/ 147 h 148"/>
              <a:gd name="T12" fmla="*/ 618 w 619"/>
              <a:gd name="T13" fmla="*/ 73 h 148"/>
              <a:gd name="T14" fmla="*/ 545 w 619"/>
              <a:gd name="T15" fmla="*/ 0 h 148"/>
              <a:gd name="T16" fmla="*/ 545 w 619"/>
              <a:gd name="T17" fmla="*/ 117 h 148"/>
              <a:gd name="T18" fmla="*/ 545 w 619"/>
              <a:gd name="T19" fmla="*/ 117 h 148"/>
              <a:gd name="T20" fmla="*/ 73 w 619"/>
              <a:gd name="T21" fmla="*/ 117 h 148"/>
              <a:gd name="T22" fmla="*/ 29 w 619"/>
              <a:gd name="T23" fmla="*/ 73 h 148"/>
              <a:gd name="T24" fmla="*/ 73 w 619"/>
              <a:gd name="T25" fmla="*/ 29 h 148"/>
              <a:gd name="T26" fmla="*/ 545 w 619"/>
              <a:gd name="T27" fmla="*/ 29 h 148"/>
              <a:gd name="T28" fmla="*/ 589 w 619"/>
              <a:gd name="T29" fmla="*/ 73 h 148"/>
              <a:gd name="T30" fmla="*/ 545 w 619"/>
              <a:gd name="T31" fmla="*/ 117 h 14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</a:cxnLst>
            <a:rect l="0" t="0" r="r" b="b"/>
            <a:pathLst>
              <a:path w="619" h="148">
                <a:moveTo>
                  <a:pt x="545" y="0"/>
                </a:moveTo>
                <a:lnTo>
                  <a:pt x="545" y="0"/>
                </a:lnTo>
                <a:cubicBezTo>
                  <a:pt x="73" y="0"/>
                  <a:pt x="73" y="0"/>
                  <a:pt x="73" y="0"/>
                </a:cubicBezTo>
                <a:cubicBezTo>
                  <a:pt x="29" y="0"/>
                  <a:pt x="0" y="29"/>
                  <a:pt x="0" y="73"/>
                </a:cubicBezTo>
                <a:cubicBezTo>
                  <a:pt x="0" y="117"/>
                  <a:pt x="29" y="147"/>
                  <a:pt x="73" y="147"/>
                </a:cubicBezTo>
                <a:cubicBezTo>
                  <a:pt x="545" y="147"/>
                  <a:pt x="545" y="147"/>
                  <a:pt x="545" y="147"/>
                </a:cubicBezTo>
                <a:cubicBezTo>
                  <a:pt x="589" y="147"/>
                  <a:pt x="618" y="117"/>
                  <a:pt x="618" y="73"/>
                </a:cubicBezTo>
                <a:cubicBezTo>
                  <a:pt x="618" y="29"/>
                  <a:pt x="589" y="0"/>
                  <a:pt x="545" y="0"/>
                </a:cubicBezTo>
                <a:close/>
                <a:moveTo>
                  <a:pt x="545" y="117"/>
                </a:moveTo>
                <a:lnTo>
                  <a:pt x="545" y="117"/>
                </a:lnTo>
                <a:cubicBezTo>
                  <a:pt x="73" y="117"/>
                  <a:pt x="73" y="117"/>
                  <a:pt x="73" y="117"/>
                </a:cubicBezTo>
                <a:cubicBezTo>
                  <a:pt x="59" y="117"/>
                  <a:pt x="29" y="88"/>
                  <a:pt x="29" y="73"/>
                </a:cubicBezTo>
                <a:cubicBezTo>
                  <a:pt x="29" y="58"/>
                  <a:pt x="59" y="29"/>
                  <a:pt x="73" y="29"/>
                </a:cubicBezTo>
                <a:cubicBezTo>
                  <a:pt x="545" y="29"/>
                  <a:pt x="545" y="29"/>
                  <a:pt x="545" y="29"/>
                </a:cubicBezTo>
                <a:cubicBezTo>
                  <a:pt x="559" y="29"/>
                  <a:pt x="589" y="58"/>
                  <a:pt x="589" y="73"/>
                </a:cubicBezTo>
                <a:cubicBezTo>
                  <a:pt x="589" y="88"/>
                  <a:pt x="559" y="117"/>
                  <a:pt x="545" y="117"/>
                </a:cubicBezTo>
                <a:close/>
              </a:path>
            </a:pathLst>
          </a:custGeom>
          <a:solidFill>
            <a:schemeClr val="tx1"/>
          </a:solidFill>
          <a:ln>
            <a:noFill/>
          </a:ln>
          <a:effectLst/>
          <a:extLst>
            <a:ext uri="{91240B29-F687-4f45-9708-019B960494DF}"/>
            <a:ext uri="{AF507438-7753-43e0-B8FC-AC1667EBCBE1}"/>
          </a:extLst>
        </p:spPr>
        <p:txBody>
          <a:bodyPr wrap="none" anchor="ctr"/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>
              <a:latin typeface="+mn-lt"/>
              <a:ea typeface="+mn-ea"/>
            </a:endParaRPr>
          </a:p>
        </p:txBody>
      </p:sp>
      <p:sp>
        <p:nvSpPr>
          <p:cNvPr id="166" name="Freeform 36"/>
          <p:cNvSpPr>
            <a:spLocks noChangeArrowheads="1"/>
          </p:cNvSpPr>
          <p:nvPr userDrawn="1"/>
        </p:nvSpPr>
        <p:spPr bwMode="auto">
          <a:xfrm>
            <a:off x="1325457" y="3157115"/>
            <a:ext cx="214699" cy="209736"/>
          </a:xfrm>
          <a:custGeom>
            <a:avLst/>
            <a:gdLst>
              <a:gd name="T0" fmla="*/ 560 w 634"/>
              <a:gd name="T1" fmla="*/ 236 h 619"/>
              <a:gd name="T2" fmla="*/ 560 w 634"/>
              <a:gd name="T3" fmla="*/ 236 h 619"/>
              <a:gd name="T4" fmla="*/ 398 w 634"/>
              <a:gd name="T5" fmla="*/ 236 h 619"/>
              <a:gd name="T6" fmla="*/ 398 w 634"/>
              <a:gd name="T7" fmla="*/ 74 h 619"/>
              <a:gd name="T8" fmla="*/ 324 w 634"/>
              <a:gd name="T9" fmla="*/ 0 h 619"/>
              <a:gd name="T10" fmla="*/ 236 w 634"/>
              <a:gd name="T11" fmla="*/ 74 h 619"/>
              <a:gd name="T12" fmla="*/ 236 w 634"/>
              <a:gd name="T13" fmla="*/ 236 h 619"/>
              <a:gd name="T14" fmla="*/ 89 w 634"/>
              <a:gd name="T15" fmla="*/ 236 h 619"/>
              <a:gd name="T16" fmla="*/ 0 w 634"/>
              <a:gd name="T17" fmla="*/ 309 h 619"/>
              <a:gd name="T18" fmla="*/ 89 w 634"/>
              <a:gd name="T19" fmla="*/ 383 h 619"/>
              <a:gd name="T20" fmla="*/ 236 w 634"/>
              <a:gd name="T21" fmla="*/ 383 h 619"/>
              <a:gd name="T22" fmla="*/ 236 w 634"/>
              <a:gd name="T23" fmla="*/ 545 h 619"/>
              <a:gd name="T24" fmla="*/ 324 w 634"/>
              <a:gd name="T25" fmla="*/ 618 h 619"/>
              <a:gd name="T26" fmla="*/ 398 w 634"/>
              <a:gd name="T27" fmla="*/ 545 h 619"/>
              <a:gd name="T28" fmla="*/ 398 w 634"/>
              <a:gd name="T29" fmla="*/ 383 h 619"/>
              <a:gd name="T30" fmla="*/ 560 w 634"/>
              <a:gd name="T31" fmla="*/ 383 h 619"/>
              <a:gd name="T32" fmla="*/ 633 w 634"/>
              <a:gd name="T33" fmla="*/ 309 h 619"/>
              <a:gd name="T34" fmla="*/ 560 w 634"/>
              <a:gd name="T35" fmla="*/ 236 h 619"/>
              <a:gd name="T36" fmla="*/ 560 w 634"/>
              <a:gd name="T37" fmla="*/ 353 h 619"/>
              <a:gd name="T38" fmla="*/ 560 w 634"/>
              <a:gd name="T39" fmla="*/ 353 h 619"/>
              <a:gd name="T40" fmla="*/ 354 w 634"/>
              <a:gd name="T41" fmla="*/ 353 h 619"/>
              <a:gd name="T42" fmla="*/ 354 w 634"/>
              <a:gd name="T43" fmla="*/ 545 h 619"/>
              <a:gd name="T44" fmla="*/ 324 w 634"/>
              <a:gd name="T45" fmla="*/ 589 h 619"/>
              <a:gd name="T46" fmla="*/ 280 w 634"/>
              <a:gd name="T47" fmla="*/ 545 h 619"/>
              <a:gd name="T48" fmla="*/ 280 w 634"/>
              <a:gd name="T49" fmla="*/ 353 h 619"/>
              <a:gd name="T50" fmla="*/ 89 w 634"/>
              <a:gd name="T51" fmla="*/ 353 h 619"/>
              <a:gd name="T52" fmla="*/ 45 w 634"/>
              <a:gd name="T53" fmla="*/ 309 h 619"/>
              <a:gd name="T54" fmla="*/ 89 w 634"/>
              <a:gd name="T55" fmla="*/ 265 h 619"/>
              <a:gd name="T56" fmla="*/ 280 w 634"/>
              <a:gd name="T57" fmla="*/ 265 h 619"/>
              <a:gd name="T58" fmla="*/ 280 w 634"/>
              <a:gd name="T59" fmla="*/ 74 h 619"/>
              <a:gd name="T60" fmla="*/ 324 w 634"/>
              <a:gd name="T61" fmla="*/ 29 h 619"/>
              <a:gd name="T62" fmla="*/ 354 w 634"/>
              <a:gd name="T63" fmla="*/ 74 h 619"/>
              <a:gd name="T64" fmla="*/ 354 w 634"/>
              <a:gd name="T65" fmla="*/ 265 h 619"/>
              <a:gd name="T66" fmla="*/ 560 w 634"/>
              <a:gd name="T67" fmla="*/ 265 h 619"/>
              <a:gd name="T68" fmla="*/ 589 w 634"/>
              <a:gd name="T69" fmla="*/ 309 h 619"/>
              <a:gd name="T70" fmla="*/ 560 w 634"/>
              <a:gd name="T71" fmla="*/ 353 h 61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</a:cxnLst>
            <a:rect l="0" t="0" r="r" b="b"/>
            <a:pathLst>
              <a:path w="634" h="619">
                <a:moveTo>
                  <a:pt x="560" y="236"/>
                </a:moveTo>
                <a:lnTo>
                  <a:pt x="560" y="236"/>
                </a:lnTo>
                <a:cubicBezTo>
                  <a:pt x="398" y="236"/>
                  <a:pt x="398" y="236"/>
                  <a:pt x="398" y="236"/>
                </a:cubicBezTo>
                <a:cubicBezTo>
                  <a:pt x="398" y="74"/>
                  <a:pt x="398" y="74"/>
                  <a:pt x="398" y="74"/>
                </a:cubicBezTo>
                <a:cubicBezTo>
                  <a:pt x="398" y="29"/>
                  <a:pt x="369" y="0"/>
                  <a:pt x="324" y="0"/>
                </a:cubicBezTo>
                <a:cubicBezTo>
                  <a:pt x="280" y="0"/>
                  <a:pt x="236" y="29"/>
                  <a:pt x="236" y="74"/>
                </a:cubicBezTo>
                <a:cubicBezTo>
                  <a:pt x="236" y="236"/>
                  <a:pt x="236" y="236"/>
                  <a:pt x="236" y="236"/>
                </a:cubicBezTo>
                <a:cubicBezTo>
                  <a:pt x="89" y="236"/>
                  <a:pt x="89" y="236"/>
                  <a:pt x="89" y="236"/>
                </a:cubicBezTo>
                <a:cubicBezTo>
                  <a:pt x="45" y="236"/>
                  <a:pt x="0" y="265"/>
                  <a:pt x="0" y="309"/>
                </a:cubicBezTo>
                <a:cubicBezTo>
                  <a:pt x="0" y="353"/>
                  <a:pt x="45" y="383"/>
                  <a:pt x="89" y="383"/>
                </a:cubicBezTo>
                <a:cubicBezTo>
                  <a:pt x="236" y="383"/>
                  <a:pt x="236" y="383"/>
                  <a:pt x="236" y="383"/>
                </a:cubicBezTo>
                <a:cubicBezTo>
                  <a:pt x="236" y="545"/>
                  <a:pt x="236" y="545"/>
                  <a:pt x="236" y="545"/>
                </a:cubicBezTo>
                <a:cubicBezTo>
                  <a:pt x="236" y="589"/>
                  <a:pt x="280" y="618"/>
                  <a:pt x="324" y="618"/>
                </a:cubicBezTo>
                <a:cubicBezTo>
                  <a:pt x="369" y="618"/>
                  <a:pt x="398" y="589"/>
                  <a:pt x="398" y="545"/>
                </a:cubicBezTo>
                <a:cubicBezTo>
                  <a:pt x="398" y="383"/>
                  <a:pt x="398" y="383"/>
                  <a:pt x="398" y="383"/>
                </a:cubicBezTo>
                <a:cubicBezTo>
                  <a:pt x="560" y="383"/>
                  <a:pt x="560" y="383"/>
                  <a:pt x="560" y="383"/>
                </a:cubicBezTo>
                <a:cubicBezTo>
                  <a:pt x="604" y="383"/>
                  <a:pt x="633" y="353"/>
                  <a:pt x="633" y="309"/>
                </a:cubicBezTo>
                <a:cubicBezTo>
                  <a:pt x="633" y="265"/>
                  <a:pt x="604" y="236"/>
                  <a:pt x="560" y="236"/>
                </a:cubicBezTo>
                <a:close/>
                <a:moveTo>
                  <a:pt x="560" y="353"/>
                </a:moveTo>
                <a:lnTo>
                  <a:pt x="560" y="353"/>
                </a:lnTo>
                <a:cubicBezTo>
                  <a:pt x="354" y="353"/>
                  <a:pt x="354" y="353"/>
                  <a:pt x="354" y="353"/>
                </a:cubicBezTo>
                <a:cubicBezTo>
                  <a:pt x="354" y="545"/>
                  <a:pt x="354" y="545"/>
                  <a:pt x="354" y="545"/>
                </a:cubicBezTo>
                <a:cubicBezTo>
                  <a:pt x="354" y="559"/>
                  <a:pt x="339" y="589"/>
                  <a:pt x="324" y="589"/>
                </a:cubicBezTo>
                <a:cubicBezTo>
                  <a:pt x="295" y="589"/>
                  <a:pt x="280" y="559"/>
                  <a:pt x="280" y="545"/>
                </a:cubicBezTo>
                <a:cubicBezTo>
                  <a:pt x="280" y="353"/>
                  <a:pt x="280" y="353"/>
                  <a:pt x="280" y="353"/>
                </a:cubicBezTo>
                <a:cubicBezTo>
                  <a:pt x="89" y="353"/>
                  <a:pt x="89" y="353"/>
                  <a:pt x="89" y="353"/>
                </a:cubicBezTo>
                <a:cubicBezTo>
                  <a:pt x="59" y="353"/>
                  <a:pt x="45" y="324"/>
                  <a:pt x="45" y="309"/>
                </a:cubicBezTo>
                <a:cubicBezTo>
                  <a:pt x="45" y="294"/>
                  <a:pt x="59" y="265"/>
                  <a:pt x="89" y="265"/>
                </a:cubicBezTo>
                <a:cubicBezTo>
                  <a:pt x="280" y="265"/>
                  <a:pt x="280" y="265"/>
                  <a:pt x="280" y="265"/>
                </a:cubicBezTo>
                <a:cubicBezTo>
                  <a:pt x="280" y="74"/>
                  <a:pt x="280" y="74"/>
                  <a:pt x="280" y="74"/>
                </a:cubicBezTo>
                <a:cubicBezTo>
                  <a:pt x="280" y="59"/>
                  <a:pt x="295" y="29"/>
                  <a:pt x="324" y="29"/>
                </a:cubicBezTo>
                <a:cubicBezTo>
                  <a:pt x="339" y="29"/>
                  <a:pt x="354" y="59"/>
                  <a:pt x="354" y="74"/>
                </a:cubicBezTo>
                <a:cubicBezTo>
                  <a:pt x="354" y="265"/>
                  <a:pt x="354" y="265"/>
                  <a:pt x="354" y="265"/>
                </a:cubicBezTo>
                <a:cubicBezTo>
                  <a:pt x="560" y="265"/>
                  <a:pt x="560" y="265"/>
                  <a:pt x="560" y="265"/>
                </a:cubicBezTo>
                <a:cubicBezTo>
                  <a:pt x="575" y="265"/>
                  <a:pt x="589" y="294"/>
                  <a:pt x="589" y="309"/>
                </a:cubicBezTo>
                <a:cubicBezTo>
                  <a:pt x="589" y="324"/>
                  <a:pt x="575" y="353"/>
                  <a:pt x="560" y="353"/>
                </a:cubicBezTo>
                <a:close/>
              </a:path>
            </a:pathLst>
          </a:custGeom>
          <a:solidFill>
            <a:schemeClr val="tx1"/>
          </a:solidFill>
          <a:ln>
            <a:noFill/>
          </a:ln>
          <a:effectLst/>
          <a:extLst>
            <a:ext uri="{91240B29-F687-4f45-9708-019B960494DF}"/>
            <a:ext uri="{AF507438-7753-43e0-B8FC-AC1667EBCBE1}"/>
          </a:extLst>
        </p:spPr>
        <p:txBody>
          <a:bodyPr wrap="none" anchor="ctr"/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>
              <a:latin typeface="+mn-lt"/>
              <a:ea typeface="+mn-ea"/>
            </a:endParaRPr>
          </a:p>
        </p:txBody>
      </p:sp>
      <p:sp>
        <p:nvSpPr>
          <p:cNvPr id="167" name="Freeform 37"/>
          <p:cNvSpPr>
            <a:spLocks noChangeArrowheads="1"/>
          </p:cNvSpPr>
          <p:nvPr userDrawn="1"/>
        </p:nvSpPr>
        <p:spPr bwMode="auto">
          <a:xfrm>
            <a:off x="909677" y="3167664"/>
            <a:ext cx="214700" cy="188638"/>
          </a:xfrm>
          <a:custGeom>
            <a:avLst/>
            <a:gdLst>
              <a:gd name="T0" fmla="*/ 73 w 634"/>
              <a:gd name="T1" fmla="*/ 162 h 561"/>
              <a:gd name="T2" fmla="*/ 73 w 634"/>
              <a:gd name="T3" fmla="*/ 162 h 561"/>
              <a:gd name="T4" fmla="*/ 544 w 634"/>
              <a:gd name="T5" fmla="*/ 162 h 561"/>
              <a:gd name="T6" fmla="*/ 633 w 634"/>
              <a:gd name="T7" fmla="*/ 89 h 561"/>
              <a:gd name="T8" fmla="*/ 544 w 634"/>
              <a:gd name="T9" fmla="*/ 0 h 561"/>
              <a:gd name="T10" fmla="*/ 73 w 634"/>
              <a:gd name="T11" fmla="*/ 0 h 561"/>
              <a:gd name="T12" fmla="*/ 0 w 634"/>
              <a:gd name="T13" fmla="*/ 89 h 561"/>
              <a:gd name="T14" fmla="*/ 73 w 634"/>
              <a:gd name="T15" fmla="*/ 162 h 561"/>
              <a:gd name="T16" fmla="*/ 73 w 634"/>
              <a:gd name="T17" fmla="*/ 45 h 561"/>
              <a:gd name="T18" fmla="*/ 73 w 634"/>
              <a:gd name="T19" fmla="*/ 45 h 561"/>
              <a:gd name="T20" fmla="*/ 544 w 634"/>
              <a:gd name="T21" fmla="*/ 45 h 561"/>
              <a:gd name="T22" fmla="*/ 588 w 634"/>
              <a:gd name="T23" fmla="*/ 89 h 561"/>
              <a:gd name="T24" fmla="*/ 544 w 634"/>
              <a:gd name="T25" fmla="*/ 118 h 561"/>
              <a:gd name="T26" fmla="*/ 73 w 634"/>
              <a:gd name="T27" fmla="*/ 118 h 561"/>
              <a:gd name="T28" fmla="*/ 44 w 634"/>
              <a:gd name="T29" fmla="*/ 89 h 561"/>
              <a:gd name="T30" fmla="*/ 73 w 634"/>
              <a:gd name="T31" fmla="*/ 45 h 561"/>
              <a:gd name="T32" fmla="*/ 544 w 634"/>
              <a:gd name="T33" fmla="*/ 207 h 561"/>
              <a:gd name="T34" fmla="*/ 544 w 634"/>
              <a:gd name="T35" fmla="*/ 207 h 561"/>
              <a:gd name="T36" fmla="*/ 73 w 634"/>
              <a:gd name="T37" fmla="*/ 207 h 561"/>
              <a:gd name="T38" fmla="*/ 0 w 634"/>
              <a:gd name="T39" fmla="*/ 280 h 561"/>
              <a:gd name="T40" fmla="*/ 73 w 634"/>
              <a:gd name="T41" fmla="*/ 354 h 561"/>
              <a:gd name="T42" fmla="*/ 544 w 634"/>
              <a:gd name="T43" fmla="*/ 354 h 561"/>
              <a:gd name="T44" fmla="*/ 633 w 634"/>
              <a:gd name="T45" fmla="*/ 280 h 561"/>
              <a:gd name="T46" fmla="*/ 544 w 634"/>
              <a:gd name="T47" fmla="*/ 207 h 561"/>
              <a:gd name="T48" fmla="*/ 544 w 634"/>
              <a:gd name="T49" fmla="*/ 324 h 561"/>
              <a:gd name="T50" fmla="*/ 544 w 634"/>
              <a:gd name="T51" fmla="*/ 324 h 561"/>
              <a:gd name="T52" fmla="*/ 73 w 634"/>
              <a:gd name="T53" fmla="*/ 324 h 561"/>
              <a:gd name="T54" fmla="*/ 44 w 634"/>
              <a:gd name="T55" fmla="*/ 280 h 561"/>
              <a:gd name="T56" fmla="*/ 73 w 634"/>
              <a:gd name="T57" fmla="*/ 236 h 561"/>
              <a:gd name="T58" fmla="*/ 544 w 634"/>
              <a:gd name="T59" fmla="*/ 236 h 561"/>
              <a:gd name="T60" fmla="*/ 588 w 634"/>
              <a:gd name="T61" fmla="*/ 280 h 561"/>
              <a:gd name="T62" fmla="*/ 544 w 634"/>
              <a:gd name="T63" fmla="*/ 324 h 561"/>
              <a:gd name="T64" fmla="*/ 544 w 634"/>
              <a:gd name="T65" fmla="*/ 398 h 561"/>
              <a:gd name="T66" fmla="*/ 544 w 634"/>
              <a:gd name="T67" fmla="*/ 398 h 561"/>
              <a:gd name="T68" fmla="*/ 73 w 634"/>
              <a:gd name="T69" fmla="*/ 398 h 561"/>
              <a:gd name="T70" fmla="*/ 0 w 634"/>
              <a:gd name="T71" fmla="*/ 471 h 561"/>
              <a:gd name="T72" fmla="*/ 73 w 634"/>
              <a:gd name="T73" fmla="*/ 560 h 561"/>
              <a:gd name="T74" fmla="*/ 544 w 634"/>
              <a:gd name="T75" fmla="*/ 560 h 561"/>
              <a:gd name="T76" fmla="*/ 633 w 634"/>
              <a:gd name="T77" fmla="*/ 471 h 561"/>
              <a:gd name="T78" fmla="*/ 544 w 634"/>
              <a:gd name="T79" fmla="*/ 398 h 561"/>
              <a:gd name="T80" fmla="*/ 544 w 634"/>
              <a:gd name="T81" fmla="*/ 516 h 561"/>
              <a:gd name="T82" fmla="*/ 544 w 634"/>
              <a:gd name="T83" fmla="*/ 516 h 561"/>
              <a:gd name="T84" fmla="*/ 73 w 634"/>
              <a:gd name="T85" fmla="*/ 516 h 561"/>
              <a:gd name="T86" fmla="*/ 44 w 634"/>
              <a:gd name="T87" fmla="*/ 471 h 561"/>
              <a:gd name="T88" fmla="*/ 73 w 634"/>
              <a:gd name="T89" fmla="*/ 442 h 561"/>
              <a:gd name="T90" fmla="*/ 544 w 634"/>
              <a:gd name="T91" fmla="*/ 442 h 561"/>
              <a:gd name="T92" fmla="*/ 588 w 634"/>
              <a:gd name="T93" fmla="*/ 471 h 561"/>
              <a:gd name="T94" fmla="*/ 544 w 634"/>
              <a:gd name="T95" fmla="*/ 516 h 56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</a:cxnLst>
            <a:rect l="0" t="0" r="r" b="b"/>
            <a:pathLst>
              <a:path w="634" h="561">
                <a:moveTo>
                  <a:pt x="73" y="162"/>
                </a:moveTo>
                <a:lnTo>
                  <a:pt x="73" y="162"/>
                </a:lnTo>
                <a:cubicBezTo>
                  <a:pt x="544" y="162"/>
                  <a:pt x="544" y="162"/>
                  <a:pt x="544" y="162"/>
                </a:cubicBezTo>
                <a:cubicBezTo>
                  <a:pt x="588" y="162"/>
                  <a:pt x="633" y="133"/>
                  <a:pt x="633" y="89"/>
                </a:cubicBezTo>
                <a:cubicBezTo>
                  <a:pt x="633" y="45"/>
                  <a:pt x="588" y="0"/>
                  <a:pt x="544" y="0"/>
                </a:cubicBezTo>
                <a:cubicBezTo>
                  <a:pt x="73" y="0"/>
                  <a:pt x="73" y="0"/>
                  <a:pt x="73" y="0"/>
                </a:cubicBezTo>
                <a:cubicBezTo>
                  <a:pt x="29" y="0"/>
                  <a:pt x="0" y="45"/>
                  <a:pt x="0" y="89"/>
                </a:cubicBezTo>
                <a:cubicBezTo>
                  <a:pt x="0" y="133"/>
                  <a:pt x="29" y="162"/>
                  <a:pt x="73" y="162"/>
                </a:cubicBezTo>
                <a:close/>
                <a:moveTo>
                  <a:pt x="73" y="45"/>
                </a:moveTo>
                <a:lnTo>
                  <a:pt x="73" y="45"/>
                </a:lnTo>
                <a:cubicBezTo>
                  <a:pt x="544" y="45"/>
                  <a:pt x="544" y="45"/>
                  <a:pt x="544" y="45"/>
                </a:cubicBezTo>
                <a:cubicBezTo>
                  <a:pt x="574" y="45"/>
                  <a:pt x="588" y="59"/>
                  <a:pt x="588" y="89"/>
                </a:cubicBezTo>
                <a:cubicBezTo>
                  <a:pt x="588" y="103"/>
                  <a:pt x="574" y="118"/>
                  <a:pt x="544" y="118"/>
                </a:cubicBezTo>
                <a:cubicBezTo>
                  <a:pt x="73" y="118"/>
                  <a:pt x="73" y="118"/>
                  <a:pt x="73" y="118"/>
                </a:cubicBezTo>
                <a:cubicBezTo>
                  <a:pt x="58" y="118"/>
                  <a:pt x="44" y="103"/>
                  <a:pt x="44" y="89"/>
                </a:cubicBezTo>
                <a:cubicBezTo>
                  <a:pt x="44" y="59"/>
                  <a:pt x="58" y="45"/>
                  <a:pt x="73" y="45"/>
                </a:cubicBezTo>
                <a:close/>
                <a:moveTo>
                  <a:pt x="544" y="207"/>
                </a:moveTo>
                <a:lnTo>
                  <a:pt x="544" y="207"/>
                </a:lnTo>
                <a:cubicBezTo>
                  <a:pt x="73" y="207"/>
                  <a:pt x="73" y="207"/>
                  <a:pt x="73" y="207"/>
                </a:cubicBezTo>
                <a:cubicBezTo>
                  <a:pt x="29" y="207"/>
                  <a:pt x="0" y="236"/>
                  <a:pt x="0" y="280"/>
                </a:cubicBezTo>
                <a:cubicBezTo>
                  <a:pt x="0" y="324"/>
                  <a:pt x="29" y="354"/>
                  <a:pt x="73" y="354"/>
                </a:cubicBezTo>
                <a:cubicBezTo>
                  <a:pt x="544" y="354"/>
                  <a:pt x="544" y="354"/>
                  <a:pt x="544" y="354"/>
                </a:cubicBezTo>
                <a:cubicBezTo>
                  <a:pt x="588" y="354"/>
                  <a:pt x="633" y="324"/>
                  <a:pt x="633" y="280"/>
                </a:cubicBezTo>
                <a:cubicBezTo>
                  <a:pt x="633" y="236"/>
                  <a:pt x="588" y="207"/>
                  <a:pt x="544" y="207"/>
                </a:cubicBezTo>
                <a:close/>
                <a:moveTo>
                  <a:pt x="544" y="324"/>
                </a:moveTo>
                <a:lnTo>
                  <a:pt x="544" y="324"/>
                </a:lnTo>
                <a:cubicBezTo>
                  <a:pt x="73" y="324"/>
                  <a:pt x="73" y="324"/>
                  <a:pt x="73" y="324"/>
                </a:cubicBezTo>
                <a:cubicBezTo>
                  <a:pt x="58" y="324"/>
                  <a:pt x="44" y="295"/>
                  <a:pt x="44" y="280"/>
                </a:cubicBezTo>
                <a:cubicBezTo>
                  <a:pt x="44" y="265"/>
                  <a:pt x="58" y="236"/>
                  <a:pt x="73" y="236"/>
                </a:cubicBezTo>
                <a:cubicBezTo>
                  <a:pt x="544" y="236"/>
                  <a:pt x="544" y="236"/>
                  <a:pt x="544" y="236"/>
                </a:cubicBezTo>
                <a:cubicBezTo>
                  <a:pt x="574" y="236"/>
                  <a:pt x="588" y="265"/>
                  <a:pt x="588" y="280"/>
                </a:cubicBezTo>
                <a:cubicBezTo>
                  <a:pt x="588" y="295"/>
                  <a:pt x="574" y="324"/>
                  <a:pt x="544" y="324"/>
                </a:cubicBezTo>
                <a:close/>
                <a:moveTo>
                  <a:pt x="544" y="398"/>
                </a:moveTo>
                <a:lnTo>
                  <a:pt x="544" y="398"/>
                </a:lnTo>
                <a:cubicBezTo>
                  <a:pt x="73" y="398"/>
                  <a:pt x="73" y="398"/>
                  <a:pt x="73" y="398"/>
                </a:cubicBezTo>
                <a:cubicBezTo>
                  <a:pt x="29" y="398"/>
                  <a:pt x="0" y="428"/>
                  <a:pt x="0" y="471"/>
                </a:cubicBezTo>
                <a:cubicBezTo>
                  <a:pt x="0" y="516"/>
                  <a:pt x="29" y="560"/>
                  <a:pt x="73" y="560"/>
                </a:cubicBezTo>
                <a:cubicBezTo>
                  <a:pt x="544" y="560"/>
                  <a:pt x="544" y="560"/>
                  <a:pt x="544" y="560"/>
                </a:cubicBezTo>
                <a:cubicBezTo>
                  <a:pt x="588" y="560"/>
                  <a:pt x="633" y="516"/>
                  <a:pt x="633" y="471"/>
                </a:cubicBezTo>
                <a:cubicBezTo>
                  <a:pt x="633" y="428"/>
                  <a:pt x="588" y="398"/>
                  <a:pt x="544" y="398"/>
                </a:cubicBezTo>
                <a:close/>
                <a:moveTo>
                  <a:pt x="544" y="516"/>
                </a:moveTo>
                <a:lnTo>
                  <a:pt x="544" y="516"/>
                </a:lnTo>
                <a:cubicBezTo>
                  <a:pt x="73" y="516"/>
                  <a:pt x="73" y="516"/>
                  <a:pt x="73" y="516"/>
                </a:cubicBezTo>
                <a:cubicBezTo>
                  <a:pt x="58" y="516"/>
                  <a:pt x="44" y="501"/>
                  <a:pt x="44" y="471"/>
                </a:cubicBezTo>
                <a:cubicBezTo>
                  <a:pt x="44" y="457"/>
                  <a:pt x="58" y="442"/>
                  <a:pt x="73" y="442"/>
                </a:cubicBezTo>
                <a:cubicBezTo>
                  <a:pt x="544" y="442"/>
                  <a:pt x="544" y="442"/>
                  <a:pt x="544" y="442"/>
                </a:cubicBezTo>
                <a:cubicBezTo>
                  <a:pt x="574" y="442"/>
                  <a:pt x="588" y="457"/>
                  <a:pt x="588" y="471"/>
                </a:cubicBezTo>
                <a:cubicBezTo>
                  <a:pt x="588" y="501"/>
                  <a:pt x="574" y="516"/>
                  <a:pt x="544" y="516"/>
                </a:cubicBezTo>
                <a:close/>
              </a:path>
            </a:pathLst>
          </a:custGeom>
          <a:solidFill>
            <a:schemeClr val="tx1"/>
          </a:solidFill>
          <a:ln>
            <a:noFill/>
          </a:ln>
          <a:effectLst/>
          <a:extLst>
            <a:ext uri="{91240B29-F687-4f45-9708-019B960494DF}"/>
            <a:ext uri="{AF507438-7753-43e0-B8FC-AC1667EBCBE1}"/>
          </a:extLst>
        </p:spPr>
        <p:txBody>
          <a:bodyPr wrap="none" anchor="ctr"/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>
              <a:latin typeface="+mn-lt"/>
              <a:ea typeface="+mn-ea"/>
            </a:endParaRPr>
          </a:p>
        </p:txBody>
      </p:sp>
      <p:sp>
        <p:nvSpPr>
          <p:cNvPr id="168" name="Shape 2782"/>
          <p:cNvSpPr/>
          <p:nvPr userDrawn="1"/>
        </p:nvSpPr>
        <p:spPr>
          <a:xfrm>
            <a:off x="2980472" y="2252261"/>
            <a:ext cx="209550" cy="180975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0683" h="20545" extrusionOk="0">
                <a:moveTo>
                  <a:pt x="9621" y="9676"/>
                </a:moveTo>
                <a:cubicBezTo>
                  <a:pt x="9621" y="9676"/>
                  <a:pt x="9621" y="9675"/>
                  <a:pt x="9621" y="9675"/>
                </a:cubicBezTo>
                <a:lnTo>
                  <a:pt x="9620" y="9674"/>
                </a:lnTo>
                <a:cubicBezTo>
                  <a:pt x="9620" y="9674"/>
                  <a:pt x="9621" y="9676"/>
                  <a:pt x="9621" y="9676"/>
                </a:cubicBezTo>
                <a:close/>
                <a:moveTo>
                  <a:pt x="19582" y="1266"/>
                </a:moveTo>
                <a:cubicBezTo>
                  <a:pt x="18115" y="-422"/>
                  <a:pt x="15737" y="-422"/>
                  <a:pt x="14270" y="1266"/>
                </a:cubicBezTo>
                <a:lnTo>
                  <a:pt x="14934" y="2030"/>
                </a:lnTo>
                <a:cubicBezTo>
                  <a:pt x="16034" y="765"/>
                  <a:pt x="17818" y="765"/>
                  <a:pt x="18918" y="2030"/>
                </a:cubicBezTo>
                <a:cubicBezTo>
                  <a:pt x="20019" y="3297"/>
                  <a:pt x="20019" y="5351"/>
                  <a:pt x="18918" y="6618"/>
                </a:cubicBezTo>
                <a:lnTo>
                  <a:pt x="8956" y="17881"/>
                </a:lnTo>
                <a:lnTo>
                  <a:pt x="9621" y="18645"/>
                </a:lnTo>
                <a:lnTo>
                  <a:pt x="19582" y="7382"/>
                </a:lnTo>
                <a:cubicBezTo>
                  <a:pt x="21050" y="5693"/>
                  <a:pt x="21050" y="2955"/>
                  <a:pt x="19582" y="1266"/>
                </a:cubicBezTo>
                <a:moveTo>
                  <a:pt x="2315" y="17881"/>
                </a:moveTo>
                <a:cubicBezTo>
                  <a:pt x="481" y="15770"/>
                  <a:pt x="481" y="12551"/>
                  <a:pt x="2315" y="10439"/>
                </a:cubicBezTo>
                <a:cubicBezTo>
                  <a:pt x="2317" y="10437"/>
                  <a:pt x="2320" y="10434"/>
                  <a:pt x="2323" y="10431"/>
                </a:cubicBezTo>
                <a:lnTo>
                  <a:pt x="2323" y="10431"/>
                </a:lnTo>
                <a:lnTo>
                  <a:pt x="9289" y="2413"/>
                </a:lnTo>
                <a:cubicBezTo>
                  <a:pt x="9472" y="2201"/>
                  <a:pt x="9472" y="1859"/>
                  <a:pt x="9289" y="1648"/>
                </a:cubicBezTo>
                <a:cubicBezTo>
                  <a:pt x="9105" y="1437"/>
                  <a:pt x="8808" y="1437"/>
                  <a:pt x="8624" y="1648"/>
                </a:cubicBezTo>
                <a:lnTo>
                  <a:pt x="1651" y="9675"/>
                </a:lnTo>
                <a:cubicBezTo>
                  <a:pt x="-550" y="12208"/>
                  <a:pt x="-550" y="16112"/>
                  <a:pt x="1651" y="18645"/>
                </a:cubicBezTo>
                <a:cubicBezTo>
                  <a:pt x="3852" y="21178"/>
                  <a:pt x="7420" y="21178"/>
                  <a:pt x="9621" y="18645"/>
                </a:cubicBezTo>
                <a:lnTo>
                  <a:pt x="8948" y="17889"/>
                </a:lnTo>
                <a:cubicBezTo>
                  <a:pt x="7114" y="19991"/>
                  <a:pt x="4147" y="19989"/>
                  <a:pt x="2315" y="17881"/>
                </a:cubicBezTo>
                <a:moveTo>
                  <a:pt x="6300" y="13497"/>
                </a:moveTo>
                <a:cubicBezTo>
                  <a:pt x="7033" y="14341"/>
                  <a:pt x="8223" y="14341"/>
                  <a:pt x="8956" y="13497"/>
                </a:cubicBezTo>
                <a:lnTo>
                  <a:pt x="13937" y="7764"/>
                </a:lnTo>
                <a:cubicBezTo>
                  <a:pt x="14121" y="7553"/>
                  <a:pt x="14121" y="7211"/>
                  <a:pt x="13937" y="7000"/>
                </a:cubicBezTo>
                <a:cubicBezTo>
                  <a:pt x="13754" y="6789"/>
                  <a:pt x="13457" y="6789"/>
                  <a:pt x="13273" y="7000"/>
                </a:cubicBezTo>
                <a:lnTo>
                  <a:pt x="8292" y="12732"/>
                </a:lnTo>
                <a:cubicBezTo>
                  <a:pt x="7926" y="13155"/>
                  <a:pt x="7331" y="13155"/>
                  <a:pt x="6964" y="12732"/>
                </a:cubicBezTo>
                <a:cubicBezTo>
                  <a:pt x="6597" y="12310"/>
                  <a:pt x="6597" y="11626"/>
                  <a:pt x="6964" y="11204"/>
                </a:cubicBezTo>
                <a:lnTo>
                  <a:pt x="8292" y="9675"/>
                </a:lnTo>
                <a:lnTo>
                  <a:pt x="14934" y="2030"/>
                </a:lnTo>
                <a:lnTo>
                  <a:pt x="14270" y="1266"/>
                </a:lnTo>
                <a:lnTo>
                  <a:pt x="6300" y="10439"/>
                </a:lnTo>
                <a:cubicBezTo>
                  <a:pt x="5566" y="11284"/>
                  <a:pt x="5566" y="12653"/>
                  <a:pt x="6300" y="13497"/>
                </a:cubicBezTo>
              </a:path>
            </a:pathLst>
          </a:custGeom>
          <a:solidFill>
            <a:schemeClr val="tx1"/>
          </a:solidFill>
          <a:ln w="12700">
            <a:miter lim="400000"/>
          </a:ln>
        </p:spPr>
        <p:txBody>
          <a:bodyPr lIns="14284" tIns="14284" rIns="14284" bIns="14284" anchor="ctr"/>
          <a:lstStyle/>
          <a:p>
            <a:pPr defTabSz="171399" eaLnBrk="1" hangingPunct="1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1125">
              <a:solidFill>
                <a:srgbClr val="FFFFFF"/>
              </a:solidFill>
              <a:effectLst>
                <a:outerShdw blurRad="38100" dist="12700" dir="5400000" rotWithShape="0">
                  <a:srgbClr val="000000">
                    <a:alpha val="50000"/>
                  </a:srgbClr>
                </a:outerShdw>
              </a:effectLst>
              <a:latin typeface="Gill Sans"/>
              <a:ea typeface="Calibri" charset="0"/>
              <a:cs typeface="Calibri" charset="0"/>
              <a:sym typeface="Gill Sans"/>
            </a:endParaRPr>
          </a:p>
        </p:txBody>
      </p:sp>
      <p:grpSp>
        <p:nvGrpSpPr>
          <p:cNvPr id="169" name="Group 177"/>
          <p:cNvGrpSpPr/>
          <p:nvPr userDrawn="1"/>
        </p:nvGrpSpPr>
        <p:grpSpPr>
          <a:xfrm>
            <a:off x="3767643" y="3155683"/>
            <a:ext cx="212600" cy="212600"/>
            <a:chOff x="8783638" y="3568701"/>
            <a:chExt cx="360363" cy="360363"/>
          </a:xfrm>
          <a:solidFill>
            <a:schemeClr val="tx1"/>
          </a:solidFill>
        </p:grpSpPr>
        <p:sp>
          <p:nvSpPr>
            <p:cNvPr id="170" name="Freeform 99"/>
            <p:cNvSpPr>
              <a:spLocks noEditPoints="1"/>
            </p:cNvSpPr>
            <p:nvPr/>
          </p:nvSpPr>
          <p:spPr bwMode="auto">
            <a:xfrm>
              <a:off x="8783638" y="3568701"/>
              <a:ext cx="360363" cy="360363"/>
            </a:xfrm>
            <a:custGeom>
              <a:avLst/>
              <a:gdLst/>
              <a:ahLst/>
              <a:cxnLst>
                <a:cxn ang="0">
                  <a:pos x="80" y="38"/>
                </a:cxn>
                <a:cxn ang="0">
                  <a:pos x="62" y="0"/>
                </a:cxn>
                <a:cxn ang="0">
                  <a:pos x="35" y="39"/>
                </a:cxn>
                <a:cxn ang="0">
                  <a:pos x="31" y="41"/>
                </a:cxn>
                <a:cxn ang="0">
                  <a:pos x="12" y="38"/>
                </a:cxn>
                <a:cxn ang="0">
                  <a:pos x="0" y="111"/>
                </a:cxn>
                <a:cxn ang="0">
                  <a:pos x="23" y="123"/>
                </a:cxn>
                <a:cxn ang="0">
                  <a:pos x="34" y="116"/>
                </a:cxn>
                <a:cxn ang="0">
                  <a:pos x="35" y="116"/>
                </a:cxn>
                <a:cxn ang="0">
                  <a:pos x="73" y="123"/>
                </a:cxn>
                <a:cxn ang="0">
                  <a:pos x="108" y="115"/>
                </a:cxn>
                <a:cxn ang="0">
                  <a:pos x="110" y="104"/>
                </a:cxn>
                <a:cxn ang="0">
                  <a:pos x="116" y="84"/>
                </a:cxn>
                <a:cxn ang="0">
                  <a:pos x="120" y="64"/>
                </a:cxn>
                <a:cxn ang="0">
                  <a:pos x="123" y="55"/>
                </a:cxn>
                <a:cxn ang="0">
                  <a:pos x="112" y="40"/>
                </a:cxn>
                <a:cxn ang="0">
                  <a:pos x="23" y="115"/>
                </a:cxn>
                <a:cxn ang="0">
                  <a:pos x="8" y="111"/>
                </a:cxn>
                <a:cxn ang="0">
                  <a:pos x="12" y="46"/>
                </a:cxn>
                <a:cxn ang="0">
                  <a:pos x="27" y="50"/>
                </a:cxn>
                <a:cxn ang="0">
                  <a:pos x="115" y="56"/>
                </a:cxn>
                <a:cxn ang="0">
                  <a:pos x="100" y="61"/>
                </a:cxn>
                <a:cxn ang="0">
                  <a:pos x="100" y="65"/>
                </a:cxn>
                <a:cxn ang="0">
                  <a:pos x="114" y="72"/>
                </a:cxn>
                <a:cxn ang="0">
                  <a:pos x="96" y="81"/>
                </a:cxn>
                <a:cxn ang="0">
                  <a:pos x="96" y="84"/>
                </a:cxn>
                <a:cxn ang="0">
                  <a:pos x="109" y="92"/>
                </a:cxn>
                <a:cxn ang="0">
                  <a:pos x="92" y="100"/>
                </a:cxn>
                <a:cxn ang="0">
                  <a:pos x="92" y="104"/>
                </a:cxn>
                <a:cxn ang="0">
                  <a:pos x="102" y="109"/>
                </a:cxn>
                <a:cxn ang="0">
                  <a:pos x="94" y="115"/>
                </a:cxn>
                <a:cxn ang="0">
                  <a:pos x="52" y="113"/>
                </a:cxn>
                <a:cxn ang="0">
                  <a:pos x="31" y="105"/>
                </a:cxn>
                <a:cxn ang="0">
                  <a:pos x="34" y="48"/>
                </a:cxn>
                <a:cxn ang="0">
                  <a:pos x="58" y="11"/>
                </a:cxn>
                <a:cxn ang="0">
                  <a:pos x="73" y="26"/>
                </a:cxn>
                <a:cxn ang="0">
                  <a:pos x="111" y="47"/>
                </a:cxn>
                <a:cxn ang="0">
                  <a:pos x="115" y="56"/>
                </a:cxn>
                <a:cxn ang="0">
                  <a:pos x="115" y="56"/>
                </a:cxn>
              </a:cxnLst>
              <a:rect l="0" t="0" r="r" b="b"/>
              <a:pathLst>
                <a:path w="123" h="123">
                  <a:moveTo>
                    <a:pt x="112" y="40"/>
                  </a:moveTo>
                  <a:cubicBezTo>
                    <a:pt x="107" y="39"/>
                    <a:pt x="96" y="39"/>
                    <a:pt x="80" y="38"/>
                  </a:cubicBezTo>
                  <a:cubicBezTo>
                    <a:pt x="80" y="35"/>
                    <a:pt x="81" y="32"/>
                    <a:pt x="81" y="26"/>
                  </a:cubicBezTo>
                  <a:cubicBezTo>
                    <a:pt x="81" y="12"/>
                    <a:pt x="71" y="0"/>
                    <a:pt x="62" y="0"/>
                  </a:cubicBezTo>
                  <a:cubicBezTo>
                    <a:pt x="55" y="0"/>
                    <a:pt x="50" y="5"/>
                    <a:pt x="50" y="11"/>
                  </a:cubicBezTo>
                  <a:cubicBezTo>
                    <a:pt x="50" y="19"/>
                    <a:pt x="48" y="32"/>
                    <a:pt x="35" y="39"/>
                  </a:cubicBezTo>
                  <a:cubicBezTo>
                    <a:pt x="34" y="40"/>
                    <a:pt x="31" y="41"/>
                    <a:pt x="31" y="41"/>
                  </a:cubicBezTo>
                  <a:cubicBezTo>
                    <a:pt x="31" y="41"/>
                    <a:pt x="31" y="41"/>
                    <a:pt x="31" y="41"/>
                  </a:cubicBezTo>
                  <a:cubicBezTo>
                    <a:pt x="29" y="40"/>
                    <a:pt x="26" y="38"/>
                    <a:pt x="23" y="38"/>
                  </a:cubicBezTo>
                  <a:cubicBezTo>
                    <a:pt x="12" y="38"/>
                    <a:pt x="12" y="38"/>
                    <a:pt x="12" y="38"/>
                  </a:cubicBezTo>
                  <a:cubicBezTo>
                    <a:pt x="6" y="38"/>
                    <a:pt x="0" y="43"/>
                    <a:pt x="0" y="50"/>
                  </a:cubicBezTo>
                  <a:cubicBezTo>
                    <a:pt x="0" y="111"/>
                    <a:pt x="0" y="111"/>
                    <a:pt x="0" y="111"/>
                  </a:cubicBezTo>
                  <a:cubicBezTo>
                    <a:pt x="0" y="118"/>
                    <a:pt x="6" y="123"/>
                    <a:pt x="12" y="123"/>
                  </a:cubicBezTo>
                  <a:cubicBezTo>
                    <a:pt x="23" y="123"/>
                    <a:pt x="23" y="123"/>
                    <a:pt x="23" y="123"/>
                  </a:cubicBezTo>
                  <a:cubicBezTo>
                    <a:pt x="28" y="123"/>
                    <a:pt x="32" y="120"/>
                    <a:pt x="34" y="116"/>
                  </a:cubicBezTo>
                  <a:cubicBezTo>
                    <a:pt x="34" y="116"/>
                    <a:pt x="34" y="116"/>
                    <a:pt x="34" y="116"/>
                  </a:cubicBezTo>
                  <a:cubicBezTo>
                    <a:pt x="34" y="116"/>
                    <a:pt x="34" y="116"/>
                    <a:pt x="35" y="116"/>
                  </a:cubicBezTo>
                  <a:cubicBezTo>
                    <a:pt x="35" y="116"/>
                    <a:pt x="35" y="116"/>
                    <a:pt x="35" y="116"/>
                  </a:cubicBezTo>
                  <a:cubicBezTo>
                    <a:pt x="37" y="117"/>
                    <a:pt x="41" y="118"/>
                    <a:pt x="50" y="120"/>
                  </a:cubicBezTo>
                  <a:cubicBezTo>
                    <a:pt x="52" y="121"/>
                    <a:pt x="63" y="123"/>
                    <a:pt x="73" y="123"/>
                  </a:cubicBezTo>
                  <a:cubicBezTo>
                    <a:pt x="94" y="123"/>
                    <a:pt x="94" y="123"/>
                    <a:pt x="94" y="123"/>
                  </a:cubicBezTo>
                  <a:cubicBezTo>
                    <a:pt x="101" y="123"/>
                    <a:pt x="105" y="120"/>
                    <a:pt x="108" y="115"/>
                  </a:cubicBezTo>
                  <a:cubicBezTo>
                    <a:pt x="108" y="115"/>
                    <a:pt x="109" y="114"/>
                    <a:pt x="110" y="111"/>
                  </a:cubicBezTo>
                  <a:cubicBezTo>
                    <a:pt x="110" y="109"/>
                    <a:pt x="110" y="107"/>
                    <a:pt x="110" y="104"/>
                  </a:cubicBezTo>
                  <a:cubicBezTo>
                    <a:pt x="114" y="102"/>
                    <a:pt x="115" y="97"/>
                    <a:pt x="116" y="95"/>
                  </a:cubicBezTo>
                  <a:cubicBezTo>
                    <a:pt x="118" y="90"/>
                    <a:pt x="117" y="87"/>
                    <a:pt x="116" y="84"/>
                  </a:cubicBezTo>
                  <a:cubicBezTo>
                    <a:pt x="118" y="82"/>
                    <a:pt x="120" y="79"/>
                    <a:pt x="121" y="73"/>
                  </a:cubicBezTo>
                  <a:cubicBezTo>
                    <a:pt x="122" y="70"/>
                    <a:pt x="121" y="67"/>
                    <a:pt x="120" y="64"/>
                  </a:cubicBezTo>
                  <a:cubicBezTo>
                    <a:pt x="122" y="62"/>
                    <a:pt x="123" y="59"/>
                    <a:pt x="123" y="56"/>
                  </a:cubicBezTo>
                  <a:cubicBezTo>
                    <a:pt x="123" y="55"/>
                    <a:pt x="123" y="55"/>
                    <a:pt x="123" y="55"/>
                  </a:cubicBezTo>
                  <a:cubicBezTo>
                    <a:pt x="123" y="55"/>
                    <a:pt x="123" y="54"/>
                    <a:pt x="123" y="53"/>
                  </a:cubicBezTo>
                  <a:cubicBezTo>
                    <a:pt x="123" y="48"/>
                    <a:pt x="120" y="42"/>
                    <a:pt x="112" y="40"/>
                  </a:cubicBezTo>
                  <a:close/>
                  <a:moveTo>
                    <a:pt x="27" y="111"/>
                  </a:moveTo>
                  <a:cubicBezTo>
                    <a:pt x="27" y="113"/>
                    <a:pt x="26" y="115"/>
                    <a:pt x="23" y="115"/>
                  </a:cubicBezTo>
                  <a:cubicBezTo>
                    <a:pt x="12" y="115"/>
                    <a:pt x="12" y="115"/>
                    <a:pt x="12" y="115"/>
                  </a:cubicBezTo>
                  <a:cubicBezTo>
                    <a:pt x="10" y="115"/>
                    <a:pt x="8" y="113"/>
                    <a:pt x="8" y="111"/>
                  </a:cubicBezTo>
                  <a:cubicBezTo>
                    <a:pt x="8" y="50"/>
                    <a:pt x="8" y="50"/>
                    <a:pt x="8" y="50"/>
                  </a:cubicBezTo>
                  <a:cubicBezTo>
                    <a:pt x="8" y="48"/>
                    <a:pt x="10" y="46"/>
                    <a:pt x="12" y="46"/>
                  </a:cubicBezTo>
                  <a:cubicBezTo>
                    <a:pt x="23" y="46"/>
                    <a:pt x="23" y="46"/>
                    <a:pt x="23" y="46"/>
                  </a:cubicBezTo>
                  <a:cubicBezTo>
                    <a:pt x="26" y="46"/>
                    <a:pt x="27" y="48"/>
                    <a:pt x="27" y="50"/>
                  </a:cubicBezTo>
                  <a:lnTo>
                    <a:pt x="27" y="111"/>
                  </a:lnTo>
                  <a:close/>
                  <a:moveTo>
                    <a:pt x="115" y="56"/>
                  </a:moveTo>
                  <a:cubicBezTo>
                    <a:pt x="115" y="58"/>
                    <a:pt x="114" y="61"/>
                    <a:pt x="108" y="61"/>
                  </a:cubicBezTo>
                  <a:cubicBezTo>
                    <a:pt x="100" y="61"/>
                    <a:pt x="100" y="61"/>
                    <a:pt x="100" y="61"/>
                  </a:cubicBezTo>
                  <a:cubicBezTo>
                    <a:pt x="99" y="61"/>
                    <a:pt x="98" y="62"/>
                    <a:pt x="98" y="63"/>
                  </a:cubicBezTo>
                  <a:cubicBezTo>
                    <a:pt x="98" y="64"/>
                    <a:pt x="99" y="65"/>
                    <a:pt x="100" y="65"/>
                  </a:cubicBezTo>
                  <a:cubicBezTo>
                    <a:pt x="108" y="65"/>
                    <a:pt x="108" y="65"/>
                    <a:pt x="108" y="65"/>
                  </a:cubicBezTo>
                  <a:cubicBezTo>
                    <a:pt x="113" y="65"/>
                    <a:pt x="114" y="70"/>
                    <a:pt x="114" y="72"/>
                  </a:cubicBezTo>
                  <a:cubicBezTo>
                    <a:pt x="113" y="75"/>
                    <a:pt x="112" y="81"/>
                    <a:pt x="105" y="81"/>
                  </a:cubicBezTo>
                  <a:cubicBezTo>
                    <a:pt x="96" y="81"/>
                    <a:pt x="96" y="81"/>
                    <a:pt x="96" y="81"/>
                  </a:cubicBezTo>
                  <a:cubicBezTo>
                    <a:pt x="95" y="81"/>
                    <a:pt x="94" y="81"/>
                    <a:pt x="94" y="82"/>
                  </a:cubicBezTo>
                  <a:cubicBezTo>
                    <a:pt x="94" y="83"/>
                    <a:pt x="95" y="84"/>
                    <a:pt x="96" y="84"/>
                  </a:cubicBezTo>
                  <a:cubicBezTo>
                    <a:pt x="104" y="84"/>
                    <a:pt x="104" y="84"/>
                    <a:pt x="104" y="84"/>
                  </a:cubicBezTo>
                  <a:cubicBezTo>
                    <a:pt x="110" y="84"/>
                    <a:pt x="110" y="89"/>
                    <a:pt x="109" y="92"/>
                  </a:cubicBezTo>
                  <a:cubicBezTo>
                    <a:pt x="108" y="96"/>
                    <a:pt x="107" y="100"/>
                    <a:pt x="99" y="100"/>
                  </a:cubicBezTo>
                  <a:cubicBezTo>
                    <a:pt x="92" y="100"/>
                    <a:pt x="92" y="100"/>
                    <a:pt x="92" y="100"/>
                  </a:cubicBezTo>
                  <a:cubicBezTo>
                    <a:pt x="91" y="100"/>
                    <a:pt x="90" y="101"/>
                    <a:pt x="90" y="102"/>
                  </a:cubicBezTo>
                  <a:cubicBezTo>
                    <a:pt x="90" y="103"/>
                    <a:pt x="91" y="104"/>
                    <a:pt x="92" y="104"/>
                  </a:cubicBezTo>
                  <a:cubicBezTo>
                    <a:pt x="98" y="104"/>
                    <a:pt x="98" y="104"/>
                    <a:pt x="98" y="104"/>
                  </a:cubicBezTo>
                  <a:cubicBezTo>
                    <a:pt x="103" y="104"/>
                    <a:pt x="103" y="108"/>
                    <a:pt x="102" y="109"/>
                  </a:cubicBezTo>
                  <a:cubicBezTo>
                    <a:pt x="102" y="110"/>
                    <a:pt x="101" y="112"/>
                    <a:pt x="101" y="112"/>
                  </a:cubicBezTo>
                  <a:cubicBezTo>
                    <a:pt x="100" y="114"/>
                    <a:pt x="98" y="115"/>
                    <a:pt x="94" y="115"/>
                  </a:cubicBezTo>
                  <a:cubicBezTo>
                    <a:pt x="73" y="115"/>
                    <a:pt x="73" y="115"/>
                    <a:pt x="73" y="115"/>
                  </a:cubicBezTo>
                  <a:cubicBezTo>
                    <a:pt x="63" y="115"/>
                    <a:pt x="52" y="113"/>
                    <a:pt x="52" y="113"/>
                  </a:cubicBezTo>
                  <a:cubicBezTo>
                    <a:pt x="36" y="109"/>
                    <a:pt x="35" y="109"/>
                    <a:pt x="34" y="108"/>
                  </a:cubicBezTo>
                  <a:cubicBezTo>
                    <a:pt x="34" y="108"/>
                    <a:pt x="31" y="108"/>
                    <a:pt x="31" y="105"/>
                  </a:cubicBezTo>
                  <a:cubicBezTo>
                    <a:pt x="31" y="52"/>
                    <a:pt x="31" y="52"/>
                    <a:pt x="31" y="52"/>
                  </a:cubicBezTo>
                  <a:cubicBezTo>
                    <a:pt x="31" y="50"/>
                    <a:pt x="32" y="49"/>
                    <a:pt x="34" y="48"/>
                  </a:cubicBezTo>
                  <a:cubicBezTo>
                    <a:pt x="34" y="48"/>
                    <a:pt x="35" y="48"/>
                    <a:pt x="35" y="48"/>
                  </a:cubicBezTo>
                  <a:cubicBezTo>
                    <a:pt x="52" y="40"/>
                    <a:pt x="58" y="25"/>
                    <a:pt x="58" y="11"/>
                  </a:cubicBezTo>
                  <a:cubicBezTo>
                    <a:pt x="58" y="10"/>
                    <a:pt x="59" y="8"/>
                    <a:pt x="62" y="8"/>
                  </a:cubicBezTo>
                  <a:cubicBezTo>
                    <a:pt x="66" y="8"/>
                    <a:pt x="73" y="16"/>
                    <a:pt x="73" y="26"/>
                  </a:cubicBezTo>
                  <a:cubicBezTo>
                    <a:pt x="73" y="35"/>
                    <a:pt x="73" y="37"/>
                    <a:pt x="69" y="46"/>
                  </a:cubicBezTo>
                  <a:cubicBezTo>
                    <a:pt x="108" y="46"/>
                    <a:pt x="107" y="47"/>
                    <a:pt x="111" y="47"/>
                  </a:cubicBezTo>
                  <a:cubicBezTo>
                    <a:pt x="115" y="49"/>
                    <a:pt x="115" y="52"/>
                    <a:pt x="115" y="53"/>
                  </a:cubicBezTo>
                  <a:cubicBezTo>
                    <a:pt x="115" y="55"/>
                    <a:pt x="115" y="54"/>
                    <a:pt x="115" y="56"/>
                  </a:cubicBezTo>
                  <a:close/>
                  <a:moveTo>
                    <a:pt x="115" y="56"/>
                  </a:moveTo>
                  <a:cubicBezTo>
                    <a:pt x="115" y="56"/>
                    <a:pt x="115" y="56"/>
                    <a:pt x="115" y="56"/>
                  </a:cubicBezTo>
                </a:path>
              </a:pathLst>
            </a:custGeom>
            <a:grpFill/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pPr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>
                <a:latin typeface="+mn-lt"/>
                <a:ea typeface="+mn-ea"/>
              </a:endParaRPr>
            </a:p>
          </p:txBody>
        </p:sp>
        <p:sp>
          <p:nvSpPr>
            <p:cNvPr id="171" name="Freeform 100"/>
            <p:cNvSpPr>
              <a:spLocks noEditPoints="1"/>
            </p:cNvSpPr>
            <p:nvPr/>
          </p:nvSpPr>
          <p:spPr bwMode="auto">
            <a:xfrm>
              <a:off x="8818563" y="3862388"/>
              <a:ext cx="33338" cy="31750"/>
            </a:xfrm>
            <a:custGeom>
              <a:avLst/>
              <a:gdLst/>
              <a:ahLst/>
              <a:cxnLst>
                <a:cxn ang="0">
                  <a:pos x="6" y="0"/>
                </a:cxn>
                <a:cxn ang="0">
                  <a:pos x="0" y="5"/>
                </a:cxn>
                <a:cxn ang="0">
                  <a:pos x="6" y="11"/>
                </a:cxn>
                <a:cxn ang="0">
                  <a:pos x="11" y="5"/>
                </a:cxn>
                <a:cxn ang="0">
                  <a:pos x="6" y="0"/>
                </a:cxn>
                <a:cxn ang="0">
                  <a:pos x="6" y="7"/>
                </a:cxn>
                <a:cxn ang="0">
                  <a:pos x="4" y="5"/>
                </a:cxn>
                <a:cxn ang="0">
                  <a:pos x="6" y="4"/>
                </a:cxn>
                <a:cxn ang="0">
                  <a:pos x="8" y="5"/>
                </a:cxn>
                <a:cxn ang="0">
                  <a:pos x="6" y="7"/>
                </a:cxn>
                <a:cxn ang="0">
                  <a:pos x="6" y="7"/>
                </a:cxn>
                <a:cxn ang="0">
                  <a:pos x="6" y="7"/>
                </a:cxn>
              </a:cxnLst>
              <a:rect l="0" t="0" r="r" b="b"/>
              <a:pathLst>
                <a:path w="11" h="11">
                  <a:moveTo>
                    <a:pt x="6" y="0"/>
                  </a:moveTo>
                  <a:cubicBezTo>
                    <a:pt x="2" y="0"/>
                    <a:pt x="0" y="2"/>
                    <a:pt x="0" y="5"/>
                  </a:cubicBezTo>
                  <a:cubicBezTo>
                    <a:pt x="0" y="9"/>
                    <a:pt x="2" y="11"/>
                    <a:pt x="6" y="11"/>
                  </a:cubicBezTo>
                  <a:cubicBezTo>
                    <a:pt x="9" y="11"/>
                    <a:pt x="11" y="9"/>
                    <a:pt x="11" y="5"/>
                  </a:cubicBezTo>
                  <a:cubicBezTo>
                    <a:pt x="11" y="2"/>
                    <a:pt x="9" y="0"/>
                    <a:pt x="6" y="0"/>
                  </a:cubicBezTo>
                  <a:close/>
                  <a:moveTo>
                    <a:pt x="6" y="7"/>
                  </a:moveTo>
                  <a:cubicBezTo>
                    <a:pt x="5" y="7"/>
                    <a:pt x="4" y="6"/>
                    <a:pt x="4" y="5"/>
                  </a:cubicBezTo>
                  <a:cubicBezTo>
                    <a:pt x="4" y="4"/>
                    <a:pt x="5" y="4"/>
                    <a:pt x="6" y="4"/>
                  </a:cubicBezTo>
                  <a:cubicBezTo>
                    <a:pt x="7" y="4"/>
                    <a:pt x="8" y="4"/>
                    <a:pt x="8" y="5"/>
                  </a:cubicBezTo>
                  <a:cubicBezTo>
                    <a:pt x="8" y="6"/>
                    <a:pt x="7" y="7"/>
                    <a:pt x="6" y="7"/>
                  </a:cubicBezTo>
                  <a:close/>
                  <a:moveTo>
                    <a:pt x="6" y="7"/>
                  </a:moveTo>
                  <a:cubicBezTo>
                    <a:pt x="6" y="7"/>
                    <a:pt x="6" y="7"/>
                    <a:pt x="6" y="7"/>
                  </a:cubicBezTo>
                </a:path>
              </a:pathLst>
            </a:custGeom>
            <a:grpFill/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pPr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>
                <a:latin typeface="+mn-lt"/>
                <a:ea typeface="+mn-ea"/>
              </a:endParaRPr>
            </a:p>
          </p:txBody>
        </p:sp>
      </p:grpSp>
      <p:sp>
        <p:nvSpPr>
          <p:cNvPr id="172" name="Freeform 99"/>
          <p:cNvSpPr>
            <a:spLocks noEditPoints="1"/>
          </p:cNvSpPr>
          <p:nvPr userDrawn="1"/>
        </p:nvSpPr>
        <p:spPr bwMode="auto">
          <a:xfrm>
            <a:off x="6136388" y="5787904"/>
            <a:ext cx="233362" cy="219075"/>
          </a:xfrm>
          <a:custGeom>
            <a:avLst/>
            <a:gdLst>
              <a:gd name="T0" fmla="*/ 2147483646 w 68"/>
              <a:gd name="T1" fmla="*/ 2147483646 h 64"/>
              <a:gd name="T2" fmla="*/ 2147483646 w 68"/>
              <a:gd name="T3" fmla="*/ 2147483646 h 64"/>
              <a:gd name="T4" fmla="*/ 2147483646 w 68"/>
              <a:gd name="T5" fmla="*/ 2147483646 h 64"/>
              <a:gd name="T6" fmla="*/ 2147483646 w 68"/>
              <a:gd name="T7" fmla="*/ 2147483646 h 64"/>
              <a:gd name="T8" fmla="*/ 2147483646 w 68"/>
              <a:gd name="T9" fmla="*/ 2147483646 h 64"/>
              <a:gd name="T10" fmla="*/ 2147483646 w 68"/>
              <a:gd name="T11" fmla="*/ 2147483646 h 64"/>
              <a:gd name="T12" fmla="*/ 0 w 68"/>
              <a:gd name="T13" fmla="*/ 2147483646 h 64"/>
              <a:gd name="T14" fmla="*/ 2147483646 w 68"/>
              <a:gd name="T15" fmla="*/ 2147483646 h 64"/>
              <a:gd name="T16" fmla="*/ 2147483646 w 68"/>
              <a:gd name="T17" fmla="*/ 2147483646 h 64"/>
              <a:gd name="T18" fmla="*/ 2147483646 w 68"/>
              <a:gd name="T19" fmla="*/ 2147483646 h 64"/>
              <a:gd name="T20" fmla="*/ 2147483646 w 68"/>
              <a:gd name="T21" fmla="*/ 2147483646 h 64"/>
              <a:gd name="T22" fmla="*/ 2147483646 w 68"/>
              <a:gd name="T23" fmla="*/ 2147483646 h 64"/>
              <a:gd name="T24" fmla="*/ 2147483646 w 68"/>
              <a:gd name="T25" fmla="*/ 2147483646 h 64"/>
              <a:gd name="T26" fmla="*/ 2147483646 w 68"/>
              <a:gd name="T27" fmla="*/ 2147483646 h 64"/>
              <a:gd name="T28" fmla="*/ 2147483646 w 68"/>
              <a:gd name="T29" fmla="*/ 2147483646 h 64"/>
              <a:gd name="T30" fmla="*/ 2147483646 w 68"/>
              <a:gd name="T31" fmla="*/ 2147483646 h 64"/>
              <a:gd name="T32" fmla="*/ 2147483646 w 68"/>
              <a:gd name="T33" fmla="*/ 2147483646 h 64"/>
              <a:gd name="T34" fmla="*/ 2147483646 w 68"/>
              <a:gd name="T35" fmla="*/ 2147483646 h 64"/>
              <a:gd name="T36" fmla="*/ 2147483646 w 68"/>
              <a:gd name="T37" fmla="*/ 2147483646 h 64"/>
              <a:gd name="T38" fmla="*/ 2147483646 w 68"/>
              <a:gd name="T39" fmla="*/ 2147483646 h 64"/>
              <a:gd name="T40" fmla="*/ 2147483646 w 68"/>
              <a:gd name="T41" fmla="*/ 0 h 64"/>
              <a:gd name="T42" fmla="*/ 2147483646 w 68"/>
              <a:gd name="T43" fmla="*/ 2147483646 h 64"/>
              <a:gd name="T44" fmla="*/ 2147483646 w 68"/>
              <a:gd name="T45" fmla="*/ 2147483646 h 64"/>
              <a:gd name="T46" fmla="*/ 2147483646 w 68"/>
              <a:gd name="T47" fmla="*/ 2147483646 h 64"/>
              <a:gd name="T48" fmla="*/ 2147483646 w 68"/>
              <a:gd name="T49" fmla="*/ 2147483646 h 64"/>
              <a:gd name="T50" fmla="*/ 2147483646 w 68"/>
              <a:gd name="T51" fmla="*/ 2147483646 h 64"/>
              <a:gd name="T52" fmla="*/ 2147483646 w 68"/>
              <a:gd name="T53" fmla="*/ 2147483646 h 64"/>
              <a:gd name="T54" fmla="*/ 2147483646 w 68"/>
              <a:gd name="T55" fmla="*/ 0 h 64"/>
              <a:gd name="T56" fmla="*/ 2147483646 w 68"/>
              <a:gd name="T57" fmla="*/ 0 h 64"/>
              <a:gd name="T58" fmla="*/ 2147483646 w 68"/>
              <a:gd name="T59" fmla="*/ 2147483646 h 64"/>
              <a:gd name="T60" fmla="*/ 2147483646 w 68"/>
              <a:gd name="T61" fmla="*/ 2147483646 h 64"/>
              <a:gd name="T62" fmla="*/ 2147483646 w 68"/>
              <a:gd name="T63" fmla="*/ 2147483646 h 64"/>
              <a:gd name="T64" fmla="*/ 2147483646 w 68"/>
              <a:gd name="T65" fmla="*/ 2147483646 h 64"/>
              <a:gd name="T66" fmla="*/ 2147483646 w 68"/>
              <a:gd name="T67" fmla="*/ 2147483646 h 64"/>
              <a:gd name="T68" fmla="*/ 2147483646 w 68"/>
              <a:gd name="T69" fmla="*/ 2147483646 h 64"/>
              <a:gd name="T70" fmla="*/ 2147483646 w 68"/>
              <a:gd name="T71" fmla="*/ 2147483646 h 64"/>
              <a:gd name="T72" fmla="*/ 2147483646 w 68"/>
              <a:gd name="T73" fmla="*/ 2147483646 h 64"/>
              <a:gd name="T74" fmla="*/ 2147483646 w 68"/>
              <a:gd name="T75" fmla="*/ 2147483646 h 64"/>
              <a:gd name="T76" fmla="*/ 2147483646 w 68"/>
              <a:gd name="T77" fmla="*/ 2147483646 h 64"/>
              <a:gd name="T78" fmla="*/ 2147483646 w 68"/>
              <a:gd name="T79" fmla="*/ 2147483646 h 64"/>
              <a:gd name="T80" fmla="*/ 2147483646 w 68"/>
              <a:gd name="T81" fmla="*/ 2147483646 h 64"/>
              <a:gd name="T82" fmla="*/ 2147483646 w 68"/>
              <a:gd name="T83" fmla="*/ 2147483646 h 64"/>
              <a:gd name="T84" fmla="*/ 2147483646 w 68"/>
              <a:gd name="T85" fmla="*/ 2147483646 h 64"/>
              <a:gd name="T86" fmla="*/ 2147483646 w 68"/>
              <a:gd name="T87" fmla="*/ 2147483646 h 64"/>
              <a:gd name="T88" fmla="*/ 2147483646 w 68"/>
              <a:gd name="T89" fmla="*/ 2147483646 h 64"/>
              <a:gd name="T90" fmla="*/ 2147483646 w 68"/>
              <a:gd name="T91" fmla="*/ 2147483646 h 64"/>
              <a:gd name="T92" fmla="*/ 2147483646 w 68"/>
              <a:gd name="T93" fmla="*/ 2147483646 h 64"/>
              <a:gd name="T94" fmla="*/ 2147483646 w 68"/>
              <a:gd name="T95" fmla="*/ 2147483646 h 64"/>
              <a:gd name="T96" fmla="*/ 0 60000 65536"/>
              <a:gd name="T97" fmla="*/ 0 60000 65536"/>
              <a:gd name="T98" fmla="*/ 0 60000 65536"/>
              <a:gd name="T99" fmla="*/ 0 60000 65536"/>
              <a:gd name="T100" fmla="*/ 0 60000 65536"/>
              <a:gd name="T101" fmla="*/ 0 60000 65536"/>
              <a:gd name="T102" fmla="*/ 0 60000 65536"/>
              <a:gd name="T103" fmla="*/ 0 60000 65536"/>
              <a:gd name="T104" fmla="*/ 0 60000 65536"/>
              <a:gd name="T105" fmla="*/ 0 60000 65536"/>
              <a:gd name="T106" fmla="*/ 0 60000 65536"/>
              <a:gd name="T107" fmla="*/ 0 60000 65536"/>
              <a:gd name="T108" fmla="*/ 0 60000 65536"/>
              <a:gd name="T109" fmla="*/ 0 60000 65536"/>
              <a:gd name="T110" fmla="*/ 0 60000 65536"/>
              <a:gd name="T111" fmla="*/ 0 60000 65536"/>
              <a:gd name="T112" fmla="*/ 0 60000 65536"/>
              <a:gd name="T113" fmla="*/ 0 60000 65536"/>
              <a:gd name="T114" fmla="*/ 0 60000 65536"/>
              <a:gd name="T115" fmla="*/ 0 60000 65536"/>
              <a:gd name="T116" fmla="*/ 0 60000 65536"/>
              <a:gd name="T117" fmla="*/ 0 60000 65536"/>
              <a:gd name="T118" fmla="*/ 0 60000 65536"/>
              <a:gd name="T119" fmla="*/ 0 60000 65536"/>
              <a:gd name="T120" fmla="*/ 0 60000 65536"/>
              <a:gd name="T121" fmla="*/ 0 60000 65536"/>
              <a:gd name="T122" fmla="*/ 0 60000 65536"/>
              <a:gd name="T123" fmla="*/ 0 60000 65536"/>
              <a:gd name="T124" fmla="*/ 0 60000 65536"/>
              <a:gd name="T125" fmla="*/ 0 60000 65536"/>
              <a:gd name="T126" fmla="*/ 0 60000 65536"/>
              <a:gd name="T127" fmla="*/ 0 60000 65536"/>
              <a:gd name="T128" fmla="*/ 0 60000 65536"/>
              <a:gd name="T129" fmla="*/ 0 60000 65536"/>
              <a:gd name="T130" fmla="*/ 0 60000 65536"/>
              <a:gd name="T131" fmla="*/ 0 60000 65536"/>
              <a:gd name="T132" fmla="*/ 0 60000 65536"/>
              <a:gd name="T133" fmla="*/ 0 60000 65536"/>
              <a:gd name="T134" fmla="*/ 0 60000 65536"/>
              <a:gd name="T135" fmla="*/ 0 60000 65536"/>
              <a:gd name="T136" fmla="*/ 0 60000 65536"/>
              <a:gd name="T137" fmla="*/ 0 60000 65536"/>
              <a:gd name="T138" fmla="*/ 0 60000 65536"/>
              <a:gd name="T139" fmla="*/ 0 60000 65536"/>
              <a:gd name="T140" fmla="*/ 0 60000 65536"/>
              <a:gd name="T141" fmla="*/ 0 60000 65536"/>
              <a:gd name="T142" fmla="*/ 0 60000 65536"/>
              <a:gd name="T143" fmla="*/ 0 60000 65536"/>
            </a:gdLst>
            <a:ahLst/>
            <a:cxnLst>
              <a:cxn ang="T96">
                <a:pos x="T0" y="T1"/>
              </a:cxn>
              <a:cxn ang="T97">
                <a:pos x="T2" y="T3"/>
              </a:cxn>
              <a:cxn ang="T98">
                <a:pos x="T4" y="T5"/>
              </a:cxn>
              <a:cxn ang="T99">
                <a:pos x="T6" y="T7"/>
              </a:cxn>
              <a:cxn ang="T100">
                <a:pos x="T8" y="T9"/>
              </a:cxn>
              <a:cxn ang="T101">
                <a:pos x="T10" y="T11"/>
              </a:cxn>
              <a:cxn ang="T102">
                <a:pos x="T12" y="T13"/>
              </a:cxn>
              <a:cxn ang="T103">
                <a:pos x="T14" y="T15"/>
              </a:cxn>
              <a:cxn ang="T104">
                <a:pos x="T16" y="T17"/>
              </a:cxn>
              <a:cxn ang="T105">
                <a:pos x="T18" y="T19"/>
              </a:cxn>
              <a:cxn ang="T106">
                <a:pos x="T20" y="T21"/>
              </a:cxn>
              <a:cxn ang="T107">
                <a:pos x="T22" y="T23"/>
              </a:cxn>
              <a:cxn ang="T108">
                <a:pos x="T24" y="T25"/>
              </a:cxn>
              <a:cxn ang="T109">
                <a:pos x="T26" y="T27"/>
              </a:cxn>
              <a:cxn ang="T110">
                <a:pos x="T28" y="T29"/>
              </a:cxn>
              <a:cxn ang="T111">
                <a:pos x="T30" y="T31"/>
              </a:cxn>
              <a:cxn ang="T112">
                <a:pos x="T32" y="T33"/>
              </a:cxn>
              <a:cxn ang="T113">
                <a:pos x="T34" y="T35"/>
              </a:cxn>
              <a:cxn ang="T114">
                <a:pos x="T36" y="T37"/>
              </a:cxn>
              <a:cxn ang="T115">
                <a:pos x="T38" y="T39"/>
              </a:cxn>
              <a:cxn ang="T116">
                <a:pos x="T40" y="T41"/>
              </a:cxn>
              <a:cxn ang="T117">
                <a:pos x="T42" y="T43"/>
              </a:cxn>
              <a:cxn ang="T118">
                <a:pos x="T44" y="T45"/>
              </a:cxn>
              <a:cxn ang="T119">
                <a:pos x="T46" y="T47"/>
              </a:cxn>
              <a:cxn ang="T120">
                <a:pos x="T48" y="T49"/>
              </a:cxn>
              <a:cxn ang="T121">
                <a:pos x="T50" y="T51"/>
              </a:cxn>
              <a:cxn ang="T122">
                <a:pos x="T52" y="T53"/>
              </a:cxn>
              <a:cxn ang="T123">
                <a:pos x="T54" y="T55"/>
              </a:cxn>
              <a:cxn ang="T124">
                <a:pos x="T56" y="T57"/>
              </a:cxn>
              <a:cxn ang="T125">
                <a:pos x="T58" y="T59"/>
              </a:cxn>
              <a:cxn ang="T126">
                <a:pos x="T60" y="T61"/>
              </a:cxn>
              <a:cxn ang="T127">
                <a:pos x="T62" y="T63"/>
              </a:cxn>
              <a:cxn ang="T128">
                <a:pos x="T64" y="T65"/>
              </a:cxn>
              <a:cxn ang="T129">
                <a:pos x="T66" y="T67"/>
              </a:cxn>
              <a:cxn ang="T130">
                <a:pos x="T68" y="T69"/>
              </a:cxn>
              <a:cxn ang="T131">
                <a:pos x="T70" y="T71"/>
              </a:cxn>
              <a:cxn ang="T132">
                <a:pos x="T72" y="T73"/>
              </a:cxn>
              <a:cxn ang="T133">
                <a:pos x="T74" y="T75"/>
              </a:cxn>
              <a:cxn ang="T134">
                <a:pos x="T76" y="T77"/>
              </a:cxn>
              <a:cxn ang="T135">
                <a:pos x="T78" y="T79"/>
              </a:cxn>
              <a:cxn ang="T136">
                <a:pos x="T80" y="T81"/>
              </a:cxn>
              <a:cxn ang="T137">
                <a:pos x="T82" y="T83"/>
              </a:cxn>
              <a:cxn ang="T138">
                <a:pos x="T84" y="T85"/>
              </a:cxn>
              <a:cxn ang="T139">
                <a:pos x="T86" y="T87"/>
              </a:cxn>
              <a:cxn ang="T140">
                <a:pos x="T88" y="T89"/>
              </a:cxn>
              <a:cxn ang="T141">
                <a:pos x="T90" y="T91"/>
              </a:cxn>
              <a:cxn ang="T142">
                <a:pos x="T92" y="T93"/>
              </a:cxn>
              <a:cxn ang="T143">
                <a:pos x="T94" y="T95"/>
              </a:cxn>
            </a:cxnLst>
            <a:rect l="0" t="0" r="r" b="b"/>
            <a:pathLst>
              <a:path w="68" h="64">
                <a:moveTo>
                  <a:pt x="24" y="36"/>
                </a:moveTo>
                <a:cubicBezTo>
                  <a:pt x="18" y="33"/>
                  <a:pt x="18" y="33"/>
                  <a:pt x="18" y="33"/>
                </a:cubicBezTo>
                <a:cubicBezTo>
                  <a:pt x="10" y="42"/>
                  <a:pt x="9" y="50"/>
                  <a:pt x="9" y="50"/>
                </a:cubicBezTo>
                <a:cubicBezTo>
                  <a:pt x="2" y="36"/>
                  <a:pt x="2" y="36"/>
                  <a:pt x="2" y="36"/>
                </a:cubicBezTo>
                <a:cubicBezTo>
                  <a:pt x="0" y="34"/>
                  <a:pt x="1" y="32"/>
                  <a:pt x="1" y="32"/>
                </a:cubicBezTo>
                <a:cubicBezTo>
                  <a:pt x="1" y="32"/>
                  <a:pt x="3" y="29"/>
                  <a:pt x="6" y="24"/>
                </a:cubicBezTo>
                <a:cubicBezTo>
                  <a:pt x="0" y="21"/>
                  <a:pt x="0" y="21"/>
                  <a:pt x="0" y="21"/>
                </a:cubicBezTo>
                <a:cubicBezTo>
                  <a:pt x="17" y="22"/>
                  <a:pt x="17" y="22"/>
                  <a:pt x="17" y="22"/>
                </a:cubicBezTo>
                <a:lnTo>
                  <a:pt x="24" y="36"/>
                </a:lnTo>
                <a:close/>
                <a:moveTo>
                  <a:pt x="31" y="58"/>
                </a:moveTo>
                <a:cubicBezTo>
                  <a:pt x="31" y="59"/>
                  <a:pt x="31" y="59"/>
                  <a:pt x="31" y="59"/>
                </a:cubicBezTo>
                <a:cubicBezTo>
                  <a:pt x="15" y="58"/>
                  <a:pt x="15" y="58"/>
                  <a:pt x="15" y="58"/>
                </a:cubicBezTo>
                <a:cubicBezTo>
                  <a:pt x="13" y="58"/>
                  <a:pt x="11" y="56"/>
                  <a:pt x="11" y="54"/>
                </a:cubicBezTo>
                <a:cubicBezTo>
                  <a:pt x="9" y="51"/>
                  <a:pt x="11" y="46"/>
                  <a:pt x="12" y="43"/>
                </a:cubicBezTo>
                <a:cubicBezTo>
                  <a:pt x="12" y="43"/>
                  <a:pt x="15" y="43"/>
                  <a:pt x="31" y="44"/>
                </a:cubicBezTo>
                <a:lnTo>
                  <a:pt x="31" y="58"/>
                </a:lnTo>
                <a:close/>
                <a:moveTo>
                  <a:pt x="24" y="23"/>
                </a:moveTo>
                <a:cubicBezTo>
                  <a:pt x="12" y="16"/>
                  <a:pt x="12" y="16"/>
                  <a:pt x="12" y="16"/>
                </a:cubicBezTo>
                <a:cubicBezTo>
                  <a:pt x="11" y="15"/>
                  <a:pt x="11" y="15"/>
                  <a:pt x="11" y="15"/>
                </a:cubicBezTo>
                <a:cubicBezTo>
                  <a:pt x="19" y="2"/>
                  <a:pt x="19" y="2"/>
                  <a:pt x="19" y="2"/>
                </a:cubicBezTo>
                <a:cubicBezTo>
                  <a:pt x="21" y="0"/>
                  <a:pt x="23" y="0"/>
                  <a:pt x="25" y="0"/>
                </a:cubicBezTo>
                <a:cubicBezTo>
                  <a:pt x="29" y="0"/>
                  <a:pt x="31" y="4"/>
                  <a:pt x="34" y="6"/>
                </a:cubicBezTo>
                <a:cubicBezTo>
                  <a:pt x="34" y="6"/>
                  <a:pt x="32" y="9"/>
                  <a:pt x="24" y="23"/>
                </a:cubicBezTo>
                <a:close/>
                <a:moveTo>
                  <a:pt x="59" y="6"/>
                </a:moveTo>
                <a:cubicBezTo>
                  <a:pt x="50" y="20"/>
                  <a:pt x="50" y="20"/>
                  <a:pt x="50" y="20"/>
                </a:cubicBezTo>
                <a:cubicBezTo>
                  <a:pt x="34" y="20"/>
                  <a:pt x="34" y="20"/>
                  <a:pt x="34" y="20"/>
                </a:cubicBezTo>
                <a:cubicBezTo>
                  <a:pt x="40" y="16"/>
                  <a:pt x="40" y="16"/>
                  <a:pt x="40" y="16"/>
                </a:cubicBezTo>
                <a:cubicBezTo>
                  <a:pt x="35" y="4"/>
                  <a:pt x="29" y="0"/>
                  <a:pt x="29" y="0"/>
                </a:cubicBezTo>
                <a:cubicBezTo>
                  <a:pt x="45" y="0"/>
                  <a:pt x="45" y="0"/>
                  <a:pt x="45" y="0"/>
                </a:cubicBezTo>
                <a:cubicBezTo>
                  <a:pt x="47" y="0"/>
                  <a:pt x="49" y="2"/>
                  <a:pt x="49" y="2"/>
                </a:cubicBezTo>
                <a:cubicBezTo>
                  <a:pt x="49" y="2"/>
                  <a:pt x="50" y="5"/>
                  <a:pt x="53" y="9"/>
                </a:cubicBezTo>
                <a:lnTo>
                  <a:pt x="59" y="6"/>
                </a:lnTo>
                <a:close/>
                <a:moveTo>
                  <a:pt x="56" y="55"/>
                </a:moveTo>
                <a:cubicBezTo>
                  <a:pt x="55" y="58"/>
                  <a:pt x="53" y="58"/>
                  <a:pt x="53" y="58"/>
                </a:cubicBezTo>
                <a:cubicBezTo>
                  <a:pt x="53" y="58"/>
                  <a:pt x="50" y="58"/>
                  <a:pt x="44" y="58"/>
                </a:cubicBezTo>
                <a:cubicBezTo>
                  <a:pt x="45" y="64"/>
                  <a:pt x="45" y="64"/>
                  <a:pt x="45" y="64"/>
                </a:cubicBezTo>
                <a:cubicBezTo>
                  <a:pt x="36" y="51"/>
                  <a:pt x="36" y="51"/>
                  <a:pt x="36" y="51"/>
                </a:cubicBezTo>
                <a:cubicBezTo>
                  <a:pt x="44" y="37"/>
                  <a:pt x="44" y="37"/>
                  <a:pt x="44" y="37"/>
                </a:cubicBezTo>
                <a:cubicBezTo>
                  <a:pt x="44" y="43"/>
                  <a:pt x="44" y="43"/>
                  <a:pt x="44" y="43"/>
                </a:cubicBezTo>
                <a:cubicBezTo>
                  <a:pt x="57" y="45"/>
                  <a:pt x="64" y="41"/>
                  <a:pt x="64" y="41"/>
                </a:cubicBezTo>
                <a:lnTo>
                  <a:pt x="56" y="55"/>
                </a:lnTo>
                <a:close/>
                <a:moveTo>
                  <a:pt x="67" y="32"/>
                </a:moveTo>
                <a:cubicBezTo>
                  <a:pt x="68" y="34"/>
                  <a:pt x="67" y="36"/>
                  <a:pt x="66" y="38"/>
                </a:cubicBezTo>
                <a:cubicBezTo>
                  <a:pt x="64" y="41"/>
                  <a:pt x="59" y="41"/>
                  <a:pt x="56" y="42"/>
                </a:cubicBezTo>
                <a:cubicBezTo>
                  <a:pt x="56" y="42"/>
                  <a:pt x="55" y="40"/>
                  <a:pt x="46" y="26"/>
                </a:cubicBezTo>
                <a:cubicBezTo>
                  <a:pt x="58" y="18"/>
                  <a:pt x="58" y="18"/>
                  <a:pt x="58" y="18"/>
                </a:cubicBezTo>
                <a:cubicBezTo>
                  <a:pt x="59" y="18"/>
                  <a:pt x="59" y="18"/>
                  <a:pt x="59" y="18"/>
                </a:cubicBezTo>
                <a:lnTo>
                  <a:pt x="67" y="32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txBody>
          <a:bodyPr/>
          <a:lstStyle/>
          <a:p>
            <a:endParaRPr lang="ko-KR" altLang="en-US"/>
          </a:p>
        </p:txBody>
      </p:sp>
      <p:grpSp>
        <p:nvGrpSpPr>
          <p:cNvPr id="173" name="Group 168"/>
          <p:cNvGrpSpPr/>
          <p:nvPr userDrawn="1"/>
        </p:nvGrpSpPr>
        <p:grpSpPr>
          <a:xfrm>
            <a:off x="6179585" y="5284393"/>
            <a:ext cx="192861" cy="280638"/>
            <a:chOff x="4075113" y="1909763"/>
            <a:chExt cx="247650" cy="360363"/>
          </a:xfrm>
          <a:solidFill>
            <a:schemeClr val="tx1"/>
          </a:solidFill>
        </p:grpSpPr>
        <p:sp>
          <p:nvSpPr>
            <p:cNvPr id="174" name="Freeform 78"/>
            <p:cNvSpPr>
              <a:spLocks noEditPoints="1"/>
            </p:cNvSpPr>
            <p:nvPr/>
          </p:nvSpPr>
          <p:spPr bwMode="auto">
            <a:xfrm>
              <a:off x="4075113" y="1909763"/>
              <a:ext cx="247650" cy="360363"/>
            </a:xfrm>
            <a:custGeom>
              <a:avLst/>
              <a:gdLst/>
              <a:ahLst/>
              <a:cxnLst>
                <a:cxn ang="0">
                  <a:pos x="42" y="0"/>
                </a:cxn>
                <a:cxn ang="0">
                  <a:pos x="0" y="42"/>
                </a:cxn>
                <a:cxn ang="0">
                  <a:pos x="19" y="88"/>
                </a:cxn>
                <a:cxn ang="0">
                  <a:pos x="42" y="123"/>
                </a:cxn>
                <a:cxn ang="0">
                  <a:pos x="65" y="88"/>
                </a:cxn>
                <a:cxn ang="0">
                  <a:pos x="85" y="42"/>
                </a:cxn>
                <a:cxn ang="0">
                  <a:pos x="42" y="0"/>
                </a:cxn>
                <a:cxn ang="0">
                  <a:pos x="52" y="104"/>
                </a:cxn>
                <a:cxn ang="0">
                  <a:pos x="33" y="106"/>
                </a:cxn>
                <a:cxn ang="0">
                  <a:pos x="31" y="99"/>
                </a:cxn>
                <a:cxn ang="0">
                  <a:pos x="31" y="99"/>
                </a:cxn>
                <a:cxn ang="0">
                  <a:pos x="55" y="96"/>
                </a:cxn>
                <a:cxn ang="0">
                  <a:pos x="54" y="99"/>
                </a:cxn>
                <a:cxn ang="0">
                  <a:pos x="52" y="104"/>
                </a:cxn>
                <a:cxn ang="0">
                  <a:pos x="30" y="95"/>
                </a:cxn>
                <a:cxn ang="0">
                  <a:pos x="27" y="88"/>
                </a:cxn>
                <a:cxn ang="0">
                  <a:pos x="57" y="88"/>
                </a:cxn>
                <a:cxn ang="0">
                  <a:pos x="56" y="92"/>
                </a:cxn>
                <a:cxn ang="0">
                  <a:pos x="30" y="95"/>
                </a:cxn>
                <a:cxn ang="0">
                  <a:pos x="42" y="115"/>
                </a:cxn>
                <a:cxn ang="0">
                  <a:pos x="35" y="110"/>
                </a:cxn>
                <a:cxn ang="0">
                  <a:pos x="51" y="108"/>
                </a:cxn>
                <a:cxn ang="0">
                  <a:pos x="42" y="115"/>
                </a:cxn>
                <a:cxn ang="0">
                  <a:pos x="60" y="80"/>
                </a:cxn>
                <a:cxn ang="0">
                  <a:pos x="24" y="80"/>
                </a:cxn>
                <a:cxn ang="0">
                  <a:pos x="18" y="68"/>
                </a:cxn>
                <a:cxn ang="0">
                  <a:pos x="8" y="42"/>
                </a:cxn>
                <a:cxn ang="0">
                  <a:pos x="42" y="8"/>
                </a:cxn>
                <a:cxn ang="0">
                  <a:pos x="77" y="42"/>
                </a:cxn>
                <a:cxn ang="0">
                  <a:pos x="67" y="68"/>
                </a:cxn>
                <a:cxn ang="0">
                  <a:pos x="60" y="80"/>
                </a:cxn>
                <a:cxn ang="0">
                  <a:pos x="60" y="80"/>
                </a:cxn>
                <a:cxn ang="0">
                  <a:pos x="60" y="80"/>
                </a:cxn>
              </a:cxnLst>
              <a:rect l="0" t="0" r="r" b="b"/>
              <a:pathLst>
                <a:path w="85" h="123">
                  <a:moveTo>
                    <a:pt x="42" y="0"/>
                  </a:moveTo>
                  <a:cubicBezTo>
                    <a:pt x="19" y="0"/>
                    <a:pt x="0" y="19"/>
                    <a:pt x="0" y="42"/>
                  </a:cubicBezTo>
                  <a:cubicBezTo>
                    <a:pt x="0" y="57"/>
                    <a:pt x="14" y="74"/>
                    <a:pt x="19" y="88"/>
                  </a:cubicBezTo>
                  <a:cubicBezTo>
                    <a:pt x="27" y="110"/>
                    <a:pt x="26" y="123"/>
                    <a:pt x="42" y="123"/>
                  </a:cubicBezTo>
                  <a:cubicBezTo>
                    <a:pt x="59" y="123"/>
                    <a:pt x="58" y="110"/>
                    <a:pt x="65" y="88"/>
                  </a:cubicBezTo>
                  <a:cubicBezTo>
                    <a:pt x="70" y="74"/>
                    <a:pt x="85" y="57"/>
                    <a:pt x="85" y="42"/>
                  </a:cubicBezTo>
                  <a:cubicBezTo>
                    <a:pt x="85" y="19"/>
                    <a:pt x="66" y="0"/>
                    <a:pt x="42" y="0"/>
                  </a:cubicBezTo>
                  <a:close/>
                  <a:moveTo>
                    <a:pt x="52" y="104"/>
                  </a:moveTo>
                  <a:cubicBezTo>
                    <a:pt x="33" y="106"/>
                    <a:pt x="33" y="106"/>
                    <a:pt x="33" y="106"/>
                  </a:cubicBezTo>
                  <a:cubicBezTo>
                    <a:pt x="33" y="104"/>
                    <a:pt x="32" y="102"/>
                    <a:pt x="31" y="99"/>
                  </a:cubicBezTo>
                  <a:cubicBezTo>
                    <a:pt x="31" y="99"/>
                    <a:pt x="31" y="99"/>
                    <a:pt x="31" y="99"/>
                  </a:cubicBezTo>
                  <a:cubicBezTo>
                    <a:pt x="55" y="96"/>
                    <a:pt x="55" y="96"/>
                    <a:pt x="55" y="96"/>
                  </a:cubicBezTo>
                  <a:cubicBezTo>
                    <a:pt x="54" y="97"/>
                    <a:pt x="54" y="98"/>
                    <a:pt x="54" y="99"/>
                  </a:cubicBezTo>
                  <a:cubicBezTo>
                    <a:pt x="53" y="101"/>
                    <a:pt x="53" y="103"/>
                    <a:pt x="52" y="104"/>
                  </a:cubicBezTo>
                  <a:close/>
                  <a:moveTo>
                    <a:pt x="30" y="95"/>
                  </a:moveTo>
                  <a:cubicBezTo>
                    <a:pt x="29" y="93"/>
                    <a:pt x="28" y="91"/>
                    <a:pt x="27" y="88"/>
                  </a:cubicBezTo>
                  <a:cubicBezTo>
                    <a:pt x="57" y="88"/>
                    <a:pt x="57" y="88"/>
                    <a:pt x="57" y="88"/>
                  </a:cubicBezTo>
                  <a:cubicBezTo>
                    <a:pt x="57" y="89"/>
                    <a:pt x="56" y="91"/>
                    <a:pt x="56" y="92"/>
                  </a:cubicBezTo>
                  <a:lnTo>
                    <a:pt x="30" y="95"/>
                  </a:lnTo>
                  <a:close/>
                  <a:moveTo>
                    <a:pt x="42" y="115"/>
                  </a:moveTo>
                  <a:cubicBezTo>
                    <a:pt x="38" y="115"/>
                    <a:pt x="37" y="114"/>
                    <a:pt x="35" y="110"/>
                  </a:cubicBezTo>
                  <a:cubicBezTo>
                    <a:pt x="51" y="108"/>
                    <a:pt x="51" y="108"/>
                    <a:pt x="51" y="108"/>
                  </a:cubicBezTo>
                  <a:cubicBezTo>
                    <a:pt x="49" y="114"/>
                    <a:pt x="47" y="115"/>
                    <a:pt x="42" y="115"/>
                  </a:cubicBezTo>
                  <a:close/>
                  <a:moveTo>
                    <a:pt x="60" y="80"/>
                  </a:moveTo>
                  <a:cubicBezTo>
                    <a:pt x="24" y="80"/>
                    <a:pt x="24" y="80"/>
                    <a:pt x="24" y="80"/>
                  </a:cubicBezTo>
                  <a:cubicBezTo>
                    <a:pt x="23" y="76"/>
                    <a:pt x="20" y="72"/>
                    <a:pt x="18" y="68"/>
                  </a:cubicBezTo>
                  <a:cubicBezTo>
                    <a:pt x="13" y="59"/>
                    <a:pt x="8" y="50"/>
                    <a:pt x="8" y="42"/>
                  </a:cubicBezTo>
                  <a:cubicBezTo>
                    <a:pt x="8" y="23"/>
                    <a:pt x="23" y="8"/>
                    <a:pt x="42" y="8"/>
                  </a:cubicBezTo>
                  <a:cubicBezTo>
                    <a:pt x="61" y="8"/>
                    <a:pt x="77" y="23"/>
                    <a:pt x="77" y="42"/>
                  </a:cubicBezTo>
                  <a:cubicBezTo>
                    <a:pt x="77" y="50"/>
                    <a:pt x="72" y="59"/>
                    <a:pt x="67" y="68"/>
                  </a:cubicBezTo>
                  <a:cubicBezTo>
                    <a:pt x="64" y="72"/>
                    <a:pt x="62" y="76"/>
                    <a:pt x="60" y="80"/>
                  </a:cubicBezTo>
                  <a:close/>
                  <a:moveTo>
                    <a:pt x="60" y="80"/>
                  </a:moveTo>
                  <a:cubicBezTo>
                    <a:pt x="60" y="80"/>
                    <a:pt x="60" y="80"/>
                    <a:pt x="60" y="80"/>
                  </a:cubicBezTo>
                </a:path>
              </a:pathLst>
            </a:custGeom>
            <a:grpFill/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pPr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>
                <a:latin typeface="+mn-lt"/>
                <a:ea typeface="+mn-ea"/>
              </a:endParaRPr>
            </a:p>
          </p:txBody>
        </p:sp>
        <p:sp>
          <p:nvSpPr>
            <p:cNvPr id="175" name="Freeform 79"/>
            <p:cNvSpPr>
              <a:spLocks noEditPoints="1"/>
            </p:cNvSpPr>
            <p:nvPr/>
          </p:nvSpPr>
          <p:spPr bwMode="auto">
            <a:xfrm>
              <a:off x="4130675" y="1965326"/>
              <a:ext cx="73025" cy="73025"/>
            </a:xfrm>
            <a:custGeom>
              <a:avLst/>
              <a:gdLst/>
              <a:ahLst/>
              <a:cxnLst>
                <a:cxn ang="0">
                  <a:pos x="23" y="0"/>
                </a:cxn>
                <a:cxn ang="0">
                  <a:pos x="0" y="23"/>
                </a:cxn>
                <a:cxn ang="0">
                  <a:pos x="2" y="25"/>
                </a:cxn>
                <a:cxn ang="0">
                  <a:pos x="4" y="23"/>
                </a:cxn>
                <a:cxn ang="0">
                  <a:pos x="23" y="4"/>
                </a:cxn>
                <a:cxn ang="0">
                  <a:pos x="25" y="2"/>
                </a:cxn>
                <a:cxn ang="0">
                  <a:pos x="23" y="0"/>
                </a:cxn>
                <a:cxn ang="0">
                  <a:pos x="23" y="0"/>
                </a:cxn>
                <a:cxn ang="0">
                  <a:pos x="23" y="0"/>
                </a:cxn>
              </a:cxnLst>
              <a:rect l="0" t="0" r="r" b="b"/>
              <a:pathLst>
                <a:path w="25" h="25">
                  <a:moveTo>
                    <a:pt x="23" y="0"/>
                  </a:moveTo>
                  <a:cubicBezTo>
                    <a:pt x="11" y="0"/>
                    <a:pt x="0" y="10"/>
                    <a:pt x="0" y="23"/>
                  </a:cubicBezTo>
                  <a:cubicBezTo>
                    <a:pt x="0" y="24"/>
                    <a:pt x="1" y="25"/>
                    <a:pt x="2" y="25"/>
                  </a:cubicBezTo>
                  <a:cubicBezTo>
                    <a:pt x="3" y="25"/>
                    <a:pt x="4" y="24"/>
                    <a:pt x="4" y="23"/>
                  </a:cubicBezTo>
                  <a:cubicBezTo>
                    <a:pt x="4" y="12"/>
                    <a:pt x="13" y="4"/>
                    <a:pt x="23" y="4"/>
                  </a:cubicBezTo>
                  <a:cubicBezTo>
                    <a:pt x="24" y="4"/>
                    <a:pt x="25" y="3"/>
                    <a:pt x="25" y="2"/>
                  </a:cubicBezTo>
                  <a:cubicBezTo>
                    <a:pt x="25" y="1"/>
                    <a:pt x="24" y="0"/>
                    <a:pt x="23" y="0"/>
                  </a:cubicBezTo>
                  <a:close/>
                  <a:moveTo>
                    <a:pt x="23" y="0"/>
                  </a:moveTo>
                  <a:cubicBezTo>
                    <a:pt x="23" y="0"/>
                    <a:pt x="23" y="0"/>
                    <a:pt x="23" y="0"/>
                  </a:cubicBezTo>
                </a:path>
              </a:pathLst>
            </a:custGeom>
            <a:grpFill/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pPr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>
                <a:latin typeface="+mn-lt"/>
                <a:ea typeface="+mn-ea"/>
              </a:endParaRPr>
            </a:p>
          </p:txBody>
        </p:sp>
      </p:grpSp>
      <p:sp>
        <p:nvSpPr>
          <p:cNvPr id="176" name="Freeform 234"/>
          <p:cNvSpPr>
            <a:spLocks/>
          </p:cNvSpPr>
          <p:nvPr userDrawn="1"/>
        </p:nvSpPr>
        <p:spPr bwMode="auto">
          <a:xfrm>
            <a:off x="6069479" y="3130275"/>
            <a:ext cx="233362" cy="236538"/>
          </a:xfrm>
          <a:custGeom>
            <a:avLst/>
            <a:gdLst>
              <a:gd name="T0" fmla="*/ 2147483646 w 68"/>
              <a:gd name="T1" fmla="*/ 2147483646 h 69"/>
              <a:gd name="T2" fmla="*/ 2147483646 w 68"/>
              <a:gd name="T3" fmla="*/ 2147483646 h 69"/>
              <a:gd name="T4" fmla="*/ 2147483646 w 68"/>
              <a:gd name="T5" fmla="*/ 2147483646 h 69"/>
              <a:gd name="T6" fmla="*/ 2147483646 w 68"/>
              <a:gd name="T7" fmla="*/ 2147483646 h 69"/>
              <a:gd name="T8" fmla="*/ 2147483646 w 68"/>
              <a:gd name="T9" fmla="*/ 2147483646 h 69"/>
              <a:gd name="T10" fmla="*/ 2147483646 w 68"/>
              <a:gd name="T11" fmla="*/ 2147483646 h 69"/>
              <a:gd name="T12" fmla="*/ 0 w 68"/>
              <a:gd name="T13" fmla="*/ 2147483646 h 69"/>
              <a:gd name="T14" fmla="*/ 0 w 68"/>
              <a:gd name="T15" fmla="*/ 2147483646 h 69"/>
              <a:gd name="T16" fmla="*/ 2147483646 w 68"/>
              <a:gd name="T17" fmla="*/ 2147483646 h 69"/>
              <a:gd name="T18" fmla="*/ 2147483646 w 68"/>
              <a:gd name="T19" fmla="*/ 2147483646 h 69"/>
              <a:gd name="T20" fmla="*/ 2147483646 w 68"/>
              <a:gd name="T21" fmla="*/ 2147483646 h 69"/>
              <a:gd name="T22" fmla="*/ 2147483646 w 68"/>
              <a:gd name="T23" fmla="*/ 2147483646 h 69"/>
              <a:gd name="T24" fmla="*/ 2147483646 w 68"/>
              <a:gd name="T25" fmla="*/ 2147483646 h 69"/>
              <a:gd name="T26" fmla="*/ 2147483646 w 68"/>
              <a:gd name="T27" fmla="*/ 2147483646 h 69"/>
              <a:gd name="T28" fmla="*/ 2147483646 w 68"/>
              <a:gd name="T29" fmla="*/ 2147483646 h 69"/>
              <a:gd name="T30" fmla="*/ 2147483646 w 68"/>
              <a:gd name="T31" fmla="*/ 2147483646 h 69"/>
              <a:gd name="T32" fmla="*/ 2147483646 w 68"/>
              <a:gd name="T33" fmla="*/ 2147483646 h 69"/>
              <a:gd name="T34" fmla="*/ 2147483646 w 68"/>
              <a:gd name="T35" fmla="*/ 2147483646 h 69"/>
              <a:gd name="T36" fmla="*/ 2147483646 w 68"/>
              <a:gd name="T37" fmla="*/ 2147483646 h 69"/>
              <a:gd name="T38" fmla="*/ 2147483646 w 68"/>
              <a:gd name="T39" fmla="*/ 2147483646 h 69"/>
              <a:gd name="T40" fmla="*/ 0 60000 65536"/>
              <a:gd name="T41" fmla="*/ 0 60000 65536"/>
              <a:gd name="T42" fmla="*/ 0 60000 65536"/>
              <a:gd name="T43" fmla="*/ 0 60000 65536"/>
              <a:gd name="T44" fmla="*/ 0 60000 65536"/>
              <a:gd name="T45" fmla="*/ 0 60000 65536"/>
              <a:gd name="T46" fmla="*/ 0 60000 65536"/>
              <a:gd name="T47" fmla="*/ 0 60000 65536"/>
              <a:gd name="T48" fmla="*/ 0 60000 65536"/>
              <a:gd name="T49" fmla="*/ 0 60000 65536"/>
              <a:gd name="T50" fmla="*/ 0 60000 65536"/>
              <a:gd name="T51" fmla="*/ 0 60000 65536"/>
              <a:gd name="T52" fmla="*/ 0 60000 65536"/>
              <a:gd name="T53" fmla="*/ 0 60000 65536"/>
              <a:gd name="T54" fmla="*/ 0 60000 65536"/>
              <a:gd name="T55" fmla="*/ 0 60000 65536"/>
              <a:gd name="T56" fmla="*/ 0 60000 65536"/>
              <a:gd name="T57" fmla="*/ 0 60000 65536"/>
              <a:gd name="T58" fmla="*/ 0 60000 65536"/>
              <a:gd name="T59" fmla="*/ 0 60000 65536"/>
            </a:gdLst>
            <a:ahLst/>
            <a:cxnLst>
              <a:cxn ang="T40">
                <a:pos x="T0" y="T1"/>
              </a:cxn>
              <a:cxn ang="T41">
                <a:pos x="T2" y="T3"/>
              </a:cxn>
              <a:cxn ang="T42">
                <a:pos x="T4" y="T5"/>
              </a:cxn>
              <a:cxn ang="T43">
                <a:pos x="T6" y="T7"/>
              </a:cxn>
              <a:cxn ang="T44">
                <a:pos x="T8" y="T9"/>
              </a:cxn>
              <a:cxn ang="T45">
                <a:pos x="T10" y="T11"/>
              </a:cxn>
              <a:cxn ang="T46">
                <a:pos x="T12" y="T13"/>
              </a:cxn>
              <a:cxn ang="T47">
                <a:pos x="T14" y="T15"/>
              </a:cxn>
              <a:cxn ang="T48">
                <a:pos x="T16" y="T17"/>
              </a:cxn>
              <a:cxn ang="T49">
                <a:pos x="T18" y="T19"/>
              </a:cxn>
              <a:cxn ang="T50">
                <a:pos x="T20" y="T21"/>
              </a:cxn>
              <a:cxn ang="T51">
                <a:pos x="T22" y="T23"/>
              </a:cxn>
              <a:cxn ang="T52">
                <a:pos x="T24" y="T25"/>
              </a:cxn>
              <a:cxn ang="T53">
                <a:pos x="T26" y="T27"/>
              </a:cxn>
              <a:cxn ang="T54">
                <a:pos x="T28" y="T29"/>
              </a:cxn>
              <a:cxn ang="T55">
                <a:pos x="T30" y="T31"/>
              </a:cxn>
              <a:cxn ang="T56">
                <a:pos x="T32" y="T33"/>
              </a:cxn>
              <a:cxn ang="T57">
                <a:pos x="T34" y="T35"/>
              </a:cxn>
              <a:cxn ang="T58">
                <a:pos x="T36" y="T37"/>
              </a:cxn>
              <a:cxn ang="T59">
                <a:pos x="T38" y="T39"/>
              </a:cxn>
            </a:cxnLst>
            <a:rect l="0" t="0" r="r" b="b"/>
            <a:pathLst>
              <a:path w="68" h="69">
                <a:moveTo>
                  <a:pt x="66" y="25"/>
                </a:moveTo>
                <a:cubicBezTo>
                  <a:pt x="51" y="40"/>
                  <a:pt x="51" y="40"/>
                  <a:pt x="51" y="40"/>
                </a:cubicBezTo>
                <a:cubicBezTo>
                  <a:pt x="57" y="46"/>
                  <a:pt x="57" y="46"/>
                  <a:pt x="57" y="46"/>
                </a:cubicBezTo>
                <a:cubicBezTo>
                  <a:pt x="51" y="52"/>
                  <a:pt x="51" y="52"/>
                  <a:pt x="51" y="52"/>
                </a:cubicBezTo>
                <a:cubicBezTo>
                  <a:pt x="42" y="60"/>
                  <a:pt x="30" y="61"/>
                  <a:pt x="20" y="55"/>
                </a:cubicBezTo>
                <a:cubicBezTo>
                  <a:pt x="7" y="69"/>
                  <a:pt x="7" y="69"/>
                  <a:pt x="7" y="69"/>
                </a:cubicBezTo>
                <a:cubicBezTo>
                  <a:pt x="0" y="69"/>
                  <a:pt x="0" y="69"/>
                  <a:pt x="0" y="69"/>
                </a:cubicBezTo>
                <a:cubicBezTo>
                  <a:pt x="0" y="62"/>
                  <a:pt x="0" y="62"/>
                  <a:pt x="0" y="62"/>
                </a:cubicBezTo>
                <a:cubicBezTo>
                  <a:pt x="14" y="48"/>
                  <a:pt x="14" y="48"/>
                  <a:pt x="14" y="48"/>
                </a:cubicBezTo>
                <a:cubicBezTo>
                  <a:pt x="7" y="39"/>
                  <a:pt x="8" y="26"/>
                  <a:pt x="17" y="18"/>
                </a:cubicBezTo>
                <a:cubicBezTo>
                  <a:pt x="23" y="12"/>
                  <a:pt x="23" y="12"/>
                  <a:pt x="23" y="12"/>
                </a:cubicBezTo>
                <a:cubicBezTo>
                  <a:pt x="29" y="17"/>
                  <a:pt x="29" y="17"/>
                  <a:pt x="29" y="17"/>
                </a:cubicBezTo>
                <a:cubicBezTo>
                  <a:pt x="44" y="2"/>
                  <a:pt x="44" y="2"/>
                  <a:pt x="44" y="2"/>
                </a:cubicBezTo>
                <a:cubicBezTo>
                  <a:pt x="46" y="0"/>
                  <a:pt x="49" y="0"/>
                  <a:pt x="51" y="2"/>
                </a:cubicBezTo>
                <a:cubicBezTo>
                  <a:pt x="52" y="4"/>
                  <a:pt x="52" y="7"/>
                  <a:pt x="51" y="9"/>
                </a:cubicBezTo>
                <a:cubicBezTo>
                  <a:pt x="35" y="24"/>
                  <a:pt x="35" y="24"/>
                  <a:pt x="35" y="24"/>
                </a:cubicBezTo>
                <a:cubicBezTo>
                  <a:pt x="44" y="33"/>
                  <a:pt x="44" y="33"/>
                  <a:pt x="44" y="33"/>
                </a:cubicBezTo>
                <a:cubicBezTo>
                  <a:pt x="60" y="18"/>
                  <a:pt x="60" y="18"/>
                  <a:pt x="60" y="18"/>
                </a:cubicBezTo>
                <a:cubicBezTo>
                  <a:pt x="61" y="16"/>
                  <a:pt x="64" y="16"/>
                  <a:pt x="66" y="18"/>
                </a:cubicBezTo>
                <a:cubicBezTo>
                  <a:pt x="68" y="20"/>
                  <a:pt x="68" y="23"/>
                  <a:pt x="66" y="25"/>
                </a:cubicBezTo>
                <a:close/>
              </a:path>
            </a:pathLst>
          </a:custGeom>
          <a:solidFill>
            <a:schemeClr val="tx1"/>
          </a:solidFill>
          <a:ln>
            <a:noFill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77" name="Freeform 21"/>
          <p:cNvSpPr>
            <a:spLocks noEditPoints="1"/>
          </p:cNvSpPr>
          <p:nvPr userDrawn="1"/>
        </p:nvSpPr>
        <p:spPr bwMode="auto">
          <a:xfrm>
            <a:off x="7062794" y="5801397"/>
            <a:ext cx="236538" cy="192088"/>
          </a:xfrm>
          <a:custGeom>
            <a:avLst/>
            <a:gdLst>
              <a:gd name="T0" fmla="*/ 2147483646 w 69"/>
              <a:gd name="T1" fmla="*/ 2147483646 h 56"/>
              <a:gd name="T2" fmla="*/ 2147483646 w 69"/>
              <a:gd name="T3" fmla="*/ 2147483646 h 56"/>
              <a:gd name="T4" fmla="*/ 2147483646 w 69"/>
              <a:gd name="T5" fmla="*/ 2147483646 h 56"/>
              <a:gd name="T6" fmla="*/ 2147483646 w 69"/>
              <a:gd name="T7" fmla="*/ 2147483646 h 56"/>
              <a:gd name="T8" fmla="*/ 2147483646 w 69"/>
              <a:gd name="T9" fmla="*/ 2147483646 h 56"/>
              <a:gd name="T10" fmla="*/ 2147483646 w 69"/>
              <a:gd name="T11" fmla="*/ 2147483646 h 56"/>
              <a:gd name="T12" fmla="*/ 2147483646 w 69"/>
              <a:gd name="T13" fmla="*/ 2147483646 h 56"/>
              <a:gd name="T14" fmla="*/ 2147483646 w 69"/>
              <a:gd name="T15" fmla="*/ 2147483646 h 56"/>
              <a:gd name="T16" fmla="*/ 0 w 69"/>
              <a:gd name="T17" fmla="*/ 2147483646 h 56"/>
              <a:gd name="T18" fmla="*/ 2147483646 w 69"/>
              <a:gd name="T19" fmla="*/ 2147483646 h 56"/>
              <a:gd name="T20" fmla="*/ 2147483646 w 69"/>
              <a:gd name="T21" fmla="*/ 2147483646 h 56"/>
              <a:gd name="T22" fmla="*/ 2147483646 w 69"/>
              <a:gd name="T23" fmla="*/ 2147483646 h 56"/>
              <a:gd name="T24" fmla="*/ 2147483646 w 69"/>
              <a:gd name="T25" fmla="*/ 2147483646 h 56"/>
              <a:gd name="T26" fmla="*/ 2147483646 w 69"/>
              <a:gd name="T27" fmla="*/ 2147483646 h 56"/>
              <a:gd name="T28" fmla="*/ 2147483646 w 69"/>
              <a:gd name="T29" fmla="*/ 2147483646 h 56"/>
              <a:gd name="T30" fmla="*/ 2147483646 w 69"/>
              <a:gd name="T31" fmla="*/ 2147483646 h 56"/>
              <a:gd name="T32" fmla="*/ 2147483646 w 69"/>
              <a:gd name="T33" fmla="*/ 0 h 56"/>
              <a:gd name="T34" fmla="*/ 2147483646 w 69"/>
              <a:gd name="T35" fmla="*/ 0 h 56"/>
              <a:gd name="T36" fmla="*/ 2147483646 w 69"/>
              <a:gd name="T37" fmla="*/ 2147483646 h 56"/>
              <a:gd name="T38" fmla="*/ 2147483646 w 69"/>
              <a:gd name="T39" fmla="*/ 2147483646 h 56"/>
              <a:gd name="T40" fmla="*/ 2147483646 w 69"/>
              <a:gd name="T41" fmla="*/ 2147483646 h 56"/>
              <a:gd name="T42" fmla="*/ 2147483646 w 69"/>
              <a:gd name="T43" fmla="*/ 2147483646 h 56"/>
              <a:gd name="T44" fmla="*/ 2147483646 w 69"/>
              <a:gd name="T45" fmla="*/ 2147483646 h 56"/>
              <a:gd name="T46" fmla="*/ 2147483646 w 69"/>
              <a:gd name="T47" fmla="*/ 2147483646 h 56"/>
              <a:gd name="T48" fmla="*/ 2147483646 w 69"/>
              <a:gd name="T49" fmla="*/ 2147483646 h 56"/>
              <a:gd name="T50" fmla="*/ 2147483646 w 69"/>
              <a:gd name="T51" fmla="*/ 2147483646 h 56"/>
              <a:gd name="T52" fmla="*/ 2147483646 w 69"/>
              <a:gd name="T53" fmla="*/ 2147483646 h 56"/>
              <a:gd name="T54" fmla="*/ 2147483646 w 69"/>
              <a:gd name="T55" fmla="*/ 2147483646 h 56"/>
              <a:gd name="T56" fmla="*/ 2147483646 w 69"/>
              <a:gd name="T57" fmla="*/ 2147483646 h 56"/>
              <a:gd name="T58" fmla="*/ 2147483646 w 69"/>
              <a:gd name="T59" fmla="*/ 2147483646 h 56"/>
              <a:gd name="T60" fmla="*/ 2147483646 w 69"/>
              <a:gd name="T61" fmla="*/ 2147483646 h 56"/>
              <a:gd name="T62" fmla="*/ 2147483646 w 69"/>
              <a:gd name="T63" fmla="*/ 2147483646 h 56"/>
              <a:gd name="T64" fmla="*/ 2147483646 w 69"/>
              <a:gd name="T65" fmla="*/ 2147483646 h 56"/>
              <a:gd name="T66" fmla="*/ 2147483646 w 69"/>
              <a:gd name="T67" fmla="*/ 2147483646 h 56"/>
              <a:gd name="T68" fmla="*/ 2147483646 w 69"/>
              <a:gd name="T69" fmla="*/ 2147483646 h 56"/>
              <a:gd name="T70" fmla="*/ 2147483646 w 69"/>
              <a:gd name="T71" fmla="*/ 2147483646 h 56"/>
              <a:gd name="T72" fmla="*/ 2147483646 w 69"/>
              <a:gd name="T73" fmla="*/ 2147483646 h 56"/>
              <a:gd name="T74" fmla="*/ 2147483646 w 69"/>
              <a:gd name="T75" fmla="*/ 2147483646 h 56"/>
              <a:gd name="T76" fmla="*/ 0 60000 65536"/>
              <a:gd name="T77" fmla="*/ 0 60000 65536"/>
              <a:gd name="T78" fmla="*/ 0 60000 65536"/>
              <a:gd name="T79" fmla="*/ 0 60000 65536"/>
              <a:gd name="T80" fmla="*/ 0 60000 65536"/>
              <a:gd name="T81" fmla="*/ 0 60000 65536"/>
              <a:gd name="T82" fmla="*/ 0 60000 65536"/>
              <a:gd name="T83" fmla="*/ 0 60000 65536"/>
              <a:gd name="T84" fmla="*/ 0 60000 65536"/>
              <a:gd name="T85" fmla="*/ 0 60000 65536"/>
              <a:gd name="T86" fmla="*/ 0 60000 65536"/>
              <a:gd name="T87" fmla="*/ 0 60000 65536"/>
              <a:gd name="T88" fmla="*/ 0 60000 65536"/>
              <a:gd name="T89" fmla="*/ 0 60000 65536"/>
              <a:gd name="T90" fmla="*/ 0 60000 65536"/>
              <a:gd name="T91" fmla="*/ 0 60000 65536"/>
              <a:gd name="T92" fmla="*/ 0 60000 65536"/>
              <a:gd name="T93" fmla="*/ 0 60000 65536"/>
              <a:gd name="T94" fmla="*/ 0 60000 65536"/>
              <a:gd name="T95" fmla="*/ 0 60000 65536"/>
              <a:gd name="T96" fmla="*/ 0 60000 65536"/>
              <a:gd name="T97" fmla="*/ 0 60000 65536"/>
              <a:gd name="T98" fmla="*/ 0 60000 65536"/>
              <a:gd name="T99" fmla="*/ 0 60000 65536"/>
              <a:gd name="T100" fmla="*/ 0 60000 65536"/>
              <a:gd name="T101" fmla="*/ 0 60000 65536"/>
              <a:gd name="T102" fmla="*/ 0 60000 65536"/>
              <a:gd name="T103" fmla="*/ 0 60000 65536"/>
              <a:gd name="T104" fmla="*/ 0 60000 65536"/>
              <a:gd name="T105" fmla="*/ 0 60000 65536"/>
              <a:gd name="T106" fmla="*/ 0 60000 65536"/>
              <a:gd name="T107" fmla="*/ 0 60000 65536"/>
              <a:gd name="T108" fmla="*/ 0 60000 65536"/>
              <a:gd name="T109" fmla="*/ 0 60000 65536"/>
              <a:gd name="T110" fmla="*/ 0 60000 65536"/>
              <a:gd name="T111" fmla="*/ 0 60000 65536"/>
              <a:gd name="T112" fmla="*/ 0 60000 65536"/>
              <a:gd name="T113" fmla="*/ 0 60000 65536"/>
            </a:gdLst>
            <a:ahLst/>
            <a:cxnLst>
              <a:cxn ang="T76">
                <a:pos x="T0" y="T1"/>
              </a:cxn>
              <a:cxn ang="T77">
                <a:pos x="T2" y="T3"/>
              </a:cxn>
              <a:cxn ang="T78">
                <a:pos x="T4" y="T5"/>
              </a:cxn>
              <a:cxn ang="T79">
                <a:pos x="T6" y="T7"/>
              </a:cxn>
              <a:cxn ang="T80">
                <a:pos x="T8" y="T9"/>
              </a:cxn>
              <a:cxn ang="T81">
                <a:pos x="T10" y="T11"/>
              </a:cxn>
              <a:cxn ang="T82">
                <a:pos x="T12" y="T13"/>
              </a:cxn>
              <a:cxn ang="T83">
                <a:pos x="T14" y="T15"/>
              </a:cxn>
              <a:cxn ang="T84">
                <a:pos x="T16" y="T17"/>
              </a:cxn>
              <a:cxn ang="T85">
                <a:pos x="T18" y="T19"/>
              </a:cxn>
              <a:cxn ang="T86">
                <a:pos x="T20" y="T21"/>
              </a:cxn>
              <a:cxn ang="T87">
                <a:pos x="T22" y="T23"/>
              </a:cxn>
              <a:cxn ang="T88">
                <a:pos x="T24" y="T25"/>
              </a:cxn>
              <a:cxn ang="T89">
                <a:pos x="T26" y="T27"/>
              </a:cxn>
              <a:cxn ang="T90">
                <a:pos x="T28" y="T29"/>
              </a:cxn>
              <a:cxn ang="T91">
                <a:pos x="T30" y="T31"/>
              </a:cxn>
              <a:cxn ang="T92">
                <a:pos x="T32" y="T33"/>
              </a:cxn>
              <a:cxn ang="T93">
                <a:pos x="T34" y="T35"/>
              </a:cxn>
              <a:cxn ang="T94">
                <a:pos x="T36" y="T37"/>
              </a:cxn>
              <a:cxn ang="T95">
                <a:pos x="T38" y="T39"/>
              </a:cxn>
              <a:cxn ang="T96">
                <a:pos x="T40" y="T41"/>
              </a:cxn>
              <a:cxn ang="T97">
                <a:pos x="T42" y="T43"/>
              </a:cxn>
              <a:cxn ang="T98">
                <a:pos x="T44" y="T45"/>
              </a:cxn>
              <a:cxn ang="T99">
                <a:pos x="T46" y="T47"/>
              </a:cxn>
              <a:cxn ang="T100">
                <a:pos x="T48" y="T49"/>
              </a:cxn>
              <a:cxn ang="T101">
                <a:pos x="T50" y="T51"/>
              </a:cxn>
              <a:cxn ang="T102">
                <a:pos x="T52" y="T53"/>
              </a:cxn>
              <a:cxn ang="T103">
                <a:pos x="T54" y="T55"/>
              </a:cxn>
              <a:cxn ang="T104">
                <a:pos x="T56" y="T57"/>
              </a:cxn>
              <a:cxn ang="T105">
                <a:pos x="T58" y="T59"/>
              </a:cxn>
              <a:cxn ang="T106">
                <a:pos x="T60" y="T61"/>
              </a:cxn>
              <a:cxn ang="T107">
                <a:pos x="T62" y="T63"/>
              </a:cxn>
              <a:cxn ang="T108">
                <a:pos x="T64" y="T65"/>
              </a:cxn>
              <a:cxn ang="T109">
                <a:pos x="T66" y="T67"/>
              </a:cxn>
              <a:cxn ang="T110">
                <a:pos x="T68" y="T69"/>
              </a:cxn>
              <a:cxn ang="T111">
                <a:pos x="T70" y="T71"/>
              </a:cxn>
              <a:cxn ang="T112">
                <a:pos x="T72" y="T73"/>
              </a:cxn>
              <a:cxn ang="T113">
                <a:pos x="T74" y="T75"/>
              </a:cxn>
            </a:cxnLst>
            <a:rect l="0" t="0" r="r" b="b"/>
            <a:pathLst>
              <a:path w="69" h="56">
                <a:moveTo>
                  <a:pt x="69" y="43"/>
                </a:moveTo>
                <a:cubicBezTo>
                  <a:pt x="69" y="46"/>
                  <a:pt x="66" y="46"/>
                  <a:pt x="64" y="46"/>
                </a:cubicBezTo>
                <a:cubicBezTo>
                  <a:pt x="64" y="52"/>
                  <a:pt x="60" y="56"/>
                  <a:pt x="54" y="56"/>
                </a:cubicBezTo>
                <a:cubicBezTo>
                  <a:pt x="48" y="56"/>
                  <a:pt x="44" y="52"/>
                  <a:pt x="44" y="46"/>
                </a:cubicBezTo>
                <a:cubicBezTo>
                  <a:pt x="28" y="46"/>
                  <a:pt x="28" y="46"/>
                  <a:pt x="28" y="46"/>
                </a:cubicBezTo>
                <a:cubicBezTo>
                  <a:pt x="28" y="52"/>
                  <a:pt x="24" y="56"/>
                  <a:pt x="18" y="56"/>
                </a:cubicBezTo>
                <a:cubicBezTo>
                  <a:pt x="12" y="56"/>
                  <a:pt x="8" y="52"/>
                  <a:pt x="8" y="46"/>
                </a:cubicBezTo>
                <a:cubicBezTo>
                  <a:pt x="5" y="46"/>
                  <a:pt x="5" y="46"/>
                  <a:pt x="5" y="46"/>
                </a:cubicBezTo>
                <a:cubicBezTo>
                  <a:pt x="3" y="46"/>
                  <a:pt x="0" y="46"/>
                  <a:pt x="0" y="43"/>
                </a:cubicBezTo>
                <a:cubicBezTo>
                  <a:pt x="0" y="42"/>
                  <a:pt x="1" y="41"/>
                  <a:pt x="3" y="41"/>
                </a:cubicBezTo>
                <a:cubicBezTo>
                  <a:pt x="3" y="28"/>
                  <a:pt x="3" y="28"/>
                  <a:pt x="3" y="28"/>
                </a:cubicBezTo>
                <a:cubicBezTo>
                  <a:pt x="3" y="25"/>
                  <a:pt x="2" y="22"/>
                  <a:pt x="4" y="20"/>
                </a:cubicBezTo>
                <a:cubicBezTo>
                  <a:pt x="12" y="12"/>
                  <a:pt x="12" y="12"/>
                  <a:pt x="12" y="12"/>
                </a:cubicBezTo>
                <a:cubicBezTo>
                  <a:pt x="13" y="11"/>
                  <a:pt x="15" y="10"/>
                  <a:pt x="17" y="10"/>
                </a:cubicBezTo>
                <a:cubicBezTo>
                  <a:pt x="23" y="10"/>
                  <a:pt x="23" y="10"/>
                  <a:pt x="23" y="10"/>
                </a:cubicBezTo>
                <a:cubicBezTo>
                  <a:pt x="23" y="2"/>
                  <a:pt x="23" y="2"/>
                  <a:pt x="23" y="2"/>
                </a:cubicBezTo>
                <a:cubicBezTo>
                  <a:pt x="23" y="1"/>
                  <a:pt x="24" y="0"/>
                  <a:pt x="26" y="0"/>
                </a:cubicBezTo>
                <a:cubicBezTo>
                  <a:pt x="67" y="0"/>
                  <a:pt x="67" y="0"/>
                  <a:pt x="67" y="0"/>
                </a:cubicBezTo>
                <a:cubicBezTo>
                  <a:pt x="68" y="0"/>
                  <a:pt x="69" y="1"/>
                  <a:pt x="69" y="2"/>
                </a:cubicBezTo>
                <a:lnTo>
                  <a:pt x="69" y="43"/>
                </a:lnTo>
                <a:close/>
                <a:moveTo>
                  <a:pt x="23" y="25"/>
                </a:moveTo>
                <a:cubicBezTo>
                  <a:pt x="23" y="15"/>
                  <a:pt x="23" y="15"/>
                  <a:pt x="23" y="15"/>
                </a:cubicBezTo>
                <a:cubicBezTo>
                  <a:pt x="17" y="15"/>
                  <a:pt x="17" y="15"/>
                  <a:pt x="17" y="15"/>
                </a:cubicBezTo>
                <a:cubicBezTo>
                  <a:pt x="17" y="15"/>
                  <a:pt x="16" y="15"/>
                  <a:pt x="16" y="15"/>
                </a:cubicBezTo>
                <a:cubicBezTo>
                  <a:pt x="8" y="23"/>
                  <a:pt x="8" y="23"/>
                  <a:pt x="8" y="23"/>
                </a:cubicBezTo>
                <a:cubicBezTo>
                  <a:pt x="8" y="23"/>
                  <a:pt x="8" y="24"/>
                  <a:pt x="8" y="24"/>
                </a:cubicBezTo>
                <a:cubicBezTo>
                  <a:pt x="8" y="25"/>
                  <a:pt x="8" y="25"/>
                  <a:pt x="8" y="25"/>
                </a:cubicBezTo>
                <a:lnTo>
                  <a:pt x="23" y="25"/>
                </a:lnTo>
                <a:close/>
                <a:moveTo>
                  <a:pt x="18" y="41"/>
                </a:moveTo>
                <a:cubicBezTo>
                  <a:pt x="15" y="41"/>
                  <a:pt x="13" y="43"/>
                  <a:pt x="13" y="46"/>
                </a:cubicBezTo>
                <a:cubicBezTo>
                  <a:pt x="13" y="49"/>
                  <a:pt x="15" y="51"/>
                  <a:pt x="18" y="51"/>
                </a:cubicBezTo>
                <a:cubicBezTo>
                  <a:pt x="21" y="51"/>
                  <a:pt x="23" y="49"/>
                  <a:pt x="23" y="46"/>
                </a:cubicBezTo>
                <a:cubicBezTo>
                  <a:pt x="23" y="43"/>
                  <a:pt x="21" y="41"/>
                  <a:pt x="18" y="41"/>
                </a:cubicBezTo>
                <a:close/>
                <a:moveTo>
                  <a:pt x="54" y="41"/>
                </a:moveTo>
                <a:cubicBezTo>
                  <a:pt x="51" y="41"/>
                  <a:pt x="49" y="43"/>
                  <a:pt x="49" y="46"/>
                </a:cubicBezTo>
                <a:cubicBezTo>
                  <a:pt x="49" y="49"/>
                  <a:pt x="51" y="51"/>
                  <a:pt x="54" y="51"/>
                </a:cubicBezTo>
                <a:cubicBezTo>
                  <a:pt x="57" y="51"/>
                  <a:pt x="59" y="49"/>
                  <a:pt x="59" y="46"/>
                </a:cubicBezTo>
                <a:cubicBezTo>
                  <a:pt x="59" y="43"/>
                  <a:pt x="57" y="41"/>
                  <a:pt x="54" y="41"/>
                </a:cubicBezTo>
                <a:close/>
              </a:path>
            </a:pathLst>
          </a:custGeom>
          <a:solidFill>
            <a:schemeClr val="tx1"/>
          </a:solidFill>
          <a:ln>
            <a:noFill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78" name="Freeform 20"/>
          <p:cNvSpPr>
            <a:spLocks/>
          </p:cNvSpPr>
          <p:nvPr userDrawn="1"/>
        </p:nvSpPr>
        <p:spPr bwMode="auto">
          <a:xfrm>
            <a:off x="6597073" y="5768854"/>
            <a:ext cx="242380" cy="243885"/>
          </a:xfrm>
          <a:custGeom>
            <a:avLst/>
            <a:gdLst>
              <a:gd name="T0" fmla="*/ 2147483646 w 161"/>
              <a:gd name="T1" fmla="*/ 2147483646 h 162"/>
              <a:gd name="T2" fmla="*/ 2147483646 w 161"/>
              <a:gd name="T3" fmla="*/ 2147483646 h 162"/>
              <a:gd name="T4" fmla="*/ 2147483646 w 161"/>
              <a:gd name="T5" fmla="*/ 2147483646 h 162"/>
              <a:gd name="T6" fmla="*/ 0 w 161"/>
              <a:gd name="T7" fmla="*/ 0 h 162"/>
              <a:gd name="T8" fmla="*/ 2147483646 w 161"/>
              <a:gd name="T9" fmla="*/ 2147483646 h 162"/>
              <a:gd name="T10" fmla="*/ 2147483646 w 161"/>
              <a:gd name="T11" fmla="*/ 2147483646 h 162"/>
              <a:gd name="T12" fmla="*/ 2147483646 w 161"/>
              <a:gd name="T13" fmla="*/ 2147483646 h 162"/>
              <a:gd name="T14" fmla="*/ 2147483646 w 161"/>
              <a:gd name="T15" fmla="*/ 2147483646 h 162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60000 65536"/>
              <a:gd name="T22" fmla="*/ 0 60000 65536"/>
              <a:gd name="T23" fmla="*/ 0 60000 65536"/>
            </a:gdLst>
            <a:ahLst/>
            <a:cxnLst>
              <a:cxn ang="T16">
                <a:pos x="T0" y="T1"/>
              </a:cxn>
              <a:cxn ang="T17">
                <a:pos x="T2" y="T3"/>
              </a:cxn>
              <a:cxn ang="T18">
                <a:pos x="T4" y="T5"/>
              </a:cxn>
              <a:cxn ang="T19">
                <a:pos x="T6" y="T7"/>
              </a:cxn>
              <a:cxn ang="T20">
                <a:pos x="T8" y="T9"/>
              </a:cxn>
              <a:cxn ang="T21">
                <a:pos x="T10" y="T11"/>
              </a:cxn>
              <a:cxn ang="T22">
                <a:pos x="T12" y="T13"/>
              </a:cxn>
              <a:cxn ang="T23">
                <a:pos x="T14" y="T15"/>
              </a:cxn>
            </a:cxnLst>
            <a:rect l="0" t="0" r="r" b="b"/>
            <a:pathLst>
              <a:path w="161" h="162">
                <a:moveTo>
                  <a:pt x="161" y="141"/>
                </a:moveTo>
                <a:lnTo>
                  <a:pt x="97" y="76"/>
                </a:lnTo>
                <a:lnTo>
                  <a:pt x="149" y="50"/>
                </a:lnTo>
                <a:lnTo>
                  <a:pt x="0" y="0"/>
                </a:lnTo>
                <a:lnTo>
                  <a:pt x="50" y="150"/>
                </a:lnTo>
                <a:lnTo>
                  <a:pt x="76" y="99"/>
                </a:lnTo>
                <a:lnTo>
                  <a:pt x="139" y="162"/>
                </a:lnTo>
                <a:lnTo>
                  <a:pt x="161" y="141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79" name="Shape 2555"/>
          <p:cNvSpPr/>
          <p:nvPr userDrawn="1"/>
        </p:nvSpPr>
        <p:spPr>
          <a:xfrm>
            <a:off x="3356779" y="861348"/>
            <a:ext cx="209550" cy="209550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8073" y="17379"/>
                </a:moveTo>
                <a:lnTo>
                  <a:pt x="4221" y="3527"/>
                </a:lnTo>
                <a:cubicBezTo>
                  <a:pt x="5963" y="1950"/>
                  <a:pt x="8265" y="982"/>
                  <a:pt x="10800" y="982"/>
                </a:cubicBezTo>
                <a:cubicBezTo>
                  <a:pt x="16223" y="982"/>
                  <a:pt x="20618" y="5377"/>
                  <a:pt x="20618" y="10800"/>
                </a:cubicBezTo>
                <a:cubicBezTo>
                  <a:pt x="20618" y="13335"/>
                  <a:pt x="19650" y="15637"/>
                  <a:pt x="18073" y="17379"/>
                </a:cubicBezTo>
                <a:moveTo>
                  <a:pt x="10800" y="20618"/>
                </a:moveTo>
                <a:cubicBezTo>
                  <a:pt x="5377" y="20618"/>
                  <a:pt x="982" y="16223"/>
                  <a:pt x="982" y="10800"/>
                </a:cubicBezTo>
                <a:cubicBezTo>
                  <a:pt x="982" y="8266"/>
                  <a:pt x="1950" y="5963"/>
                  <a:pt x="3527" y="4221"/>
                </a:cubicBezTo>
                <a:lnTo>
                  <a:pt x="17379" y="18073"/>
                </a:lnTo>
                <a:cubicBezTo>
                  <a:pt x="15637" y="19650"/>
                  <a:pt x="13334" y="20618"/>
                  <a:pt x="10800" y="20618"/>
                </a:cubicBezTo>
                <a:moveTo>
                  <a:pt x="10800" y="0"/>
                </a:moveTo>
                <a:cubicBezTo>
                  <a:pt x="4835" y="0"/>
                  <a:pt x="0" y="4836"/>
                  <a:pt x="0" y="10800"/>
                </a:cubicBezTo>
                <a:cubicBezTo>
                  <a:pt x="0" y="16764"/>
                  <a:pt x="4835" y="21600"/>
                  <a:pt x="10800" y="21600"/>
                </a:cubicBezTo>
                <a:cubicBezTo>
                  <a:pt x="16764" y="21600"/>
                  <a:pt x="21600" y="16764"/>
                  <a:pt x="21600" y="10800"/>
                </a:cubicBezTo>
                <a:cubicBezTo>
                  <a:pt x="21600" y="4836"/>
                  <a:pt x="16764" y="0"/>
                  <a:pt x="10800" y="0"/>
                </a:cubicBezTo>
              </a:path>
            </a:pathLst>
          </a:custGeom>
          <a:solidFill>
            <a:schemeClr val="tx1"/>
          </a:solidFill>
          <a:ln w="12700">
            <a:miter lim="400000"/>
          </a:ln>
        </p:spPr>
        <p:txBody>
          <a:bodyPr lIns="14284" tIns="14284" rIns="14284" bIns="14284" anchor="ctr"/>
          <a:lstStyle/>
          <a:p>
            <a:pPr defTabSz="171399" eaLnBrk="1" hangingPunct="1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1125">
              <a:solidFill>
                <a:srgbClr val="FFFFFF"/>
              </a:solidFill>
              <a:effectLst>
                <a:outerShdw blurRad="38100" dist="12700" dir="5400000" rotWithShape="0">
                  <a:srgbClr val="000000">
                    <a:alpha val="50000"/>
                  </a:srgbClr>
                </a:outerShdw>
              </a:effectLst>
              <a:latin typeface="Gill Sans"/>
              <a:ea typeface="Calibri" charset="0"/>
              <a:cs typeface="Calibri" charset="0"/>
              <a:sym typeface="Gill Sans"/>
            </a:endParaRPr>
          </a:p>
        </p:txBody>
      </p:sp>
      <p:sp>
        <p:nvSpPr>
          <p:cNvPr id="180" name="Shape 2556"/>
          <p:cNvSpPr/>
          <p:nvPr userDrawn="1"/>
        </p:nvSpPr>
        <p:spPr>
          <a:xfrm>
            <a:off x="2942864" y="861348"/>
            <a:ext cx="209550" cy="209550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0800" y="20618"/>
                </a:moveTo>
                <a:cubicBezTo>
                  <a:pt x="5377" y="20618"/>
                  <a:pt x="982" y="16223"/>
                  <a:pt x="982" y="10800"/>
                </a:cubicBezTo>
                <a:cubicBezTo>
                  <a:pt x="982" y="5377"/>
                  <a:pt x="5377" y="982"/>
                  <a:pt x="10800" y="982"/>
                </a:cubicBezTo>
                <a:cubicBezTo>
                  <a:pt x="16223" y="982"/>
                  <a:pt x="20618" y="5377"/>
                  <a:pt x="20618" y="10800"/>
                </a:cubicBezTo>
                <a:cubicBezTo>
                  <a:pt x="20618" y="16223"/>
                  <a:pt x="16223" y="20618"/>
                  <a:pt x="10800" y="20618"/>
                </a:cubicBezTo>
                <a:moveTo>
                  <a:pt x="10800" y="0"/>
                </a:moveTo>
                <a:cubicBezTo>
                  <a:pt x="4836" y="0"/>
                  <a:pt x="0" y="4836"/>
                  <a:pt x="0" y="10800"/>
                </a:cubicBezTo>
                <a:cubicBezTo>
                  <a:pt x="0" y="16765"/>
                  <a:pt x="4836" y="21600"/>
                  <a:pt x="10800" y="21600"/>
                </a:cubicBezTo>
                <a:cubicBezTo>
                  <a:pt x="16764" y="21600"/>
                  <a:pt x="21600" y="16765"/>
                  <a:pt x="21600" y="10800"/>
                </a:cubicBezTo>
                <a:cubicBezTo>
                  <a:pt x="21600" y="4836"/>
                  <a:pt x="16764" y="0"/>
                  <a:pt x="10800" y="0"/>
                </a:cubicBezTo>
                <a:moveTo>
                  <a:pt x="11874" y="5396"/>
                </a:moveTo>
                <a:cubicBezTo>
                  <a:pt x="11493" y="5396"/>
                  <a:pt x="11166" y="5519"/>
                  <a:pt x="10894" y="5766"/>
                </a:cubicBezTo>
                <a:cubicBezTo>
                  <a:pt x="10621" y="6013"/>
                  <a:pt x="10484" y="6310"/>
                  <a:pt x="10484" y="6658"/>
                </a:cubicBezTo>
                <a:cubicBezTo>
                  <a:pt x="10484" y="7005"/>
                  <a:pt x="10621" y="7301"/>
                  <a:pt x="10894" y="7545"/>
                </a:cubicBezTo>
                <a:cubicBezTo>
                  <a:pt x="11166" y="7790"/>
                  <a:pt x="11493" y="7912"/>
                  <a:pt x="11874" y="7912"/>
                </a:cubicBezTo>
                <a:cubicBezTo>
                  <a:pt x="12255" y="7912"/>
                  <a:pt x="12581" y="7790"/>
                  <a:pt x="12852" y="7545"/>
                </a:cubicBezTo>
                <a:cubicBezTo>
                  <a:pt x="13122" y="7301"/>
                  <a:pt x="13257" y="7005"/>
                  <a:pt x="13257" y="6658"/>
                </a:cubicBezTo>
                <a:cubicBezTo>
                  <a:pt x="13257" y="6310"/>
                  <a:pt x="13122" y="6013"/>
                  <a:pt x="12852" y="5766"/>
                </a:cubicBezTo>
                <a:cubicBezTo>
                  <a:pt x="12581" y="5519"/>
                  <a:pt x="12255" y="5396"/>
                  <a:pt x="11874" y="5396"/>
                </a:cubicBezTo>
                <a:moveTo>
                  <a:pt x="12242" y="15228"/>
                </a:moveTo>
                <a:cubicBezTo>
                  <a:pt x="11942" y="15228"/>
                  <a:pt x="11730" y="15180"/>
                  <a:pt x="11608" y="15083"/>
                </a:cubicBezTo>
                <a:cubicBezTo>
                  <a:pt x="11486" y="14987"/>
                  <a:pt x="11425" y="14807"/>
                  <a:pt x="11425" y="14542"/>
                </a:cubicBezTo>
                <a:cubicBezTo>
                  <a:pt x="11425" y="14436"/>
                  <a:pt x="11444" y="14281"/>
                  <a:pt x="11482" y="14076"/>
                </a:cubicBezTo>
                <a:cubicBezTo>
                  <a:pt x="11519" y="13870"/>
                  <a:pt x="11562" y="13687"/>
                  <a:pt x="11609" y="13527"/>
                </a:cubicBezTo>
                <a:lnTo>
                  <a:pt x="12189" y="11532"/>
                </a:lnTo>
                <a:cubicBezTo>
                  <a:pt x="12246" y="11349"/>
                  <a:pt x="12284" y="11148"/>
                  <a:pt x="12306" y="10929"/>
                </a:cubicBezTo>
                <a:cubicBezTo>
                  <a:pt x="12327" y="10709"/>
                  <a:pt x="12337" y="10557"/>
                  <a:pt x="12337" y="10469"/>
                </a:cubicBezTo>
                <a:cubicBezTo>
                  <a:pt x="12337" y="10049"/>
                  <a:pt x="12185" y="9707"/>
                  <a:pt x="11882" y="9444"/>
                </a:cubicBezTo>
                <a:cubicBezTo>
                  <a:pt x="11578" y="9182"/>
                  <a:pt x="11146" y="9050"/>
                  <a:pt x="10586" y="9050"/>
                </a:cubicBezTo>
                <a:cubicBezTo>
                  <a:pt x="10275" y="9050"/>
                  <a:pt x="9945" y="9104"/>
                  <a:pt x="9597" y="9211"/>
                </a:cubicBezTo>
                <a:cubicBezTo>
                  <a:pt x="9248" y="9319"/>
                  <a:pt x="8884" y="9448"/>
                  <a:pt x="8502" y="9599"/>
                </a:cubicBezTo>
                <a:lnTo>
                  <a:pt x="8347" y="10216"/>
                </a:lnTo>
                <a:cubicBezTo>
                  <a:pt x="8460" y="10175"/>
                  <a:pt x="8595" y="10131"/>
                  <a:pt x="8753" y="10085"/>
                </a:cubicBezTo>
                <a:cubicBezTo>
                  <a:pt x="8911" y="10040"/>
                  <a:pt x="9066" y="10017"/>
                  <a:pt x="9217" y="10017"/>
                </a:cubicBezTo>
                <a:cubicBezTo>
                  <a:pt x="9524" y="10017"/>
                  <a:pt x="9731" y="10068"/>
                  <a:pt x="9839" y="10168"/>
                </a:cubicBezTo>
                <a:cubicBezTo>
                  <a:pt x="9948" y="10269"/>
                  <a:pt x="10002" y="10447"/>
                  <a:pt x="10002" y="10703"/>
                </a:cubicBezTo>
                <a:cubicBezTo>
                  <a:pt x="10002" y="10844"/>
                  <a:pt x="9985" y="11001"/>
                  <a:pt x="9949" y="11172"/>
                </a:cubicBezTo>
                <a:cubicBezTo>
                  <a:pt x="9914" y="11343"/>
                  <a:pt x="9870" y="11526"/>
                  <a:pt x="9818" y="11717"/>
                </a:cubicBezTo>
                <a:lnTo>
                  <a:pt x="9235" y="13719"/>
                </a:lnTo>
                <a:cubicBezTo>
                  <a:pt x="9184" y="13929"/>
                  <a:pt x="9146" y="14118"/>
                  <a:pt x="9123" y="14285"/>
                </a:cubicBezTo>
                <a:cubicBezTo>
                  <a:pt x="9100" y="14451"/>
                  <a:pt x="9088" y="14615"/>
                  <a:pt x="9088" y="14775"/>
                </a:cubicBezTo>
                <a:cubicBezTo>
                  <a:pt x="9088" y="15186"/>
                  <a:pt x="9244" y="15526"/>
                  <a:pt x="9556" y="15793"/>
                </a:cubicBezTo>
                <a:cubicBezTo>
                  <a:pt x="9869" y="16060"/>
                  <a:pt x="10308" y="16194"/>
                  <a:pt x="10872" y="16194"/>
                </a:cubicBezTo>
                <a:cubicBezTo>
                  <a:pt x="11239" y="16194"/>
                  <a:pt x="11561" y="16147"/>
                  <a:pt x="11839" y="16053"/>
                </a:cubicBezTo>
                <a:cubicBezTo>
                  <a:pt x="12117" y="15960"/>
                  <a:pt x="12488" y="15824"/>
                  <a:pt x="12954" y="15645"/>
                </a:cubicBezTo>
                <a:lnTo>
                  <a:pt x="13109" y="15028"/>
                </a:lnTo>
                <a:cubicBezTo>
                  <a:pt x="13029" y="15065"/>
                  <a:pt x="12900" y="15107"/>
                  <a:pt x="12721" y="15155"/>
                </a:cubicBezTo>
                <a:cubicBezTo>
                  <a:pt x="12543" y="15204"/>
                  <a:pt x="12383" y="15228"/>
                  <a:pt x="12242" y="15228"/>
                </a:cubicBezTo>
              </a:path>
            </a:pathLst>
          </a:custGeom>
          <a:solidFill>
            <a:schemeClr val="tx1"/>
          </a:solidFill>
          <a:ln w="12700">
            <a:miter lim="400000"/>
          </a:ln>
        </p:spPr>
        <p:txBody>
          <a:bodyPr lIns="14284" tIns="14284" rIns="14284" bIns="14284" anchor="ctr"/>
          <a:lstStyle/>
          <a:p>
            <a:pPr defTabSz="171399" eaLnBrk="1" hangingPunct="1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1125">
              <a:solidFill>
                <a:srgbClr val="FFFFFF"/>
              </a:solidFill>
              <a:effectLst>
                <a:outerShdw blurRad="38100" dist="12700" dir="5400000" rotWithShape="0">
                  <a:srgbClr val="000000">
                    <a:alpha val="50000"/>
                  </a:srgbClr>
                </a:outerShdw>
              </a:effectLst>
              <a:latin typeface="Gill Sans"/>
              <a:ea typeface="Calibri" charset="0"/>
              <a:cs typeface="Calibri" charset="0"/>
              <a:sym typeface="Gill Sans"/>
            </a:endParaRPr>
          </a:p>
        </p:txBody>
      </p:sp>
      <p:sp>
        <p:nvSpPr>
          <p:cNvPr id="181" name="Shape 2557"/>
          <p:cNvSpPr/>
          <p:nvPr userDrawn="1"/>
        </p:nvSpPr>
        <p:spPr>
          <a:xfrm>
            <a:off x="3770693" y="861348"/>
            <a:ext cx="209550" cy="209550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2991" y="6559"/>
                </a:moveTo>
                <a:cubicBezTo>
                  <a:pt x="12727" y="6341"/>
                  <a:pt x="12420" y="6172"/>
                  <a:pt x="12078" y="6058"/>
                </a:cubicBezTo>
                <a:cubicBezTo>
                  <a:pt x="11737" y="5946"/>
                  <a:pt x="11367" y="5889"/>
                  <a:pt x="10978" y="5889"/>
                </a:cubicBezTo>
                <a:cubicBezTo>
                  <a:pt x="10477" y="5889"/>
                  <a:pt x="10025" y="5967"/>
                  <a:pt x="9633" y="6120"/>
                </a:cubicBezTo>
                <a:cubicBezTo>
                  <a:pt x="9239" y="6275"/>
                  <a:pt x="8900" y="6494"/>
                  <a:pt x="8623" y="6771"/>
                </a:cubicBezTo>
                <a:cubicBezTo>
                  <a:pt x="8346" y="7049"/>
                  <a:pt x="8133" y="7392"/>
                  <a:pt x="7992" y="7788"/>
                </a:cubicBezTo>
                <a:cubicBezTo>
                  <a:pt x="7853" y="8180"/>
                  <a:pt x="7782" y="8620"/>
                  <a:pt x="7782" y="9096"/>
                </a:cubicBezTo>
                <a:lnTo>
                  <a:pt x="7782" y="9217"/>
                </a:lnTo>
                <a:lnTo>
                  <a:pt x="8880" y="9217"/>
                </a:lnTo>
                <a:lnTo>
                  <a:pt x="8877" y="9093"/>
                </a:lnTo>
                <a:cubicBezTo>
                  <a:pt x="8868" y="8767"/>
                  <a:pt x="8908" y="8461"/>
                  <a:pt x="8993" y="8187"/>
                </a:cubicBezTo>
                <a:cubicBezTo>
                  <a:pt x="9079" y="7914"/>
                  <a:pt x="9207" y="7675"/>
                  <a:pt x="9377" y="7473"/>
                </a:cubicBezTo>
                <a:cubicBezTo>
                  <a:pt x="9545" y="7274"/>
                  <a:pt x="9762" y="7115"/>
                  <a:pt x="10024" y="7000"/>
                </a:cubicBezTo>
                <a:cubicBezTo>
                  <a:pt x="10287" y="6884"/>
                  <a:pt x="10594" y="6827"/>
                  <a:pt x="10937" y="6827"/>
                </a:cubicBezTo>
                <a:cubicBezTo>
                  <a:pt x="11182" y="6827"/>
                  <a:pt x="11418" y="6868"/>
                  <a:pt x="11639" y="6950"/>
                </a:cubicBezTo>
                <a:cubicBezTo>
                  <a:pt x="11858" y="7032"/>
                  <a:pt x="12053" y="7146"/>
                  <a:pt x="12218" y="7289"/>
                </a:cubicBezTo>
                <a:cubicBezTo>
                  <a:pt x="12381" y="7431"/>
                  <a:pt x="12512" y="7605"/>
                  <a:pt x="12609" y="7808"/>
                </a:cubicBezTo>
                <a:cubicBezTo>
                  <a:pt x="12704" y="8011"/>
                  <a:pt x="12752" y="8236"/>
                  <a:pt x="12752" y="8478"/>
                </a:cubicBezTo>
                <a:cubicBezTo>
                  <a:pt x="12752" y="8797"/>
                  <a:pt x="12674" y="9089"/>
                  <a:pt x="12519" y="9350"/>
                </a:cubicBezTo>
                <a:cubicBezTo>
                  <a:pt x="12359" y="9618"/>
                  <a:pt x="12154" y="9865"/>
                  <a:pt x="11913" y="10082"/>
                </a:cubicBezTo>
                <a:cubicBezTo>
                  <a:pt x="11624" y="10337"/>
                  <a:pt x="11374" y="10568"/>
                  <a:pt x="11170" y="10771"/>
                </a:cubicBezTo>
                <a:cubicBezTo>
                  <a:pt x="10959" y="10979"/>
                  <a:pt x="10789" y="11200"/>
                  <a:pt x="10662" y="11428"/>
                </a:cubicBezTo>
                <a:cubicBezTo>
                  <a:pt x="10534" y="11657"/>
                  <a:pt x="10441" y="11916"/>
                  <a:pt x="10385" y="12199"/>
                </a:cubicBezTo>
                <a:cubicBezTo>
                  <a:pt x="10329" y="12478"/>
                  <a:pt x="10305" y="12827"/>
                  <a:pt x="10315" y="13237"/>
                </a:cubicBezTo>
                <a:lnTo>
                  <a:pt x="10318" y="13355"/>
                </a:lnTo>
                <a:lnTo>
                  <a:pt x="11407" y="13355"/>
                </a:lnTo>
                <a:lnTo>
                  <a:pt x="11410" y="13237"/>
                </a:lnTo>
                <a:cubicBezTo>
                  <a:pt x="11418" y="12838"/>
                  <a:pt x="11436" y="12531"/>
                  <a:pt x="11463" y="12322"/>
                </a:cubicBezTo>
                <a:cubicBezTo>
                  <a:pt x="11488" y="12125"/>
                  <a:pt x="11538" y="11956"/>
                  <a:pt x="11611" y="11821"/>
                </a:cubicBezTo>
                <a:cubicBezTo>
                  <a:pt x="11687" y="11684"/>
                  <a:pt x="11803" y="11541"/>
                  <a:pt x="11959" y="11399"/>
                </a:cubicBezTo>
                <a:cubicBezTo>
                  <a:pt x="12127" y="11245"/>
                  <a:pt x="12351" y="11031"/>
                  <a:pt x="12630" y="10762"/>
                </a:cubicBezTo>
                <a:cubicBezTo>
                  <a:pt x="12979" y="10441"/>
                  <a:pt x="13270" y="10102"/>
                  <a:pt x="13495" y="9753"/>
                </a:cubicBezTo>
                <a:cubicBezTo>
                  <a:pt x="13729" y="9393"/>
                  <a:pt x="13847" y="8952"/>
                  <a:pt x="13847" y="8439"/>
                </a:cubicBezTo>
                <a:cubicBezTo>
                  <a:pt x="13847" y="8038"/>
                  <a:pt x="13770" y="7675"/>
                  <a:pt x="13618" y="7362"/>
                </a:cubicBezTo>
                <a:cubicBezTo>
                  <a:pt x="13467" y="7050"/>
                  <a:pt x="13256" y="6780"/>
                  <a:pt x="12991" y="6559"/>
                </a:cubicBezTo>
                <a:moveTo>
                  <a:pt x="10179" y="15706"/>
                </a:moveTo>
                <a:lnTo>
                  <a:pt x="11558" y="15706"/>
                </a:lnTo>
                <a:lnTo>
                  <a:pt x="11558" y="14072"/>
                </a:lnTo>
                <a:lnTo>
                  <a:pt x="10179" y="14072"/>
                </a:lnTo>
                <a:cubicBezTo>
                  <a:pt x="10179" y="14072"/>
                  <a:pt x="10179" y="15706"/>
                  <a:pt x="10179" y="15706"/>
                </a:cubicBezTo>
                <a:close/>
                <a:moveTo>
                  <a:pt x="10800" y="20618"/>
                </a:moveTo>
                <a:cubicBezTo>
                  <a:pt x="5377" y="20618"/>
                  <a:pt x="982" y="16223"/>
                  <a:pt x="982" y="10800"/>
                </a:cubicBezTo>
                <a:cubicBezTo>
                  <a:pt x="982" y="5377"/>
                  <a:pt x="5377" y="982"/>
                  <a:pt x="10800" y="982"/>
                </a:cubicBezTo>
                <a:cubicBezTo>
                  <a:pt x="16223" y="982"/>
                  <a:pt x="20618" y="5377"/>
                  <a:pt x="20618" y="10800"/>
                </a:cubicBezTo>
                <a:cubicBezTo>
                  <a:pt x="20618" y="16223"/>
                  <a:pt x="16223" y="20618"/>
                  <a:pt x="10800" y="20618"/>
                </a:cubicBezTo>
                <a:moveTo>
                  <a:pt x="10800" y="0"/>
                </a:moveTo>
                <a:cubicBezTo>
                  <a:pt x="4835" y="0"/>
                  <a:pt x="0" y="4836"/>
                  <a:pt x="0" y="10800"/>
                </a:cubicBezTo>
                <a:cubicBezTo>
                  <a:pt x="0" y="16764"/>
                  <a:pt x="4835" y="21600"/>
                  <a:pt x="10800" y="21600"/>
                </a:cubicBezTo>
                <a:cubicBezTo>
                  <a:pt x="16764" y="21600"/>
                  <a:pt x="21600" y="16764"/>
                  <a:pt x="21600" y="10800"/>
                </a:cubicBezTo>
                <a:cubicBezTo>
                  <a:pt x="21600" y="4836"/>
                  <a:pt x="16764" y="0"/>
                  <a:pt x="10800" y="0"/>
                </a:cubicBezTo>
              </a:path>
            </a:pathLst>
          </a:custGeom>
          <a:solidFill>
            <a:schemeClr val="tx1"/>
          </a:solidFill>
          <a:ln w="12700">
            <a:miter lim="400000"/>
          </a:ln>
        </p:spPr>
        <p:txBody>
          <a:bodyPr lIns="14284" tIns="14284" rIns="14284" bIns="14284" anchor="ctr"/>
          <a:lstStyle/>
          <a:p>
            <a:pPr defTabSz="171399" eaLnBrk="1" hangingPunct="1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1125">
              <a:solidFill>
                <a:srgbClr val="FFFFFF"/>
              </a:solidFill>
              <a:effectLst>
                <a:outerShdw blurRad="38100" dist="12700" dir="5400000" rotWithShape="0">
                  <a:srgbClr val="000000">
                    <a:alpha val="50000"/>
                  </a:srgbClr>
                </a:outerShdw>
              </a:effectLst>
              <a:latin typeface="Gill Sans"/>
              <a:ea typeface="Calibri" charset="0"/>
              <a:cs typeface="Calibri" charset="0"/>
              <a:sym typeface="Gill Sans"/>
            </a:endParaRPr>
          </a:p>
        </p:txBody>
      </p:sp>
      <p:sp>
        <p:nvSpPr>
          <p:cNvPr id="182" name="Shape 2622"/>
          <p:cNvSpPr/>
          <p:nvPr userDrawn="1"/>
        </p:nvSpPr>
        <p:spPr>
          <a:xfrm>
            <a:off x="2953262" y="1760477"/>
            <a:ext cx="209550" cy="209550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9579" y="17044"/>
                </a:moveTo>
                <a:cubicBezTo>
                  <a:pt x="9428" y="17174"/>
                  <a:pt x="9252" y="17274"/>
                  <a:pt x="9050" y="17344"/>
                </a:cubicBezTo>
                <a:cubicBezTo>
                  <a:pt x="8849" y="17415"/>
                  <a:pt x="8636" y="17450"/>
                  <a:pt x="8413" y="17450"/>
                </a:cubicBezTo>
                <a:cubicBezTo>
                  <a:pt x="7887" y="17450"/>
                  <a:pt x="7488" y="17288"/>
                  <a:pt x="7214" y="16966"/>
                </a:cubicBezTo>
                <a:cubicBezTo>
                  <a:pt x="6941" y="16644"/>
                  <a:pt x="6797" y="16226"/>
                  <a:pt x="6782" y="15715"/>
                </a:cubicBezTo>
                <a:lnTo>
                  <a:pt x="5864" y="15715"/>
                </a:lnTo>
                <a:cubicBezTo>
                  <a:pt x="5857" y="16122"/>
                  <a:pt x="5913" y="16486"/>
                  <a:pt x="6032" y="16805"/>
                </a:cubicBezTo>
                <a:cubicBezTo>
                  <a:pt x="6151" y="17123"/>
                  <a:pt x="6321" y="17393"/>
                  <a:pt x="6545" y="17611"/>
                </a:cubicBezTo>
                <a:cubicBezTo>
                  <a:pt x="6767" y="17830"/>
                  <a:pt x="7038" y="17995"/>
                  <a:pt x="7355" y="18106"/>
                </a:cubicBezTo>
                <a:cubicBezTo>
                  <a:pt x="7671" y="18218"/>
                  <a:pt x="8024" y="18273"/>
                  <a:pt x="8413" y="18273"/>
                </a:cubicBezTo>
                <a:cubicBezTo>
                  <a:pt x="8773" y="18273"/>
                  <a:pt x="9113" y="18223"/>
                  <a:pt x="9434" y="18123"/>
                </a:cubicBezTo>
                <a:cubicBezTo>
                  <a:pt x="9754" y="18023"/>
                  <a:pt x="10033" y="17873"/>
                  <a:pt x="10271" y="17672"/>
                </a:cubicBezTo>
                <a:cubicBezTo>
                  <a:pt x="10509" y="17472"/>
                  <a:pt x="10697" y="17222"/>
                  <a:pt x="10837" y="16922"/>
                </a:cubicBezTo>
                <a:cubicBezTo>
                  <a:pt x="10978" y="16621"/>
                  <a:pt x="11048" y="16275"/>
                  <a:pt x="11048" y="15881"/>
                </a:cubicBezTo>
                <a:cubicBezTo>
                  <a:pt x="11048" y="15407"/>
                  <a:pt x="10935" y="14995"/>
                  <a:pt x="10708" y="14646"/>
                </a:cubicBezTo>
                <a:cubicBezTo>
                  <a:pt x="10481" y="14298"/>
                  <a:pt x="10134" y="14072"/>
                  <a:pt x="9666" y="13968"/>
                </a:cubicBezTo>
                <a:lnTo>
                  <a:pt x="9666" y="13946"/>
                </a:lnTo>
                <a:cubicBezTo>
                  <a:pt x="9968" y="13805"/>
                  <a:pt x="10220" y="13597"/>
                  <a:pt x="10422" y="13323"/>
                </a:cubicBezTo>
                <a:cubicBezTo>
                  <a:pt x="10624" y="13048"/>
                  <a:pt x="10724" y="12734"/>
                  <a:pt x="10724" y="12377"/>
                </a:cubicBezTo>
                <a:cubicBezTo>
                  <a:pt x="10724" y="12014"/>
                  <a:pt x="10665" y="11698"/>
                  <a:pt x="10546" y="11432"/>
                </a:cubicBezTo>
                <a:cubicBezTo>
                  <a:pt x="10427" y="11165"/>
                  <a:pt x="10263" y="10946"/>
                  <a:pt x="10055" y="10776"/>
                </a:cubicBezTo>
                <a:cubicBezTo>
                  <a:pt x="9846" y="10605"/>
                  <a:pt x="9599" y="10477"/>
                  <a:pt x="9315" y="10392"/>
                </a:cubicBezTo>
                <a:cubicBezTo>
                  <a:pt x="9030" y="10306"/>
                  <a:pt x="8722" y="10264"/>
                  <a:pt x="8391" y="10264"/>
                </a:cubicBezTo>
                <a:cubicBezTo>
                  <a:pt x="8010" y="10264"/>
                  <a:pt x="7673" y="10326"/>
                  <a:pt x="7382" y="10453"/>
                </a:cubicBezTo>
                <a:cubicBezTo>
                  <a:pt x="7090" y="10579"/>
                  <a:pt x="6847" y="10753"/>
                  <a:pt x="6653" y="10976"/>
                </a:cubicBezTo>
                <a:cubicBezTo>
                  <a:pt x="6459" y="11198"/>
                  <a:pt x="6309" y="11466"/>
                  <a:pt x="6204" y="11777"/>
                </a:cubicBezTo>
                <a:cubicBezTo>
                  <a:pt x="6100" y="12088"/>
                  <a:pt x="6040" y="12433"/>
                  <a:pt x="6026" y="12811"/>
                </a:cubicBezTo>
                <a:lnTo>
                  <a:pt x="6944" y="12811"/>
                </a:lnTo>
                <a:cubicBezTo>
                  <a:pt x="6944" y="12581"/>
                  <a:pt x="6972" y="12363"/>
                  <a:pt x="7031" y="12155"/>
                </a:cubicBezTo>
                <a:cubicBezTo>
                  <a:pt x="7088" y="11947"/>
                  <a:pt x="7177" y="11766"/>
                  <a:pt x="7296" y="11610"/>
                </a:cubicBezTo>
                <a:cubicBezTo>
                  <a:pt x="7414" y="11454"/>
                  <a:pt x="7565" y="11330"/>
                  <a:pt x="7749" y="11237"/>
                </a:cubicBezTo>
                <a:cubicBezTo>
                  <a:pt x="7932" y="11144"/>
                  <a:pt x="8147" y="11098"/>
                  <a:pt x="8391" y="11098"/>
                </a:cubicBezTo>
                <a:cubicBezTo>
                  <a:pt x="8780" y="11098"/>
                  <a:pt x="9104" y="11204"/>
                  <a:pt x="9364" y="11415"/>
                </a:cubicBezTo>
                <a:cubicBezTo>
                  <a:pt x="9623" y="11627"/>
                  <a:pt x="9752" y="11943"/>
                  <a:pt x="9752" y="12366"/>
                </a:cubicBezTo>
                <a:cubicBezTo>
                  <a:pt x="9752" y="12574"/>
                  <a:pt x="9713" y="12759"/>
                  <a:pt x="9634" y="12922"/>
                </a:cubicBezTo>
                <a:cubicBezTo>
                  <a:pt x="9554" y="13086"/>
                  <a:pt x="9448" y="13221"/>
                  <a:pt x="9315" y="13329"/>
                </a:cubicBezTo>
                <a:cubicBezTo>
                  <a:pt x="9182" y="13436"/>
                  <a:pt x="9027" y="13517"/>
                  <a:pt x="8851" y="13574"/>
                </a:cubicBezTo>
                <a:cubicBezTo>
                  <a:pt x="8674" y="13629"/>
                  <a:pt x="8488" y="13657"/>
                  <a:pt x="8294" y="13657"/>
                </a:cubicBezTo>
                <a:lnTo>
                  <a:pt x="7992" y="13657"/>
                </a:lnTo>
                <a:cubicBezTo>
                  <a:pt x="7963" y="13657"/>
                  <a:pt x="7930" y="13653"/>
                  <a:pt x="7895" y="13645"/>
                </a:cubicBezTo>
                <a:lnTo>
                  <a:pt x="7895" y="14447"/>
                </a:lnTo>
                <a:cubicBezTo>
                  <a:pt x="8067" y="14424"/>
                  <a:pt x="8251" y="14413"/>
                  <a:pt x="8445" y="14413"/>
                </a:cubicBezTo>
                <a:cubicBezTo>
                  <a:pt x="8676" y="14413"/>
                  <a:pt x="8890" y="14444"/>
                  <a:pt x="9088" y="14507"/>
                </a:cubicBezTo>
                <a:cubicBezTo>
                  <a:pt x="9286" y="14571"/>
                  <a:pt x="9457" y="14667"/>
                  <a:pt x="9601" y="14797"/>
                </a:cubicBezTo>
                <a:cubicBezTo>
                  <a:pt x="9745" y="14927"/>
                  <a:pt x="9860" y="15086"/>
                  <a:pt x="9947" y="15275"/>
                </a:cubicBezTo>
                <a:cubicBezTo>
                  <a:pt x="10033" y="15464"/>
                  <a:pt x="10076" y="15682"/>
                  <a:pt x="10076" y="15926"/>
                </a:cubicBezTo>
                <a:cubicBezTo>
                  <a:pt x="10076" y="16163"/>
                  <a:pt x="10031" y="16377"/>
                  <a:pt x="9941" y="16565"/>
                </a:cubicBezTo>
                <a:cubicBezTo>
                  <a:pt x="9851" y="16754"/>
                  <a:pt x="9731" y="16914"/>
                  <a:pt x="9579" y="17044"/>
                </a:cubicBezTo>
                <a:moveTo>
                  <a:pt x="14257" y="18151"/>
                </a:moveTo>
                <a:lnTo>
                  <a:pt x="15175" y="18151"/>
                </a:lnTo>
                <a:lnTo>
                  <a:pt x="15175" y="10264"/>
                </a:lnTo>
                <a:lnTo>
                  <a:pt x="14473" y="10264"/>
                </a:lnTo>
                <a:cubicBezTo>
                  <a:pt x="14422" y="10561"/>
                  <a:pt x="14329" y="10805"/>
                  <a:pt x="14192" y="10998"/>
                </a:cubicBezTo>
                <a:cubicBezTo>
                  <a:pt x="14055" y="11191"/>
                  <a:pt x="13888" y="11343"/>
                  <a:pt x="13690" y="11454"/>
                </a:cubicBezTo>
                <a:cubicBezTo>
                  <a:pt x="13492" y="11565"/>
                  <a:pt x="13271" y="11641"/>
                  <a:pt x="13026" y="11682"/>
                </a:cubicBezTo>
                <a:cubicBezTo>
                  <a:pt x="12781" y="11723"/>
                  <a:pt x="12529" y="11743"/>
                  <a:pt x="12270" y="11743"/>
                </a:cubicBezTo>
                <a:lnTo>
                  <a:pt x="12270" y="12499"/>
                </a:lnTo>
                <a:lnTo>
                  <a:pt x="14257" y="12499"/>
                </a:lnTo>
                <a:cubicBezTo>
                  <a:pt x="14257" y="12499"/>
                  <a:pt x="14257" y="18151"/>
                  <a:pt x="14257" y="18151"/>
                </a:cubicBezTo>
                <a:close/>
                <a:moveTo>
                  <a:pt x="20618" y="6873"/>
                </a:moveTo>
                <a:lnTo>
                  <a:pt x="982" y="6873"/>
                </a:lnTo>
                <a:lnTo>
                  <a:pt x="982" y="3928"/>
                </a:lnTo>
                <a:cubicBezTo>
                  <a:pt x="982" y="3385"/>
                  <a:pt x="1421" y="2945"/>
                  <a:pt x="1964" y="2945"/>
                </a:cubicBezTo>
                <a:lnTo>
                  <a:pt x="3927" y="2945"/>
                </a:lnTo>
                <a:lnTo>
                  <a:pt x="3927" y="4418"/>
                </a:lnTo>
                <a:cubicBezTo>
                  <a:pt x="3927" y="4690"/>
                  <a:pt x="4147" y="4909"/>
                  <a:pt x="4418" y="4909"/>
                </a:cubicBezTo>
                <a:cubicBezTo>
                  <a:pt x="4690" y="4909"/>
                  <a:pt x="4909" y="4690"/>
                  <a:pt x="4909" y="4418"/>
                </a:cubicBezTo>
                <a:lnTo>
                  <a:pt x="4909" y="2945"/>
                </a:lnTo>
                <a:lnTo>
                  <a:pt x="16691" y="2945"/>
                </a:lnTo>
                <a:lnTo>
                  <a:pt x="16691" y="4418"/>
                </a:lnTo>
                <a:cubicBezTo>
                  <a:pt x="16691" y="4690"/>
                  <a:pt x="16910" y="4909"/>
                  <a:pt x="17182" y="4909"/>
                </a:cubicBezTo>
                <a:cubicBezTo>
                  <a:pt x="17453" y="4909"/>
                  <a:pt x="17673" y="4690"/>
                  <a:pt x="17673" y="4418"/>
                </a:cubicBezTo>
                <a:lnTo>
                  <a:pt x="17673" y="2945"/>
                </a:lnTo>
                <a:lnTo>
                  <a:pt x="19636" y="2945"/>
                </a:lnTo>
                <a:cubicBezTo>
                  <a:pt x="20179" y="2945"/>
                  <a:pt x="20618" y="3385"/>
                  <a:pt x="20618" y="3928"/>
                </a:cubicBezTo>
                <a:cubicBezTo>
                  <a:pt x="20618" y="3928"/>
                  <a:pt x="20618" y="6873"/>
                  <a:pt x="20618" y="6873"/>
                </a:cubicBezTo>
                <a:close/>
                <a:moveTo>
                  <a:pt x="20618" y="19636"/>
                </a:moveTo>
                <a:cubicBezTo>
                  <a:pt x="20618" y="20179"/>
                  <a:pt x="20179" y="20618"/>
                  <a:pt x="19636" y="20618"/>
                </a:cubicBezTo>
                <a:lnTo>
                  <a:pt x="1964" y="20618"/>
                </a:lnTo>
                <a:cubicBezTo>
                  <a:pt x="1421" y="20618"/>
                  <a:pt x="982" y="20179"/>
                  <a:pt x="982" y="19636"/>
                </a:cubicBezTo>
                <a:lnTo>
                  <a:pt x="982" y="7855"/>
                </a:lnTo>
                <a:lnTo>
                  <a:pt x="20618" y="7855"/>
                </a:lnTo>
                <a:cubicBezTo>
                  <a:pt x="20618" y="7855"/>
                  <a:pt x="20618" y="19636"/>
                  <a:pt x="20618" y="19636"/>
                </a:cubicBezTo>
                <a:close/>
                <a:moveTo>
                  <a:pt x="19636" y="1964"/>
                </a:moveTo>
                <a:lnTo>
                  <a:pt x="17673" y="1964"/>
                </a:lnTo>
                <a:lnTo>
                  <a:pt x="17673" y="491"/>
                </a:lnTo>
                <a:cubicBezTo>
                  <a:pt x="17673" y="220"/>
                  <a:pt x="17453" y="0"/>
                  <a:pt x="17182" y="0"/>
                </a:cubicBezTo>
                <a:cubicBezTo>
                  <a:pt x="16910" y="0"/>
                  <a:pt x="16691" y="220"/>
                  <a:pt x="16691" y="491"/>
                </a:cubicBezTo>
                <a:lnTo>
                  <a:pt x="16691" y="1964"/>
                </a:lnTo>
                <a:lnTo>
                  <a:pt x="4909" y="1964"/>
                </a:lnTo>
                <a:lnTo>
                  <a:pt x="4909" y="491"/>
                </a:lnTo>
                <a:cubicBezTo>
                  <a:pt x="4909" y="220"/>
                  <a:pt x="4690" y="0"/>
                  <a:pt x="4418" y="0"/>
                </a:cubicBezTo>
                <a:cubicBezTo>
                  <a:pt x="4147" y="0"/>
                  <a:pt x="3927" y="220"/>
                  <a:pt x="3927" y="491"/>
                </a:cubicBezTo>
                <a:lnTo>
                  <a:pt x="3927" y="1964"/>
                </a:lnTo>
                <a:lnTo>
                  <a:pt x="1964" y="1964"/>
                </a:lnTo>
                <a:cubicBezTo>
                  <a:pt x="879" y="1964"/>
                  <a:pt x="0" y="2843"/>
                  <a:pt x="0" y="3928"/>
                </a:cubicBezTo>
                <a:lnTo>
                  <a:pt x="0" y="19636"/>
                </a:lnTo>
                <a:cubicBezTo>
                  <a:pt x="0" y="20721"/>
                  <a:pt x="879" y="21600"/>
                  <a:pt x="1964" y="21600"/>
                </a:cubicBezTo>
                <a:lnTo>
                  <a:pt x="19636" y="21600"/>
                </a:lnTo>
                <a:cubicBezTo>
                  <a:pt x="20721" y="21600"/>
                  <a:pt x="21600" y="20721"/>
                  <a:pt x="21600" y="19636"/>
                </a:cubicBezTo>
                <a:lnTo>
                  <a:pt x="21600" y="3928"/>
                </a:lnTo>
                <a:cubicBezTo>
                  <a:pt x="21600" y="2843"/>
                  <a:pt x="20721" y="1964"/>
                  <a:pt x="19636" y="1964"/>
                </a:cubicBezTo>
              </a:path>
            </a:pathLst>
          </a:custGeom>
          <a:solidFill>
            <a:schemeClr val="tx1"/>
          </a:solidFill>
          <a:ln w="12700">
            <a:miter lim="400000"/>
          </a:ln>
        </p:spPr>
        <p:txBody>
          <a:bodyPr lIns="14284" tIns="14284" rIns="14284" bIns="14284" anchor="ctr"/>
          <a:lstStyle/>
          <a:p>
            <a:pPr defTabSz="171399" eaLnBrk="1" hangingPunct="1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1125">
              <a:solidFill>
                <a:srgbClr val="FFFFFF"/>
              </a:solidFill>
              <a:effectLst>
                <a:outerShdw blurRad="38100" dist="12700" dir="5400000" rotWithShape="0">
                  <a:srgbClr val="000000">
                    <a:alpha val="50000"/>
                  </a:srgbClr>
                </a:outerShdw>
              </a:effectLst>
              <a:latin typeface="Gill Sans"/>
              <a:ea typeface="Calibri" charset="0"/>
              <a:cs typeface="Calibri" charset="0"/>
              <a:sym typeface="Gill Sans"/>
            </a:endParaRPr>
          </a:p>
        </p:txBody>
      </p:sp>
      <p:sp>
        <p:nvSpPr>
          <p:cNvPr id="183" name="Shape 2660"/>
          <p:cNvSpPr/>
          <p:nvPr userDrawn="1"/>
        </p:nvSpPr>
        <p:spPr>
          <a:xfrm>
            <a:off x="4779726" y="861348"/>
            <a:ext cx="209550" cy="209550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20618" y="17673"/>
                </a:moveTo>
                <a:cubicBezTo>
                  <a:pt x="20618" y="18215"/>
                  <a:pt x="20178" y="18655"/>
                  <a:pt x="19636" y="18655"/>
                </a:cubicBezTo>
                <a:lnTo>
                  <a:pt x="1964" y="18655"/>
                </a:lnTo>
                <a:cubicBezTo>
                  <a:pt x="1422" y="18655"/>
                  <a:pt x="982" y="18215"/>
                  <a:pt x="982" y="17673"/>
                </a:cubicBezTo>
                <a:lnTo>
                  <a:pt x="982" y="5891"/>
                </a:lnTo>
                <a:cubicBezTo>
                  <a:pt x="982" y="5349"/>
                  <a:pt x="1422" y="4909"/>
                  <a:pt x="1964" y="4909"/>
                </a:cubicBezTo>
                <a:lnTo>
                  <a:pt x="19636" y="4909"/>
                </a:lnTo>
                <a:cubicBezTo>
                  <a:pt x="20178" y="4909"/>
                  <a:pt x="20618" y="5349"/>
                  <a:pt x="20618" y="5891"/>
                </a:cubicBezTo>
                <a:cubicBezTo>
                  <a:pt x="20618" y="5891"/>
                  <a:pt x="20618" y="17673"/>
                  <a:pt x="20618" y="17673"/>
                </a:cubicBezTo>
                <a:close/>
                <a:moveTo>
                  <a:pt x="19636" y="3927"/>
                </a:moveTo>
                <a:lnTo>
                  <a:pt x="12476" y="3927"/>
                </a:lnTo>
                <a:lnTo>
                  <a:pt x="14476" y="1927"/>
                </a:lnTo>
                <a:cubicBezTo>
                  <a:pt x="14557" y="1949"/>
                  <a:pt x="14640" y="1964"/>
                  <a:pt x="14727" y="1964"/>
                </a:cubicBezTo>
                <a:cubicBezTo>
                  <a:pt x="15269" y="1964"/>
                  <a:pt x="15709" y="1524"/>
                  <a:pt x="15709" y="982"/>
                </a:cubicBezTo>
                <a:cubicBezTo>
                  <a:pt x="15709" y="440"/>
                  <a:pt x="15269" y="0"/>
                  <a:pt x="14727" y="0"/>
                </a:cubicBezTo>
                <a:cubicBezTo>
                  <a:pt x="14185" y="0"/>
                  <a:pt x="13745" y="440"/>
                  <a:pt x="13745" y="982"/>
                </a:cubicBezTo>
                <a:cubicBezTo>
                  <a:pt x="13745" y="1069"/>
                  <a:pt x="13761" y="1153"/>
                  <a:pt x="13782" y="1233"/>
                </a:cubicBezTo>
                <a:lnTo>
                  <a:pt x="11088" y="3927"/>
                </a:lnTo>
                <a:lnTo>
                  <a:pt x="10513" y="3927"/>
                </a:lnTo>
                <a:lnTo>
                  <a:pt x="7818" y="1233"/>
                </a:lnTo>
                <a:cubicBezTo>
                  <a:pt x="7839" y="1153"/>
                  <a:pt x="7855" y="1069"/>
                  <a:pt x="7855" y="982"/>
                </a:cubicBezTo>
                <a:cubicBezTo>
                  <a:pt x="7855" y="440"/>
                  <a:pt x="7415" y="0"/>
                  <a:pt x="6873" y="0"/>
                </a:cubicBezTo>
                <a:cubicBezTo>
                  <a:pt x="6331" y="0"/>
                  <a:pt x="5891" y="440"/>
                  <a:pt x="5891" y="982"/>
                </a:cubicBezTo>
                <a:cubicBezTo>
                  <a:pt x="5891" y="1524"/>
                  <a:pt x="6331" y="1964"/>
                  <a:pt x="6873" y="1964"/>
                </a:cubicBezTo>
                <a:cubicBezTo>
                  <a:pt x="6960" y="1964"/>
                  <a:pt x="7043" y="1949"/>
                  <a:pt x="7124" y="1927"/>
                </a:cubicBezTo>
                <a:lnTo>
                  <a:pt x="9124" y="3927"/>
                </a:lnTo>
                <a:lnTo>
                  <a:pt x="1964" y="3927"/>
                </a:lnTo>
                <a:cubicBezTo>
                  <a:pt x="879" y="3927"/>
                  <a:pt x="0" y="4806"/>
                  <a:pt x="0" y="5891"/>
                </a:cubicBezTo>
                <a:lnTo>
                  <a:pt x="0" y="17673"/>
                </a:lnTo>
                <a:cubicBezTo>
                  <a:pt x="0" y="18757"/>
                  <a:pt x="879" y="19637"/>
                  <a:pt x="1964" y="19637"/>
                </a:cubicBezTo>
                <a:lnTo>
                  <a:pt x="3927" y="19637"/>
                </a:lnTo>
                <a:lnTo>
                  <a:pt x="3927" y="21109"/>
                </a:lnTo>
                <a:cubicBezTo>
                  <a:pt x="3927" y="21381"/>
                  <a:pt x="4147" y="21600"/>
                  <a:pt x="4418" y="21600"/>
                </a:cubicBezTo>
                <a:cubicBezTo>
                  <a:pt x="4689" y="21600"/>
                  <a:pt x="4909" y="21381"/>
                  <a:pt x="4909" y="21109"/>
                </a:cubicBezTo>
                <a:lnTo>
                  <a:pt x="4909" y="20618"/>
                </a:lnTo>
                <a:lnTo>
                  <a:pt x="16691" y="20618"/>
                </a:lnTo>
                <a:lnTo>
                  <a:pt x="16691" y="21109"/>
                </a:lnTo>
                <a:cubicBezTo>
                  <a:pt x="16691" y="21381"/>
                  <a:pt x="16911" y="21600"/>
                  <a:pt x="17182" y="21600"/>
                </a:cubicBezTo>
                <a:cubicBezTo>
                  <a:pt x="17453" y="21600"/>
                  <a:pt x="17673" y="21381"/>
                  <a:pt x="17673" y="21109"/>
                </a:cubicBezTo>
                <a:lnTo>
                  <a:pt x="17673" y="19637"/>
                </a:lnTo>
                <a:lnTo>
                  <a:pt x="19636" y="19637"/>
                </a:lnTo>
                <a:cubicBezTo>
                  <a:pt x="20721" y="19637"/>
                  <a:pt x="21600" y="18757"/>
                  <a:pt x="21600" y="17673"/>
                </a:cubicBezTo>
                <a:lnTo>
                  <a:pt x="21600" y="5891"/>
                </a:lnTo>
                <a:cubicBezTo>
                  <a:pt x="21600" y="4806"/>
                  <a:pt x="20721" y="3927"/>
                  <a:pt x="19636" y="3927"/>
                </a:cubicBezTo>
              </a:path>
            </a:pathLst>
          </a:custGeom>
          <a:solidFill>
            <a:schemeClr val="tx1"/>
          </a:solidFill>
          <a:ln w="12700">
            <a:miter lim="400000"/>
          </a:ln>
        </p:spPr>
        <p:txBody>
          <a:bodyPr lIns="14284" tIns="14284" rIns="14284" bIns="14284" anchor="ctr"/>
          <a:lstStyle/>
          <a:p>
            <a:pPr defTabSz="171399" eaLnBrk="1" hangingPunct="1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1125">
              <a:solidFill>
                <a:srgbClr val="FFFFFF"/>
              </a:solidFill>
              <a:effectLst>
                <a:outerShdw blurRad="38100" dist="12700" dir="5400000" rotWithShape="0">
                  <a:srgbClr val="000000">
                    <a:alpha val="50000"/>
                  </a:srgbClr>
                </a:outerShdw>
              </a:effectLst>
              <a:latin typeface="Gill Sans"/>
              <a:ea typeface="Calibri" charset="0"/>
              <a:cs typeface="Calibri" charset="0"/>
              <a:sym typeface="Gill Sans"/>
            </a:endParaRPr>
          </a:p>
        </p:txBody>
      </p:sp>
      <p:pic>
        <p:nvPicPr>
          <p:cNvPr id="184" name="그래픽 4" descr="남자">
            <a:extLst>
              <a:ext uri="{FF2B5EF4-FFF2-40B4-BE49-F238E27FC236}">
                <a16:creationId xmlns="" xmlns:a16="http://schemas.microsoft.com/office/drawing/2014/main" id="{95B4FDAA-9C29-4FFF-B40D-10CC9EF68496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biLevel thresh="75000"/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xmlns="" r:embed="rId3"/>
              </a:ext>
            </a:extLst>
          </a:blip>
          <a:stretch>
            <a:fillRect/>
          </a:stretch>
        </p:blipFill>
        <p:spPr>
          <a:xfrm flipH="1">
            <a:off x="2521526" y="2681874"/>
            <a:ext cx="285063" cy="285063"/>
          </a:xfrm>
          <a:prstGeom prst="rect">
            <a:avLst/>
          </a:prstGeom>
        </p:spPr>
      </p:pic>
      <p:pic>
        <p:nvPicPr>
          <p:cNvPr id="185" name="그래픽 6" descr="팀">
            <a:extLst>
              <a:ext uri="{FF2B5EF4-FFF2-40B4-BE49-F238E27FC236}">
                <a16:creationId xmlns="" xmlns:a16="http://schemas.microsoft.com/office/drawing/2014/main" id="{7F5FB939-EBD7-49C2-BEF5-48D232A8CD86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print">
            <a:biLevel thresh="75000"/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xmlns="" r:embed="rId5"/>
              </a:ext>
            </a:extLst>
          </a:blip>
          <a:stretch>
            <a:fillRect/>
          </a:stretch>
        </p:blipFill>
        <p:spPr>
          <a:xfrm flipH="1">
            <a:off x="3323539" y="2647777"/>
            <a:ext cx="353256" cy="353256"/>
          </a:xfrm>
          <a:prstGeom prst="rect">
            <a:avLst/>
          </a:prstGeom>
        </p:spPr>
      </p:pic>
      <p:pic>
        <p:nvPicPr>
          <p:cNvPr id="186" name="그래픽 8" descr="두 남자">
            <a:extLst>
              <a:ext uri="{FF2B5EF4-FFF2-40B4-BE49-F238E27FC236}">
                <a16:creationId xmlns="" xmlns:a16="http://schemas.microsoft.com/office/drawing/2014/main" id="{CAA34ECE-5D98-49B8-88AE-23BB184F4BEC}"/>
              </a:ext>
            </a:extLst>
          </p:cNvPr>
          <p:cNvPicPr>
            <a:picLocks noChangeAspect="1"/>
          </p:cNvPicPr>
          <p:nvPr userDrawn="1"/>
        </p:nvPicPr>
        <p:blipFill>
          <a:blip r:embed="rId6" cstate="print">
            <a:biLevel thresh="75000"/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xmlns="" r:embed="rId7"/>
              </a:ext>
            </a:extLst>
          </a:blip>
          <a:stretch>
            <a:fillRect/>
          </a:stretch>
        </p:blipFill>
        <p:spPr>
          <a:xfrm flipH="1">
            <a:off x="2889365" y="2647777"/>
            <a:ext cx="353256" cy="353256"/>
          </a:xfrm>
          <a:prstGeom prst="rect">
            <a:avLst/>
          </a:prstGeom>
        </p:spPr>
      </p:pic>
      <p:sp>
        <p:nvSpPr>
          <p:cNvPr id="187" name="Freeform 35"/>
          <p:cNvSpPr>
            <a:spLocks noEditPoints="1"/>
          </p:cNvSpPr>
          <p:nvPr userDrawn="1"/>
        </p:nvSpPr>
        <p:spPr bwMode="auto">
          <a:xfrm>
            <a:off x="7491471" y="5787110"/>
            <a:ext cx="239742" cy="210913"/>
          </a:xfrm>
          <a:custGeom>
            <a:avLst/>
            <a:gdLst>
              <a:gd name="T0" fmla="*/ 2147483646 w 73"/>
              <a:gd name="T1" fmla="*/ 2147483646 h 64"/>
              <a:gd name="T2" fmla="*/ 2147483646 w 73"/>
              <a:gd name="T3" fmla="*/ 2147483646 h 64"/>
              <a:gd name="T4" fmla="*/ 2147483646 w 73"/>
              <a:gd name="T5" fmla="*/ 2147483646 h 64"/>
              <a:gd name="T6" fmla="*/ 2147483646 w 73"/>
              <a:gd name="T7" fmla="*/ 2147483646 h 64"/>
              <a:gd name="T8" fmla="*/ 2147483646 w 73"/>
              <a:gd name="T9" fmla="*/ 2147483646 h 64"/>
              <a:gd name="T10" fmla="*/ 2147483646 w 73"/>
              <a:gd name="T11" fmla="*/ 2147483646 h 64"/>
              <a:gd name="T12" fmla="*/ 2147483646 w 73"/>
              <a:gd name="T13" fmla="*/ 2147483646 h 64"/>
              <a:gd name="T14" fmla="*/ 2147483646 w 73"/>
              <a:gd name="T15" fmla="*/ 2147483646 h 64"/>
              <a:gd name="T16" fmla="*/ 2147483646 w 73"/>
              <a:gd name="T17" fmla="*/ 2147483646 h 64"/>
              <a:gd name="T18" fmla="*/ 2147483646 w 73"/>
              <a:gd name="T19" fmla="*/ 2147483646 h 64"/>
              <a:gd name="T20" fmla="*/ 2147483646 w 73"/>
              <a:gd name="T21" fmla="*/ 2147483646 h 64"/>
              <a:gd name="T22" fmla="*/ 2147483646 w 73"/>
              <a:gd name="T23" fmla="*/ 2147483646 h 64"/>
              <a:gd name="T24" fmla="*/ 2147483646 w 73"/>
              <a:gd name="T25" fmla="*/ 2147483646 h 64"/>
              <a:gd name="T26" fmla="*/ 2147483646 w 73"/>
              <a:gd name="T27" fmla="*/ 2147483646 h 64"/>
              <a:gd name="T28" fmla="*/ 0 w 73"/>
              <a:gd name="T29" fmla="*/ 2147483646 h 64"/>
              <a:gd name="T30" fmla="*/ 0 w 73"/>
              <a:gd name="T31" fmla="*/ 2147483646 h 64"/>
              <a:gd name="T32" fmla="*/ 2147483646 w 73"/>
              <a:gd name="T33" fmla="*/ 2147483646 h 64"/>
              <a:gd name="T34" fmla="*/ 2147483646 w 73"/>
              <a:gd name="T35" fmla="*/ 2147483646 h 64"/>
              <a:gd name="T36" fmla="*/ 2147483646 w 73"/>
              <a:gd name="T37" fmla="*/ 2147483646 h 64"/>
              <a:gd name="T38" fmla="*/ 2147483646 w 73"/>
              <a:gd name="T39" fmla="*/ 2147483646 h 64"/>
              <a:gd name="T40" fmla="*/ 2147483646 w 73"/>
              <a:gd name="T41" fmla="*/ 2147483646 h 64"/>
              <a:gd name="T42" fmla="*/ 2147483646 w 73"/>
              <a:gd name="T43" fmla="*/ 2147483646 h 64"/>
              <a:gd name="T44" fmla="*/ 2147483646 w 73"/>
              <a:gd name="T45" fmla="*/ 0 h 64"/>
              <a:gd name="T46" fmla="*/ 2147483646 w 73"/>
              <a:gd name="T47" fmla="*/ 0 h 64"/>
              <a:gd name="T48" fmla="*/ 2147483646 w 73"/>
              <a:gd name="T49" fmla="*/ 2147483646 h 64"/>
              <a:gd name="T50" fmla="*/ 2147483646 w 73"/>
              <a:gd name="T51" fmla="*/ 2147483646 h 64"/>
              <a:gd name="T52" fmla="*/ 2147483646 w 73"/>
              <a:gd name="T53" fmla="*/ 2147483646 h 64"/>
              <a:gd name="T54" fmla="*/ 2147483646 w 73"/>
              <a:gd name="T55" fmla="*/ 2147483646 h 64"/>
              <a:gd name="T56" fmla="*/ 2147483646 w 73"/>
              <a:gd name="T57" fmla="*/ 2147483646 h 64"/>
              <a:gd name="T58" fmla="*/ 2147483646 w 73"/>
              <a:gd name="T59" fmla="*/ 2147483646 h 64"/>
              <a:gd name="T60" fmla="*/ 2147483646 w 73"/>
              <a:gd name="T61" fmla="*/ 2147483646 h 64"/>
              <a:gd name="T62" fmla="*/ 2147483646 w 73"/>
              <a:gd name="T63" fmla="*/ 2147483646 h 64"/>
              <a:gd name="T64" fmla="*/ 2147483646 w 73"/>
              <a:gd name="T65" fmla="*/ 2147483646 h 64"/>
              <a:gd name="T66" fmla="*/ 2147483646 w 73"/>
              <a:gd name="T67" fmla="*/ 2147483646 h 64"/>
              <a:gd name="T68" fmla="*/ 2147483646 w 73"/>
              <a:gd name="T69" fmla="*/ 2147483646 h 64"/>
              <a:gd name="T70" fmla="*/ 2147483646 w 73"/>
              <a:gd name="T71" fmla="*/ 2147483646 h 64"/>
              <a:gd name="T72" fmla="*/ 2147483646 w 73"/>
              <a:gd name="T73" fmla="*/ 2147483646 h 64"/>
              <a:gd name="T74" fmla="*/ 2147483646 w 73"/>
              <a:gd name="T75" fmla="*/ 2147483646 h 64"/>
              <a:gd name="T76" fmla="*/ 2147483646 w 73"/>
              <a:gd name="T77" fmla="*/ 2147483646 h 64"/>
              <a:gd name="T78" fmla="*/ 2147483646 w 73"/>
              <a:gd name="T79" fmla="*/ 2147483646 h 64"/>
              <a:gd name="T80" fmla="*/ 2147483646 w 73"/>
              <a:gd name="T81" fmla="*/ 2147483646 h 64"/>
              <a:gd name="T82" fmla="*/ 2147483646 w 73"/>
              <a:gd name="T83" fmla="*/ 2147483646 h 64"/>
              <a:gd name="T84" fmla="*/ 2147483646 w 73"/>
              <a:gd name="T85" fmla="*/ 2147483646 h 64"/>
              <a:gd name="T86" fmla="*/ 2147483646 w 73"/>
              <a:gd name="T87" fmla="*/ 2147483646 h 64"/>
              <a:gd name="T88" fmla="*/ 2147483646 w 73"/>
              <a:gd name="T89" fmla="*/ 2147483646 h 64"/>
              <a:gd name="T90" fmla="*/ 2147483646 w 73"/>
              <a:gd name="T91" fmla="*/ 2147483646 h 64"/>
              <a:gd name="T92" fmla="*/ 2147483646 w 73"/>
              <a:gd name="T93" fmla="*/ 2147483646 h 64"/>
              <a:gd name="T94" fmla="*/ 2147483646 w 73"/>
              <a:gd name="T95" fmla="*/ 2147483646 h 64"/>
              <a:gd name="T96" fmla="*/ 0 60000 65536"/>
              <a:gd name="T97" fmla="*/ 0 60000 65536"/>
              <a:gd name="T98" fmla="*/ 0 60000 65536"/>
              <a:gd name="T99" fmla="*/ 0 60000 65536"/>
              <a:gd name="T100" fmla="*/ 0 60000 65536"/>
              <a:gd name="T101" fmla="*/ 0 60000 65536"/>
              <a:gd name="T102" fmla="*/ 0 60000 65536"/>
              <a:gd name="T103" fmla="*/ 0 60000 65536"/>
              <a:gd name="T104" fmla="*/ 0 60000 65536"/>
              <a:gd name="T105" fmla="*/ 0 60000 65536"/>
              <a:gd name="T106" fmla="*/ 0 60000 65536"/>
              <a:gd name="T107" fmla="*/ 0 60000 65536"/>
              <a:gd name="T108" fmla="*/ 0 60000 65536"/>
              <a:gd name="T109" fmla="*/ 0 60000 65536"/>
              <a:gd name="T110" fmla="*/ 0 60000 65536"/>
              <a:gd name="T111" fmla="*/ 0 60000 65536"/>
              <a:gd name="T112" fmla="*/ 0 60000 65536"/>
              <a:gd name="T113" fmla="*/ 0 60000 65536"/>
              <a:gd name="T114" fmla="*/ 0 60000 65536"/>
              <a:gd name="T115" fmla="*/ 0 60000 65536"/>
              <a:gd name="T116" fmla="*/ 0 60000 65536"/>
              <a:gd name="T117" fmla="*/ 0 60000 65536"/>
              <a:gd name="T118" fmla="*/ 0 60000 65536"/>
              <a:gd name="T119" fmla="*/ 0 60000 65536"/>
              <a:gd name="T120" fmla="*/ 0 60000 65536"/>
              <a:gd name="T121" fmla="*/ 0 60000 65536"/>
              <a:gd name="T122" fmla="*/ 0 60000 65536"/>
              <a:gd name="T123" fmla="*/ 0 60000 65536"/>
              <a:gd name="T124" fmla="*/ 0 60000 65536"/>
              <a:gd name="T125" fmla="*/ 0 60000 65536"/>
              <a:gd name="T126" fmla="*/ 0 60000 65536"/>
              <a:gd name="T127" fmla="*/ 0 60000 65536"/>
              <a:gd name="T128" fmla="*/ 0 60000 65536"/>
              <a:gd name="T129" fmla="*/ 0 60000 65536"/>
              <a:gd name="T130" fmla="*/ 0 60000 65536"/>
              <a:gd name="T131" fmla="*/ 0 60000 65536"/>
              <a:gd name="T132" fmla="*/ 0 60000 65536"/>
              <a:gd name="T133" fmla="*/ 0 60000 65536"/>
              <a:gd name="T134" fmla="*/ 0 60000 65536"/>
              <a:gd name="T135" fmla="*/ 0 60000 65536"/>
              <a:gd name="T136" fmla="*/ 0 60000 65536"/>
              <a:gd name="T137" fmla="*/ 0 60000 65536"/>
              <a:gd name="T138" fmla="*/ 0 60000 65536"/>
              <a:gd name="T139" fmla="*/ 0 60000 65536"/>
              <a:gd name="T140" fmla="*/ 0 60000 65536"/>
              <a:gd name="T141" fmla="*/ 0 60000 65536"/>
              <a:gd name="T142" fmla="*/ 0 60000 65536"/>
              <a:gd name="T143" fmla="*/ 0 60000 65536"/>
            </a:gdLst>
            <a:ahLst/>
            <a:cxnLst>
              <a:cxn ang="T96">
                <a:pos x="T0" y="T1"/>
              </a:cxn>
              <a:cxn ang="T97">
                <a:pos x="T2" y="T3"/>
              </a:cxn>
              <a:cxn ang="T98">
                <a:pos x="T4" y="T5"/>
              </a:cxn>
              <a:cxn ang="T99">
                <a:pos x="T6" y="T7"/>
              </a:cxn>
              <a:cxn ang="T100">
                <a:pos x="T8" y="T9"/>
              </a:cxn>
              <a:cxn ang="T101">
                <a:pos x="T10" y="T11"/>
              </a:cxn>
              <a:cxn ang="T102">
                <a:pos x="T12" y="T13"/>
              </a:cxn>
              <a:cxn ang="T103">
                <a:pos x="T14" y="T15"/>
              </a:cxn>
              <a:cxn ang="T104">
                <a:pos x="T16" y="T17"/>
              </a:cxn>
              <a:cxn ang="T105">
                <a:pos x="T18" y="T19"/>
              </a:cxn>
              <a:cxn ang="T106">
                <a:pos x="T20" y="T21"/>
              </a:cxn>
              <a:cxn ang="T107">
                <a:pos x="T22" y="T23"/>
              </a:cxn>
              <a:cxn ang="T108">
                <a:pos x="T24" y="T25"/>
              </a:cxn>
              <a:cxn ang="T109">
                <a:pos x="T26" y="T27"/>
              </a:cxn>
              <a:cxn ang="T110">
                <a:pos x="T28" y="T29"/>
              </a:cxn>
              <a:cxn ang="T111">
                <a:pos x="T30" y="T31"/>
              </a:cxn>
              <a:cxn ang="T112">
                <a:pos x="T32" y="T33"/>
              </a:cxn>
              <a:cxn ang="T113">
                <a:pos x="T34" y="T35"/>
              </a:cxn>
              <a:cxn ang="T114">
                <a:pos x="T36" y="T37"/>
              </a:cxn>
              <a:cxn ang="T115">
                <a:pos x="T38" y="T39"/>
              </a:cxn>
              <a:cxn ang="T116">
                <a:pos x="T40" y="T41"/>
              </a:cxn>
              <a:cxn ang="T117">
                <a:pos x="T42" y="T43"/>
              </a:cxn>
              <a:cxn ang="T118">
                <a:pos x="T44" y="T45"/>
              </a:cxn>
              <a:cxn ang="T119">
                <a:pos x="T46" y="T47"/>
              </a:cxn>
              <a:cxn ang="T120">
                <a:pos x="T48" y="T49"/>
              </a:cxn>
              <a:cxn ang="T121">
                <a:pos x="T50" y="T51"/>
              </a:cxn>
              <a:cxn ang="T122">
                <a:pos x="T52" y="T53"/>
              </a:cxn>
              <a:cxn ang="T123">
                <a:pos x="T54" y="T55"/>
              </a:cxn>
              <a:cxn ang="T124">
                <a:pos x="T56" y="T57"/>
              </a:cxn>
              <a:cxn ang="T125">
                <a:pos x="T58" y="T59"/>
              </a:cxn>
              <a:cxn ang="T126">
                <a:pos x="T60" y="T61"/>
              </a:cxn>
              <a:cxn ang="T127">
                <a:pos x="T62" y="T63"/>
              </a:cxn>
              <a:cxn ang="T128">
                <a:pos x="T64" y="T65"/>
              </a:cxn>
              <a:cxn ang="T129">
                <a:pos x="T66" y="T67"/>
              </a:cxn>
              <a:cxn ang="T130">
                <a:pos x="T68" y="T69"/>
              </a:cxn>
              <a:cxn ang="T131">
                <a:pos x="T70" y="T71"/>
              </a:cxn>
              <a:cxn ang="T132">
                <a:pos x="T72" y="T73"/>
              </a:cxn>
              <a:cxn ang="T133">
                <a:pos x="T74" y="T75"/>
              </a:cxn>
              <a:cxn ang="T134">
                <a:pos x="T76" y="T77"/>
              </a:cxn>
              <a:cxn ang="T135">
                <a:pos x="T78" y="T79"/>
              </a:cxn>
              <a:cxn ang="T136">
                <a:pos x="T80" y="T81"/>
              </a:cxn>
              <a:cxn ang="T137">
                <a:pos x="T82" y="T83"/>
              </a:cxn>
              <a:cxn ang="T138">
                <a:pos x="T84" y="T85"/>
              </a:cxn>
              <a:cxn ang="T139">
                <a:pos x="T86" y="T87"/>
              </a:cxn>
              <a:cxn ang="T140">
                <a:pos x="T88" y="T89"/>
              </a:cxn>
              <a:cxn ang="T141">
                <a:pos x="T90" y="T91"/>
              </a:cxn>
              <a:cxn ang="T142">
                <a:pos x="T92" y="T93"/>
              </a:cxn>
              <a:cxn ang="T143">
                <a:pos x="T94" y="T95"/>
              </a:cxn>
            </a:cxnLst>
            <a:rect l="0" t="0" r="r" b="b"/>
            <a:pathLst>
              <a:path w="73" h="64">
                <a:moveTo>
                  <a:pt x="73" y="40"/>
                </a:moveTo>
                <a:cubicBezTo>
                  <a:pt x="73" y="53"/>
                  <a:pt x="73" y="53"/>
                  <a:pt x="73" y="53"/>
                </a:cubicBezTo>
                <a:cubicBezTo>
                  <a:pt x="73" y="54"/>
                  <a:pt x="72" y="55"/>
                  <a:pt x="72" y="55"/>
                </a:cubicBezTo>
                <a:cubicBezTo>
                  <a:pt x="68" y="55"/>
                  <a:pt x="68" y="55"/>
                  <a:pt x="68" y="55"/>
                </a:cubicBezTo>
                <a:cubicBezTo>
                  <a:pt x="68" y="57"/>
                  <a:pt x="68" y="57"/>
                  <a:pt x="68" y="57"/>
                </a:cubicBezTo>
                <a:cubicBezTo>
                  <a:pt x="68" y="61"/>
                  <a:pt x="65" y="64"/>
                  <a:pt x="61" y="64"/>
                </a:cubicBezTo>
                <a:cubicBezTo>
                  <a:pt x="58" y="64"/>
                  <a:pt x="55" y="61"/>
                  <a:pt x="55" y="57"/>
                </a:cubicBezTo>
                <a:cubicBezTo>
                  <a:pt x="55" y="55"/>
                  <a:pt x="55" y="55"/>
                  <a:pt x="55" y="55"/>
                </a:cubicBezTo>
                <a:cubicBezTo>
                  <a:pt x="18" y="55"/>
                  <a:pt x="18" y="55"/>
                  <a:pt x="18" y="55"/>
                </a:cubicBezTo>
                <a:cubicBezTo>
                  <a:pt x="18" y="57"/>
                  <a:pt x="18" y="57"/>
                  <a:pt x="18" y="57"/>
                </a:cubicBezTo>
                <a:cubicBezTo>
                  <a:pt x="18" y="61"/>
                  <a:pt x="15" y="64"/>
                  <a:pt x="11" y="64"/>
                </a:cubicBezTo>
                <a:cubicBezTo>
                  <a:pt x="7" y="64"/>
                  <a:pt x="4" y="61"/>
                  <a:pt x="4" y="57"/>
                </a:cubicBezTo>
                <a:cubicBezTo>
                  <a:pt x="4" y="55"/>
                  <a:pt x="4" y="55"/>
                  <a:pt x="4" y="55"/>
                </a:cubicBezTo>
                <a:cubicBezTo>
                  <a:pt x="1" y="55"/>
                  <a:pt x="1" y="55"/>
                  <a:pt x="1" y="55"/>
                </a:cubicBezTo>
                <a:cubicBezTo>
                  <a:pt x="0" y="55"/>
                  <a:pt x="0" y="54"/>
                  <a:pt x="0" y="53"/>
                </a:cubicBezTo>
                <a:cubicBezTo>
                  <a:pt x="0" y="40"/>
                  <a:pt x="0" y="40"/>
                  <a:pt x="0" y="40"/>
                </a:cubicBezTo>
                <a:cubicBezTo>
                  <a:pt x="0" y="35"/>
                  <a:pt x="3" y="32"/>
                  <a:pt x="8" y="32"/>
                </a:cubicBezTo>
                <a:cubicBezTo>
                  <a:pt x="9" y="32"/>
                  <a:pt x="9" y="32"/>
                  <a:pt x="9" y="32"/>
                </a:cubicBezTo>
                <a:cubicBezTo>
                  <a:pt x="13" y="17"/>
                  <a:pt x="13" y="17"/>
                  <a:pt x="13" y="17"/>
                </a:cubicBezTo>
                <a:cubicBezTo>
                  <a:pt x="14" y="12"/>
                  <a:pt x="18" y="9"/>
                  <a:pt x="23" y="9"/>
                </a:cubicBezTo>
                <a:cubicBezTo>
                  <a:pt x="27" y="9"/>
                  <a:pt x="27" y="9"/>
                  <a:pt x="27" y="9"/>
                </a:cubicBezTo>
                <a:cubicBezTo>
                  <a:pt x="27" y="1"/>
                  <a:pt x="27" y="1"/>
                  <a:pt x="27" y="1"/>
                </a:cubicBezTo>
                <a:cubicBezTo>
                  <a:pt x="27" y="0"/>
                  <a:pt x="28" y="0"/>
                  <a:pt x="28" y="0"/>
                </a:cubicBezTo>
                <a:cubicBezTo>
                  <a:pt x="44" y="0"/>
                  <a:pt x="44" y="0"/>
                  <a:pt x="44" y="0"/>
                </a:cubicBezTo>
                <a:cubicBezTo>
                  <a:pt x="45" y="0"/>
                  <a:pt x="45" y="0"/>
                  <a:pt x="45" y="1"/>
                </a:cubicBezTo>
                <a:cubicBezTo>
                  <a:pt x="45" y="9"/>
                  <a:pt x="45" y="9"/>
                  <a:pt x="45" y="9"/>
                </a:cubicBezTo>
                <a:cubicBezTo>
                  <a:pt x="50" y="9"/>
                  <a:pt x="50" y="9"/>
                  <a:pt x="50" y="9"/>
                </a:cubicBezTo>
                <a:cubicBezTo>
                  <a:pt x="55" y="9"/>
                  <a:pt x="59" y="12"/>
                  <a:pt x="60" y="17"/>
                </a:cubicBezTo>
                <a:cubicBezTo>
                  <a:pt x="64" y="32"/>
                  <a:pt x="64" y="32"/>
                  <a:pt x="64" y="32"/>
                </a:cubicBezTo>
                <a:cubicBezTo>
                  <a:pt x="65" y="32"/>
                  <a:pt x="65" y="32"/>
                  <a:pt x="65" y="32"/>
                </a:cubicBezTo>
                <a:cubicBezTo>
                  <a:pt x="69" y="32"/>
                  <a:pt x="73" y="35"/>
                  <a:pt x="73" y="40"/>
                </a:cubicBezTo>
                <a:close/>
                <a:moveTo>
                  <a:pt x="17" y="43"/>
                </a:moveTo>
                <a:cubicBezTo>
                  <a:pt x="17" y="40"/>
                  <a:pt x="14" y="37"/>
                  <a:pt x="11" y="37"/>
                </a:cubicBezTo>
                <a:cubicBezTo>
                  <a:pt x="8" y="37"/>
                  <a:pt x="5" y="40"/>
                  <a:pt x="5" y="43"/>
                </a:cubicBezTo>
                <a:cubicBezTo>
                  <a:pt x="5" y="46"/>
                  <a:pt x="8" y="49"/>
                  <a:pt x="11" y="49"/>
                </a:cubicBezTo>
                <a:cubicBezTo>
                  <a:pt x="14" y="49"/>
                  <a:pt x="17" y="46"/>
                  <a:pt x="17" y="43"/>
                </a:cubicBezTo>
                <a:close/>
                <a:moveTo>
                  <a:pt x="54" y="32"/>
                </a:moveTo>
                <a:cubicBezTo>
                  <a:pt x="51" y="19"/>
                  <a:pt x="51" y="19"/>
                  <a:pt x="51" y="19"/>
                </a:cubicBezTo>
                <a:cubicBezTo>
                  <a:pt x="51" y="19"/>
                  <a:pt x="50" y="18"/>
                  <a:pt x="50" y="18"/>
                </a:cubicBezTo>
                <a:cubicBezTo>
                  <a:pt x="23" y="18"/>
                  <a:pt x="23" y="18"/>
                  <a:pt x="23" y="18"/>
                </a:cubicBezTo>
                <a:cubicBezTo>
                  <a:pt x="22" y="18"/>
                  <a:pt x="21" y="19"/>
                  <a:pt x="21" y="19"/>
                </a:cubicBezTo>
                <a:cubicBezTo>
                  <a:pt x="18" y="32"/>
                  <a:pt x="18" y="32"/>
                  <a:pt x="18" y="32"/>
                </a:cubicBezTo>
                <a:lnTo>
                  <a:pt x="54" y="32"/>
                </a:lnTo>
                <a:close/>
                <a:moveTo>
                  <a:pt x="67" y="43"/>
                </a:moveTo>
                <a:cubicBezTo>
                  <a:pt x="67" y="40"/>
                  <a:pt x="65" y="37"/>
                  <a:pt x="61" y="37"/>
                </a:cubicBezTo>
                <a:cubicBezTo>
                  <a:pt x="58" y="37"/>
                  <a:pt x="56" y="40"/>
                  <a:pt x="56" y="43"/>
                </a:cubicBezTo>
                <a:cubicBezTo>
                  <a:pt x="56" y="46"/>
                  <a:pt x="58" y="49"/>
                  <a:pt x="61" y="49"/>
                </a:cubicBezTo>
                <a:cubicBezTo>
                  <a:pt x="65" y="49"/>
                  <a:pt x="67" y="46"/>
                  <a:pt x="67" y="43"/>
                </a:cubicBezTo>
                <a:close/>
              </a:path>
            </a:pathLst>
          </a:custGeom>
          <a:solidFill>
            <a:schemeClr val="tx1"/>
          </a:solidFill>
          <a:ln>
            <a:noFill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88" name="Freeform 87"/>
          <p:cNvSpPr>
            <a:spLocks noEditPoints="1"/>
          </p:cNvSpPr>
          <p:nvPr userDrawn="1"/>
        </p:nvSpPr>
        <p:spPr bwMode="auto">
          <a:xfrm>
            <a:off x="7050576" y="5311205"/>
            <a:ext cx="244800" cy="241200"/>
          </a:xfrm>
          <a:custGeom>
            <a:avLst/>
            <a:gdLst>
              <a:gd name="T0" fmla="*/ 2147483646 w 61"/>
              <a:gd name="T1" fmla="*/ 2147483646 h 62"/>
              <a:gd name="T2" fmla="*/ 0 w 61"/>
              <a:gd name="T3" fmla="*/ 2147483646 h 62"/>
              <a:gd name="T4" fmla="*/ 2147483646 w 61"/>
              <a:gd name="T5" fmla="*/ 0 h 62"/>
              <a:gd name="T6" fmla="*/ 2147483646 w 61"/>
              <a:gd name="T7" fmla="*/ 2147483646 h 62"/>
              <a:gd name="T8" fmla="*/ 2147483646 w 61"/>
              <a:gd name="T9" fmla="*/ 2147483646 h 62"/>
              <a:gd name="T10" fmla="*/ 2147483646 w 61"/>
              <a:gd name="T11" fmla="*/ 2147483646 h 62"/>
              <a:gd name="T12" fmla="*/ 2147483646 w 61"/>
              <a:gd name="T13" fmla="*/ 2147483646 h 62"/>
              <a:gd name="T14" fmla="*/ 2147483646 w 61"/>
              <a:gd name="T15" fmla="*/ 2147483646 h 62"/>
              <a:gd name="T16" fmla="*/ 2147483646 w 61"/>
              <a:gd name="T17" fmla="*/ 2147483646 h 62"/>
              <a:gd name="T18" fmla="*/ 2147483646 w 61"/>
              <a:gd name="T19" fmla="*/ 2147483646 h 62"/>
              <a:gd name="T20" fmla="*/ 2147483646 w 61"/>
              <a:gd name="T21" fmla="*/ 2147483646 h 62"/>
              <a:gd name="T22" fmla="*/ 2147483646 w 61"/>
              <a:gd name="T23" fmla="*/ 2147483646 h 62"/>
              <a:gd name="T24" fmla="*/ 2147483646 w 61"/>
              <a:gd name="T25" fmla="*/ 2147483646 h 62"/>
              <a:gd name="T26" fmla="*/ 2147483646 w 61"/>
              <a:gd name="T27" fmla="*/ 2147483646 h 62"/>
              <a:gd name="T28" fmla="*/ 2147483646 w 61"/>
              <a:gd name="T29" fmla="*/ 2147483646 h 62"/>
              <a:gd name="T30" fmla="*/ 2147483646 w 61"/>
              <a:gd name="T31" fmla="*/ 2147483646 h 62"/>
              <a:gd name="T32" fmla="*/ 2147483646 w 61"/>
              <a:gd name="T33" fmla="*/ 2147483646 h 62"/>
              <a:gd name="T34" fmla="*/ 2147483646 w 61"/>
              <a:gd name="T35" fmla="*/ 2147483646 h 62"/>
              <a:gd name="T36" fmla="*/ 2147483646 w 61"/>
              <a:gd name="T37" fmla="*/ 2147483646 h 62"/>
              <a:gd name="T38" fmla="*/ 2147483646 w 61"/>
              <a:gd name="T39" fmla="*/ 2147483646 h 62"/>
              <a:gd name="T40" fmla="*/ 2147483646 w 61"/>
              <a:gd name="T41" fmla="*/ 2147483646 h 62"/>
              <a:gd name="T42" fmla="*/ 2147483646 w 61"/>
              <a:gd name="T43" fmla="*/ 2147483646 h 62"/>
              <a:gd name="T44" fmla="*/ 2147483646 w 61"/>
              <a:gd name="T45" fmla="*/ 2147483646 h 62"/>
              <a:gd name="T46" fmla="*/ 2147483646 w 61"/>
              <a:gd name="T47" fmla="*/ 2147483646 h 62"/>
              <a:gd name="T48" fmla="*/ 2147483646 w 61"/>
              <a:gd name="T49" fmla="*/ 2147483646 h 62"/>
              <a:gd name="T50" fmla="*/ 2147483646 w 61"/>
              <a:gd name="T51" fmla="*/ 2147483646 h 62"/>
              <a:gd name="T52" fmla="*/ 2147483646 w 61"/>
              <a:gd name="T53" fmla="*/ 2147483646 h 62"/>
              <a:gd name="T54" fmla="*/ 2147483646 w 61"/>
              <a:gd name="T55" fmla="*/ 2147483646 h 62"/>
              <a:gd name="T56" fmla="*/ 2147483646 w 61"/>
              <a:gd name="T57" fmla="*/ 2147483646 h 62"/>
              <a:gd name="T58" fmla="*/ 0 60000 65536"/>
              <a:gd name="T59" fmla="*/ 0 60000 65536"/>
              <a:gd name="T60" fmla="*/ 0 60000 65536"/>
              <a:gd name="T61" fmla="*/ 0 60000 65536"/>
              <a:gd name="T62" fmla="*/ 0 60000 65536"/>
              <a:gd name="T63" fmla="*/ 0 60000 65536"/>
              <a:gd name="T64" fmla="*/ 0 60000 65536"/>
              <a:gd name="T65" fmla="*/ 0 60000 65536"/>
              <a:gd name="T66" fmla="*/ 0 60000 65536"/>
              <a:gd name="T67" fmla="*/ 0 60000 65536"/>
              <a:gd name="T68" fmla="*/ 0 60000 65536"/>
              <a:gd name="T69" fmla="*/ 0 60000 65536"/>
              <a:gd name="T70" fmla="*/ 0 60000 65536"/>
              <a:gd name="T71" fmla="*/ 0 60000 65536"/>
              <a:gd name="T72" fmla="*/ 0 60000 65536"/>
              <a:gd name="T73" fmla="*/ 0 60000 65536"/>
              <a:gd name="T74" fmla="*/ 0 60000 65536"/>
              <a:gd name="T75" fmla="*/ 0 60000 65536"/>
              <a:gd name="T76" fmla="*/ 0 60000 65536"/>
              <a:gd name="T77" fmla="*/ 0 60000 65536"/>
              <a:gd name="T78" fmla="*/ 0 60000 65536"/>
              <a:gd name="T79" fmla="*/ 0 60000 65536"/>
              <a:gd name="T80" fmla="*/ 0 60000 65536"/>
              <a:gd name="T81" fmla="*/ 0 60000 65536"/>
              <a:gd name="T82" fmla="*/ 0 60000 65536"/>
              <a:gd name="T83" fmla="*/ 0 60000 65536"/>
              <a:gd name="T84" fmla="*/ 0 60000 65536"/>
              <a:gd name="T85" fmla="*/ 0 60000 65536"/>
              <a:gd name="T86" fmla="*/ 0 60000 65536"/>
            </a:gdLst>
            <a:ahLst/>
            <a:cxnLst>
              <a:cxn ang="T58">
                <a:pos x="T0" y="T1"/>
              </a:cxn>
              <a:cxn ang="T59">
                <a:pos x="T2" y="T3"/>
              </a:cxn>
              <a:cxn ang="T60">
                <a:pos x="T4" y="T5"/>
              </a:cxn>
              <a:cxn ang="T61">
                <a:pos x="T6" y="T7"/>
              </a:cxn>
              <a:cxn ang="T62">
                <a:pos x="T8" y="T9"/>
              </a:cxn>
              <a:cxn ang="T63">
                <a:pos x="T10" y="T11"/>
              </a:cxn>
              <a:cxn ang="T64">
                <a:pos x="T12" y="T13"/>
              </a:cxn>
              <a:cxn ang="T65">
                <a:pos x="T14" y="T15"/>
              </a:cxn>
              <a:cxn ang="T66">
                <a:pos x="T16" y="T17"/>
              </a:cxn>
              <a:cxn ang="T67">
                <a:pos x="T18" y="T19"/>
              </a:cxn>
              <a:cxn ang="T68">
                <a:pos x="T20" y="T21"/>
              </a:cxn>
              <a:cxn ang="T69">
                <a:pos x="T22" y="T23"/>
              </a:cxn>
              <a:cxn ang="T70">
                <a:pos x="T24" y="T25"/>
              </a:cxn>
              <a:cxn ang="T71">
                <a:pos x="T26" y="T27"/>
              </a:cxn>
              <a:cxn ang="T72">
                <a:pos x="T28" y="T29"/>
              </a:cxn>
              <a:cxn ang="T73">
                <a:pos x="T30" y="T31"/>
              </a:cxn>
              <a:cxn ang="T74">
                <a:pos x="T32" y="T33"/>
              </a:cxn>
              <a:cxn ang="T75">
                <a:pos x="T34" y="T35"/>
              </a:cxn>
              <a:cxn ang="T76">
                <a:pos x="T36" y="T37"/>
              </a:cxn>
              <a:cxn ang="T77">
                <a:pos x="T38" y="T39"/>
              </a:cxn>
              <a:cxn ang="T78">
                <a:pos x="T40" y="T41"/>
              </a:cxn>
              <a:cxn ang="T79">
                <a:pos x="T42" y="T43"/>
              </a:cxn>
              <a:cxn ang="T80">
                <a:pos x="T44" y="T45"/>
              </a:cxn>
              <a:cxn ang="T81">
                <a:pos x="T46" y="T47"/>
              </a:cxn>
              <a:cxn ang="T82">
                <a:pos x="T48" y="T49"/>
              </a:cxn>
              <a:cxn ang="T83">
                <a:pos x="T50" y="T51"/>
              </a:cxn>
              <a:cxn ang="T84">
                <a:pos x="T52" y="T53"/>
              </a:cxn>
              <a:cxn ang="T85">
                <a:pos x="T54" y="T55"/>
              </a:cxn>
              <a:cxn ang="T86">
                <a:pos x="T56" y="T57"/>
              </a:cxn>
            </a:cxnLst>
            <a:rect l="0" t="0" r="r" b="b"/>
            <a:pathLst>
              <a:path w="61" h="62">
                <a:moveTo>
                  <a:pt x="31" y="62"/>
                </a:moveTo>
                <a:cubicBezTo>
                  <a:pt x="14" y="62"/>
                  <a:pt x="0" y="48"/>
                  <a:pt x="0" y="31"/>
                </a:cubicBezTo>
                <a:cubicBezTo>
                  <a:pt x="0" y="14"/>
                  <a:pt x="14" y="0"/>
                  <a:pt x="31" y="0"/>
                </a:cubicBezTo>
                <a:cubicBezTo>
                  <a:pt x="48" y="0"/>
                  <a:pt x="61" y="14"/>
                  <a:pt x="61" y="31"/>
                </a:cubicBezTo>
                <a:cubicBezTo>
                  <a:pt x="61" y="48"/>
                  <a:pt x="48" y="62"/>
                  <a:pt x="31" y="62"/>
                </a:cubicBezTo>
                <a:close/>
                <a:moveTo>
                  <a:pt x="31" y="6"/>
                </a:moveTo>
                <a:cubicBezTo>
                  <a:pt x="16" y="6"/>
                  <a:pt x="5" y="17"/>
                  <a:pt x="5" y="31"/>
                </a:cubicBezTo>
                <a:cubicBezTo>
                  <a:pt x="5" y="45"/>
                  <a:pt x="16" y="57"/>
                  <a:pt x="31" y="57"/>
                </a:cubicBezTo>
                <a:cubicBezTo>
                  <a:pt x="45" y="57"/>
                  <a:pt x="56" y="45"/>
                  <a:pt x="56" y="31"/>
                </a:cubicBezTo>
                <a:cubicBezTo>
                  <a:pt x="56" y="17"/>
                  <a:pt x="45" y="6"/>
                  <a:pt x="31" y="6"/>
                </a:cubicBezTo>
                <a:close/>
                <a:moveTo>
                  <a:pt x="20" y="26"/>
                </a:moveTo>
                <a:cubicBezTo>
                  <a:pt x="17" y="26"/>
                  <a:pt x="15" y="24"/>
                  <a:pt x="15" y="21"/>
                </a:cubicBezTo>
                <a:cubicBezTo>
                  <a:pt x="15" y="18"/>
                  <a:pt x="17" y="16"/>
                  <a:pt x="20" y="16"/>
                </a:cubicBezTo>
                <a:cubicBezTo>
                  <a:pt x="23" y="16"/>
                  <a:pt x="25" y="18"/>
                  <a:pt x="25" y="21"/>
                </a:cubicBezTo>
                <a:cubicBezTo>
                  <a:pt x="25" y="24"/>
                  <a:pt x="23" y="26"/>
                  <a:pt x="20" y="26"/>
                </a:cubicBezTo>
                <a:close/>
                <a:moveTo>
                  <a:pt x="44" y="48"/>
                </a:moveTo>
                <a:cubicBezTo>
                  <a:pt x="42" y="48"/>
                  <a:pt x="41" y="48"/>
                  <a:pt x="40" y="46"/>
                </a:cubicBezTo>
                <a:cubicBezTo>
                  <a:pt x="39" y="42"/>
                  <a:pt x="35" y="39"/>
                  <a:pt x="31" y="39"/>
                </a:cubicBezTo>
                <a:cubicBezTo>
                  <a:pt x="26" y="39"/>
                  <a:pt x="22" y="42"/>
                  <a:pt x="21" y="46"/>
                </a:cubicBezTo>
                <a:cubicBezTo>
                  <a:pt x="20" y="48"/>
                  <a:pt x="19" y="48"/>
                  <a:pt x="18" y="48"/>
                </a:cubicBezTo>
                <a:cubicBezTo>
                  <a:pt x="16" y="47"/>
                  <a:pt x="15" y="46"/>
                  <a:pt x="16" y="45"/>
                </a:cubicBezTo>
                <a:cubicBezTo>
                  <a:pt x="18" y="38"/>
                  <a:pt x="24" y="34"/>
                  <a:pt x="31" y="34"/>
                </a:cubicBezTo>
                <a:cubicBezTo>
                  <a:pt x="37" y="34"/>
                  <a:pt x="43" y="38"/>
                  <a:pt x="45" y="45"/>
                </a:cubicBezTo>
                <a:cubicBezTo>
                  <a:pt x="46" y="46"/>
                  <a:pt x="45" y="47"/>
                  <a:pt x="44" y="48"/>
                </a:cubicBezTo>
                <a:close/>
                <a:moveTo>
                  <a:pt x="41" y="26"/>
                </a:moveTo>
                <a:cubicBezTo>
                  <a:pt x="38" y="26"/>
                  <a:pt x="36" y="24"/>
                  <a:pt x="36" y="21"/>
                </a:cubicBezTo>
                <a:cubicBezTo>
                  <a:pt x="36" y="18"/>
                  <a:pt x="38" y="16"/>
                  <a:pt x="41" y="16"/>
                </a:cubicBezTo>
                <a:cubicBezTo>
                  <a:pt x="44" y="16"/>
                  <a:pt x="46" y="18"/>
                  <a:pt x="46" y="21"/>
                </a:cubicBezTo>
                <a:cubicBezTo>
                  <a:pt x="46" y="24"/>
                  <a:pt x="44" y="26"/>
                  <a:pt x="41" y="26"/>
                </a:cubicBezTo>
                <a:close/>
              </a:path>
            </a:pathLst>
          </a:custGeom>
          <a:solidFill>
            <a:schemeClr val="tx1"/>
          </a:solidFill>
          <a:ln>
            <a:noFill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89" name="Freeform 135"/>
          <p:cNvSpPr>
            <a:spLocks noEditPoints="1"/>
          </p:cNvSpPr>
          <p:nvPr userDrawn="1"/>
        </p:nvSpPr>
        <p:spPr bwMode="auto">
          <a:xfrm>
            <a:off x="6620618" y="5311205"/>
            <a:ext cx="244800" cy="241200"/>
          </a:xfrm>
          <a:custGeom>
            <a:avLst/>
            <a:gdLst>
              <a:gd name="T0" fmla="*/ 2147483646 w 61"/>
              <a:gd name="T1" fmla="*/ 2147483646 h 62"/>
              <a:gd name="T2" fmla="*/ 0 w 61"/>
              <a:gd name="T3" fmla="*/ 2147483646 h 62"/>
              <a:gd name="T4" fmla="*/ 2147483646 w 61"/>
              <a:gd name="T5" fmla="*/ 0 h 62"/>
              <a:gd name="T6" fmla="*/ 2147483646 w 61"/>
              <a:gd name="T7" fmla="*/ 2147483646 h 62"/>
              <a:gd name="T8" fmla="*/ 2147483646 w 61"/>
              <a:gd name="T9" fmla="*/ 2147483646 h 62"/>
              <a:gd name="T10" fmla="*/ 2147483646 w 61"/>
              <a:gd name="T11" fmla="*/ 2147483646 h 62"/>
              <a:gd name="T12" fmla="*/ 2147483646 w 61"/>
              <a:gd name="T13" fmla="*/ 2147483646 h 62"/>
              <a:gd name="T14" fmla="*/ 2147483646 w 61"/>
              <a:gd name="T15" fmla="*/ 2147483646 h 62"/>
              <a:gd name="T16" fmla="*/ 2147483646 w 61"/>
              <a:gd name="T17" fmla="*/ 2147483646 h 62"/>
              <a:gd name="T18" fmla="*/ 2147483646 w 61"/>
              <a:gd name="T19" fmla="*/ 2147483646 h 62"/>
              <a:gd name="T20" fmla="*/ 2147483646 w 61"/>
              <a:gd name="T21" fmla="*/ 2147483646 h 62"/>
              <a:gd name="T22" fmla="*/ 2147483646 w 61"/>
              <a:gd name="T23" fmla="*/ 2147483646 h 62"/>
              <a:gd name="T24" fmla="*/ 2147483646 w 61"/>
              <a:gd name="T25" fmla="*/ 2147483646 h 62"/>
              <a:gd name="T26" fmla="*/ 2147483646 w 61"/>
              <a:gd name="T27" fmla="*/ 2147483646 h 62"/>
              <a:gd name="T28" fmla="*/ 2147483646 w 61"/>
              <a:gd name="T29" fmla="*/ 2147483646 h 62"/>
              <a:gd name="T30" fmla="*/ 2147483646 w 61"/>
              <a:gd name="T31" fmla="*/ 2147483646 h 62"/>
              <a:gd name="T32" fmla="*/ 2147483646 w 61"/>
              <a:gd name="T33" fmla="*/ 2147483646 h 62"/>
              <a:gd name="T34" fmla="*/ 2147483646 w 61"/>
              <a:gd name="T35" fmla="*/ 2147483646 h 62"/>
              <a:gd name="T36" fmla="*/ 2147483646 w 61"/>
              <a:gd name="T37" fmla="*/ 2147483646 h 62"/>
              <a:gd name="T38" fmla="*/ 2147483646 w 61"/>
              <a:gd name="T39" fmla="*/ 2147483646 h 62"/>
              <a:gd name="T40" fmla="*/ 2147483646 w 61"/>
              <a:gd name="T41" fmla="*/ 2147483646 h 62"/>
              <a:gd name="T42" fmla="*/ 2147483646 w 61"/>
              <a:gd name="T43" fmla="*/ 2147483646 h 62"/>
              <a:gd name="T44" fmla="*/ 2147483646 w 61"/>
              <a:gd name="T45" fmla="*/ 2147483646 h 62"/>
              <a:gd name="T46" fmla="*/ 2147483646 w 61"/>
              <a:gd name="T47" fmla="*/ 2147483646 h 62"/>
              <a:gd name="T48" fmla="*/ 2147483646 w 61"/>
              <a:gd name="T49" fmla="*/ 2147483646 h 62"/>
              <a:gd name="T50" fmla="*/ 2147483646 w 61"/>
              <a:gd name="T51" fmla="*/ 2147483646 h 62"/>
              <a:gd name="T52" fmla="*/ 2147483646 w 61"/>
              <a:gd name="T53" fmla="*/ 2147483646 h 62"/>
              <a:gd name="T54" fmla="*/ 2147483646 w 61"/>
              <a:gd name="T55" fmla="*/ 2147483646 h 62"/>
              <a:gd name="T56" fmla="*/ 2147483646 w 61"/>
              <a:gd name="T57" fmla="*/ 2147483646 h 62"/>
              <a:gd name="T58" fmla="*/ 0 60000 65536"/>
              <a:gd name="T59" fmla="*/ 0 60000 65536"/>
              <a:gd name="T60" fmla="*/ 0 60000 65536"/>
              <a:gd name="T61" fmla="*/ 0 60000 65536"/>
              <a:gd name="T62" fmla="*/ 0 60000 65536"/>
              <a:gd name="T63" fmla="*/ 0 60000 65536"/>
              <a:gd name="T64" fmla="*/ 0 60000 65536"/>
              <a:gd name="T65" fmla="*/ 0 60000 65536"/>
              <a:gd name="T66" fmla="*/ 0 60000 65536"/>
              <a:gd name="T67" fmla="*/ 0 60000 65536"/>
              <a:gd name="T68" fmla="*/ 0 60000 65536"/>
              <a:gd name="T69" fmla="*/ 0 60000 65536"/>
              <a:gd name="T70" fmla="*/ 0 60000 65536"/>
              <a:gd name="T71" fmla="*/ 0 60000 65536"/>
              <a:gd name="T72" fmla="*/ 0 60000 65536"/>
              <a:gd name="T73" fmla="*/ 0 60000 65536"/>
              <a:gd name="T74" fmla="*/ 0 60000 65536"/>
              <a:gd name="T75" fmla="*/ 0 60000 65536"/>
              <a:gd name="T76" fmla="*/ 0 60000 65536"/>
              <a:gd name="T77" fmla="*/ 0 60000 65536"/>
              <a:gd name="T78" fmla="*/ 0 60000 65536"/>
              <a:gd name="T79" fmla="*/ 0 60000 65536"/>
              <a:gd name="T80" fmla="*/ 0 60000 65536"/>
              <a:gd name="T81" fmla="*/ 0 60000 65536"/>
              <a:gd name="T82" fmla="*/ 0 60000 65536"/>
              <a:gd name="T83" fmla="*/ 0 60000 65536"/>
              <a:gd name="T84" fmla="*/ 0 60000 65536"/>
              <a:gd name="T85" fmla="*/ 0 60000 65536"/>
              <a:gd name="T86" fmla="*/ 0 60000 65536"/>
            </a:gdLst>
            <a:ahLst/>
            <a:cxnLst>
              <a:cxn ang="T58">
                <a:pos x="T0" y="T1"/>
              </a:cxn>
              <a:cxn ang="T59">
                <a:pos x="T2" y="T3"/>
              </a:cxn>
              <a:cxn ang="T60">
                <a:pos x="T4" y="T5"/>
              </a:cxn>
              <a:cxn ang="T61">
                <a:pos x="T6" y="T7"/>
              </a:cxn>
              <a:cxn ang="T62">
                <a:pos x="T8" y="T9"/>
              </a:cxn>
              <a:cxn ang="T63">
                <a:pos x="T10" y="T11"/>
              </a:cxn>
              <a:cxn ang="T64">
                <a:pos x="T12" y="T13"/>
              </a:cxn>
              <a:cxn ang="T65">
                <a:pos x="T14" y="T15"/>
              </a:cxn>
              <a:cxn ang="T66">
                <a:pos x="T16" y="T17"/>
              </a:cxn>
              <a:cxn ang="T67">
                <a:pos x="T18" y="T19"/>
              </a:cxn>
              <a:cxn ang="T68">
                <a:pos x="T20" y="T21"/>
              </a:cxn>
              <a:cxn ang="T69">
                <a:pos x="T22" y="T23"/>
              </a:cxn>
              <a:cxn ang="T70">
                <a:pos x="T24" y="T25"/>
              </a:cxn>
              <a:cxn ang="T71">
                <a:pos x="T26" y="T27"/>
              </a:cxn>
              <a:cxn ang="T72">
                <a:pos x="T28" y="T29"/>
              </a:cxn>
              <a:cxn ang="T73">
                <a:pos x="T30" y="T31"/>
              </a:cxn>
              <a:cxn ang="T74">
                <a:pos x="T32" y="T33"/>
              </a:cxn>
              <a:cxn ang="T75">
                <a:pos x="T34" y="T35"/>
              </a:cxn>
              <a:cxn ang="T76">
                <a:pos x="T36" y="T37"/>
              </a:cxn>
              <a:cxn ang="T77">
                <a:pos x="T38" y="T39"/>
              </a:cxn>
              <a:cxn ang="T78">
                <a:pos x="T40" y="T41"/>
              </a:cxn>
              <a:cxn ang="T79">
                <a:pos x="T42" y="T43"/>
              </a:cxn>
              <a:cxn ang="T80">
                <a:pos x="T44" y="T45"/>
              </a:cxn>
              <a:cxn ang="T81">
                <a:pos x="T46" y="T47"/>
              </a:cxn>
              <a:cxn ang="T82">
                <a:pos x="T48" y="T49"/>
              </a:cxn>
              <a:cxn ang="T83">
                <a:pos x="T50" y="T51"/>
              </a:cxn>
              <a:cxn ang="T84">
                <a:pos x="T52" y="T53"/>
              </a:cxn>
              <a:cxn ang="T85">
                <a:pos x="T54" y="T55"/>
              </a:cxn>
              <a:cxn ang="T86">
                <a:pos x="T56" y="T57"/>
              </a:cxn>
            </a:cxnLst>
            <a:rect l="0" t="0" r="r" b="b"/>
            <a:pathLst>
              <a:path w="61" h="62">
                <a:moveTo>
                  <a:pt x="31" y="62"/>
                </a:moveTo>
                <a:cubicBezTo>
                  <a:pt x="14" y="62"/>
                  <a:pt x="0" y="48"/>
                  <a:pt x="0" y="31"/>
                </a:cubicBezTo>
                <a:cubicBezTo>
                  <a:pt x="0" y="14"/>
                  <a:pt x="14" y="0"/>
                  <a:pt x="31" y="0"/>
                </a:cubicBezTo>
                <a:cubicBezTo>
                  <a:pt x="48" y="0"/>
                  <a:pt x="61" y="14"/>
                  <a:pt x="61" y="31"/>
                </a:cubicBezTo>
                <a:cubicBezTo>
                  <a:pt x="61" y="48"/>
                  <a:pt x="48" y="62"/>
                  <a:pt x="31" y="62"/>
                </a:cubicBezTo>
                <a:close/>
                <a:moveTo>
                  <a:pt x="31" y="6"/>
                </a:moveTo>
                <a:cubicBezTo>
                  <a:pt x="16" y="6"/>
                  <a:pt x="5" y="17"/>
                  <a:pt x="5" y="31"/>
                </a:cubicBezTo>
                <a:cubicBezTo>
                  <a:pt x="5" y="45"/>
                  <a:pt x="16" y="57"/>
                  <a:pt x="31" y="57"/>
                </a:cubicBezTo>
                <a:cubicBezTo>
                  <a:pt x="45" y="57"/>
                  <a:pt x="56" y="45"/>
                  <a:pt x="56" y="31"/>
                </a:cubicBezTo>
                <a:cubicBezTo>
                  <a:pt x="56" y="17"/>
                  <a:pt x="45" y="6"/>
                  <a:pt x="31" y="6"/>
                </a:cubicBezTo>
                <a:close/>
                <a:moveTo>
                  <a:pt x="20" y="26"/>
                </a:moveTo>
                <a:cubicBezTo>
                  <a:pt x="17" y="26"/>
                  <a:pt x="15" y="24"/>
                  <a:pt x="15" y="21"/>
                </a:cubicBezTo>
                <a:cubicBezTo>
                  <a:pt x="15" y="18"/>
                  <a:pt x="17" y="16"/>
                  <a:pt x="20" y="16"/>
                </a:cubicBezTo>
                <a:cubicBezTo>
                  <a:pt x="23" y="16"/>
                  <a:pt x="25" y="18"/>
                  <a:pt x="25" y="21"/>
                </a:cubicBezTo>
                <a:cubicBezTo>
                  <a:pt x="25" y="24"/>
                  <a:pt x="23" y="26"/>
                  <a:pt x="20" y="26"/>
                </a:cubicBezTo>
                <a:close/>
                <a:moveTo>
                  <a:pt x="31" y="49"/>
                </a:moveTo>
                <a:cubicBezTo>
                  <a:pt x="24" y="49"/>
                  <a:pt x="18" y="45"/>
                  <a:pt x="16" y="38"/>
                </a:cubicBezTo>
                <a:cubicBezTo>
                  <a:pt x="15" y="37"/>
                  <a:pt x="16" y="36"/>
                  <a:pt x="18" y="35"/>
                </a:cubicBezTo>
                <a:cubicBezTo>
                  <a:pt x="19" y="35"/>
                  <a:pt x="20" y="36"/>
                  <a:pt x="21" y="37"/>
                </a:cubicBezTo>
                <a:cubicBezTo>
                  <a:pt x="22" y="41"/>
                  <a:pt x="26" y="44"/>
                  <a:pt x="31" y="44"/>
                </a:cubicBezTo>
                <a:cubicBezTo>
                  <a:pt x="35" y="44"/>
                  <a:pt x="39" y="41"/>
                  <a:pt x="40" y="37"/>
                </a:cubicBezTo>
                <a:cubicBezTo>
                  <a:pt x="41" y="36"/>
                  <a:pt x="42" y="35"/>
                  <a:pt x="44" y="35"/>
                </a:cubicBezTo>
                <a:cubicBezTo>
                  <a:pt x="45" y="36"/>
                  <a:pt x="46" y="37"/>
                  <a:pt x="45" y="38"/>
                </a:cubicBezTo>
                <a:cubicBezTo>
                  <a:pt x="43" y="45"/>
                  <a:pt x="37" y="49"/>
                  <a:pt x="31" y="49"/>
                </a:cubicBezTo>
                <a:close/>
                <a:moveTo>
                  <a:pt x="41" y="26"/>
                </a:moveTo>
                <a:cubicBezTo>
                  <a:pt x="38" y="26"/>
                  <a:pt x="36" y="24"/>
                  <a:pt x="36" y="21"/>
                </a:cubicBezTo>
                <a:cubicBezTo>
                  <a:pt x="36" y="18"/>
                  <a:pt x="38" y="16"/>
                  <a:pt x="41" y="16"/>
                </a:cubicBezTo>
                <a:cubicBezTo>
                  <a:pt x="44" y="16"/>
                  <a:pt x="46" y="18"/>
                  <a:pt x="46" y="21"/>
                </a:cubicBezTo>
                <a:cubicBezTo>
                  <a:pt x="46" y="24"/>
                  <a:pt x="44" y="26"/>
                  <a:pt x="41" y="26"/>
                </a:cubicBezTo>
                <a:close/>
              </a:path>
            </a:pathLst>
          </a:custGeom>
          <a:solidFill>
            <a:schemeClr val="tx1"/>
          </a:solidFill>
          <a:ln>
            <a:noFill/>
          </a:ln>
        </p:spPr>
        <p:txBody>
          <a:bodyPr/>
          <a:lstStyle/>
          <a:p>
            <a:endParaRPr lang="ko-KR" altLang="en-US"/>
          </a:p>
        </p:txBody>
      </p:sp>
      <p:grpSp>
        <p:nvGrpSpPr>
          <p:cNvPr id="190" name="Group 329"/>
          <p:cNvGrpSpPr/>
          <p:nvPr userDrawn="1"/>
        </p:nvGrpSpPr>
        <p:grpSpPr>
          <a:xfrm>
            <a:off x="7897184" y="5748216"/>
            <a:ext cx="292100" cy="298451"/>
            <a:chOff x="5599113" y="3600450"/>
            <a:chExt cx="292100" cy="298451"/>
          </a:xfrm>
          <a:solidFill>
            <a:schemeClr val="tx1"/>
          </a:solidFill>
        </p:grpSpPr>
        <p:sp>
          <p:nvSpPr>
            <p:cNvPr id="191" name="Freeform 90"/>
            <p:cNvSpPr>
              <a:spLocks/>
            </p:cNvSpPr>
            <p:nvPr/>
          </p:nvSpPr>
          <p:spPr bwMode="auto">
            <a:xfrm>
              <a:off x="5599113" y="3840163"/>
              <a:ext cx="292100" cy="58738"/>
            </a:xfrm>
            <a:custGeom>
              <a:avLst/>
              <a:gdLst/>
              <a:ahLst/>
              <a:cxnLst>
                <a:cxn ang="0">
                  <a:pos x="88" y="9"/>
                </a:cxn>
                <a:cxn ang="0">
                  <a:pos x="72" y="9"/>
                </a:cxn>
                <a:cxn ang="0">
                  <a:pos x="45" y="9"/>
                </a:cxn>
                <a:cxn ang="0">
                  <a:pos x="28" y="9"/>
                </a:cxn>
                <a:cxn ang="0">
                  <a:pos x="1" y="9"/>
                </a:cxn>
                <a:cxn ang="0">
                  <a:pos x="0" y="10"/>
                </a:cxn>
                <a:cxn ang="0">
                  <a:pos x="0" y="19"/>
                </a:cxn>
                <a:cxn ang="0">
                  <a:pos x="6" y="14"/>
                </a:cxn>
                <a:cxn ang="0">
                  <a:pos x="23" y="14"/>
                </a:cxn>
                <a:cxn ang="0">
                  <a:pos x="50" y="14"/>
                </a:cxn>
                <a:cxn ang="0">
                  <a:pos x="66" y="14"/>
                </a:cxn>
                <a:cxn ang="0">
                  <a:pos x="80" y="21"/>
                </a:cxn>
                <a:cxn ang="0">
                  <a:pos x="93" y="14"/>
                </a:cxn>
                <a:cxn ang="0">
                  <a:pos x="110" y="14"/>
                </a:cxn>
                <a:cxn ang="0">
                  <a:pos x="116" y="18"/>
                </a:cxn>
                <a:cxn ang="0">
                  <a:pos x="116" y="10"/>
                </a:cxn>
                <a:cxn ang="0">
                  <a:pos x="115" y="9"/>
                </a:cxn>
                <a:cxn ang="0">
                  <a:pos x="88" y="9"/>
                </a:cxn>
              </a:cxnLst>
              <a:rect l="0" t="0" r="r" b="b"/>
              <a:pathLst>
                <a:path w="116" h="23">
                  <a:moveTo>
                    <a:pt x="88" y="9"/>
                  </a:moveTo>
                  <a:cubicBezTo>
                    <a:pt x="82" y="15"/>
                    <a:pt x="77" y="15"/>
                    <a:pt x="72" y="9"/>
                  </a:cubicBezTo>
                  <a:cubicBezTo>
                    <a:pt x="63" y="1"/>
                    <a:pt x="53" y="0"/>
                    <a:pt x="45" y="9"/>
                  </a:cubicBezTo>
                  <a:cubicBezTo>
                    <a:pt x="39" y="15"/>
                    <a:pt x="34" y="15"/>
                    <a:pt x="28" y="9"/>
                  </a:cubicBezTo>
                  <a:cubicBezTo>
                    <a:pt x="19" y="0"/>
                    <a:pt x="10" y="0"/>
                    <a:pt x="1" y="9"/>
                  </a:cubicBezTo>
                  <a:cubicBezTo>
                    <a:pt x="1" y="10"/>
                    <a:pt x="0" y="10"/>
                    <a:pt x="0" y="10"/>
                  </a:cubicBezTo>
                  <a:cubicBezTo>
                    <a:pt x="0" y="19"/>
                    <a:pt x="0" y="19"/>
                    <a:pt x="0" y="19"/>
                  </a:cubicBezTo>
                  <a:cubicBezTo>
                    <a:pt x="2" y="18"/>
                    <a:pt x="4" y="16"/>
                    <a:pt x="6" y="14"/>
                  </a:cubicBezTo>
                  <a:cubicBezTo>
                    <a:pt x="12" y="8"/>
                    <a:pt x="17" y="8"/>
                    <a:pt x="23" y="14"/>
                  </a:cubicBezTo>
                  <a:cubicBezTo>
                    <a:pt x="32" y="23"/>
                    <a:pt x="41" y="23"/>
                    <a:pt x="50" y="14"/>
                  </a:cubicBezTo>
                  <a:cubicBezTo>
                    <a:pt x="56" y="8"/>
                    <a:pt x="61" y="8"/>
                    <a:pt x="66" y="14"/>
                  </a:cubicBezTo>
                  <a:cubicBezTo>
                    <a:pt x="71" y="19"/>
                    <a:pt x="75" y="21"/>
                    <a:pt x="80" y="21"/>
                  </a:cubicBezTo>
                  <a:cubicBezTo>
                    <a:pt x="84" y="21"/>
                    <a:pt x="89" y="19"/>
                    <a:pt x="93" y="14"/>
                  </a:cubicBezTo>
                  <a:cubicBezTo>
                    <a:pt x="99" y="8"/>
                    <a:pt x="104" y="8"/>
                    <a:pt x="110" y="14"/>
                  </a:cubicBezTo>
                  <a:cubicBezTo>
                    <a:pt x="112" y="16"/>
                    <a:pt x="114" y="17"/>
                    <a:pt x="116" y="18"/>
                  </a:cubicBezTo>
                  <a:cubicBezTo>
                    <a:pt x="116" y="10"/>
                    <a:pt x="116" y="10"/>
                    <a:pt x="116" y="10"/>
                  </a:cubicBezTo>
                  <a:cubicBezTo>
                    <a:pt x="115" y="9"/>
                    <a:pt x="115" y="9"/>
                    <a:pt x="115" y="9"/>
                  </a:cubicBezTo>
                  <a:cubicBezTo>
                    <a:pt x="106" y="0"/>
                    <a:pt x="97" y="0"/>
                    <a:pt x="88" y="9"/>
                  </a:cubicBezTo>
                  <a:close/>
                </a:path>
              </a:pathLst>
            </a:custGeom>
            <a:grpFill/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pPr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>
                <a:latin typeface="+mn-lt"/>
                <a:ea typeface="+mn-ea"/>
              </a:endParaRPr>
            </a:p>
          </p:txBody>
        </p:sp>
        <p:sp>
          <p:nvSpPr>
            <p:cNvPr id="192" name="Freeform 91"/>
            <p:cNvSpPr>
              <a:spLocks noEditPoints="1"/>
            </p:cNvSpPr>
            <p:nvPr/>
          </p:nvSpPr>
          <p:spPr bwMode="auto">
            <a:xfrm>
              <a:off x="5599113" y="3600450"/>
              <a:ext cx="292100" cy="242888"/>
            </a:xfrm>
            <a:custGeom>
              <a:avLst/>
              <a:gdLst/>
              <a:ahLst/>
              <a:cxnLst>
                <a:cxn ang="0">
                  <a:pos x="115" y="82"/>
                </a:cxn>
                <a:cxn ang="0">
                  <a:pos x="88" y="82"/>
                </a:cxn>
                <a:cxn ang="0">
                  <a:pos x="87" y="84"/>
                </a:cxn>
                <a:cxn ang="0">
                  <a:pos x="87" y="65"/>
                </a:cxn>
                <a:cxn ang="0">
                  <a:pos x="97" y="55"/>
                </a:cxn>
                <a:cxn ang="0">
                  <a:pos x="98" y="51"/>
                </a:cxn>
                <a:cxn ang="0">
                  <a:pos x="96" y="49"/>
                </a:cxn>
                <a:cxn ang="0">
                  <a:pos x="87" y="46"/>
                </a:cxn>
                <a:cxn ang="0">
                  <a:pos x="87" y="43"/>
                </a:cxn>
                <a:cxn ang="0">
                  <a:pos x="87" y="29"/>
                </a:cxn>
                <a:cxn ang="0">
                  <a:pos x="87" y="21"/>
                </a:cxn>
                <a:cxn ang="0">
                  <a:pos x="79" y="21"/>
                </a:cxn>
                <a:cxn ang="0">
                  <a:pos x="79" y="14"/>
                </a:cxn>
                <a:cxn ang="0">
                  <a:pos x="72" y="14"/>
                </a:cxn>
                <a:cxn ang="0">
                  <a:pos x="65" y="14"/>
                </a:cxn>
                <a:cxn ang="0">
                  <a:pos x="65" y="3"/>
                </a:cxn>
                <a:cxn ang="0">
                  <a:pos x="61" y="0"/>
                </a:cxn>
                <a:cxn ang="0">
                  <a:pos x="54" y="0"/>
                </a:cxn>
                <a:cxn ang="0">
                  <a:pos x="50" y="3"/>
                </a:cxn>
                <a:cxn ang="0">
                  <a:pos x="50" y="14"/>
                </a:cxn>
                <a:cxn ang="0">
                  <a:pos x="43" y="14"/>
                </a:cxn>
                <a:cxn ang="0">
                  <a:pos x="36" y="14"/>
                </a:cxn>
                <a:cxn ang="0">
                  <a:pos x="36" y="21"/>
                </a:cxn>
                <a:cxn ang="0">
                  <a:pos x="29" y="21"/>
                </a:cxn>
                <a:cxn ang="0">
                  <a:pos x="29" y="29"/>
                </a:cxn>
                <a:cxn ang="0">
                  <a:pos x="29" y="43"/>
                </a:cxn>
                <a:cxn ang="0">
                  <a:pos x="29" y="46"/>
                </a:cxn>
                <a:cxn ang="0">
                  <a:pos x="20" y="49"/>
                </a:cxn>
                <a:cxn ang="0">
                  <a:pos x="17" y="51"/>
                </a:cxn>
                <a:cxn ang="0">
                  <a:pos x="18" y="55"/>
                </a:cxn>
                <a:cxn ang="0">
                  <a:pos x="29" y="65"/>
                </a:cxn>
                <a:cxn ang="0">
                  <a:pos x="29" y="83"/>
                </a:cxn>
                <a:cxn ang="0">
                  <a:pos x="28" y="82"/>
                </a:cxn>
                <a:cxn ang="0">
                  <a:pos x="1" y="82"/>
                </a:cxn>
                <a:cxn ang="0">
                  <a:pos x="0" y="84"/>
                </a:cxn>
                <a:cxn ang="0">
                  <a:pos x="0" y="92"/>
                </a:cxn>
                <a:cxn ang="0">
                  <a:pos x="6" y="87"/>
                </a:cxn>
                <a:cxn ang="0">
                  <a:pos x="23" y="87"/>
                </a:cxn>
                <a:cxn ang="0">
                  <a:pos x="50" y="87"/>
                </a:cxn>
                <a:cxn ang="0">
                  <a:pos x="51" y="87"/>
                </a:cxn>
                <a:cxn ang="0">
                  <a:pos x="66" y="87"/>
                </a:cxn>
                <a:cxn ang="0">
                  <a:pos x="66" y="87"/>
                </a:cxn>
                <a:cxn ang="0">
                  <a:pos x="80" y="94"/>
                </a:cxn>
                <a:cxn ang="0">
                  <a:pos x="93" y="87"/>
                </a:cxn>
                <a:cxn ang="0">
                  <a:pos x="110" y="87"/>
                </a:cxn>
                <a:cxn ang="0">
                  <a:pos x="116" y="92"/>
                </a:cxn>
                <a:cxn ang="0">
                  <a:pos x="116" y="83"/>
                </a:cxn>
                <a:cxn ang="0">
                  <a:pos x="115" y="82"/>
                </a:cxn>
                <a:cxn ang="0">
                  <a:pos x="79" y="43"/>
                </a:cxn>
                <a:cxn ang="0">
                  <a:pos x="58" y="36"/>
                </a:cxn>
                <a:cxn ang="0">
                  <a:pos x="36" y="43"/>
                </a:cxn>
                <a:cxn ang="0">
                  <a:pos x="36" y="29"/>
                </a:cxn>
                <a:cxn ang="0">
                  <a:pos x="43" y="29"/>
                </a:cxn>
                <a:cxn ang="0">
                  <a:pos x="43" y="21"/>
                </a:cxn>
                <a:cxn ang="0">
                  <a:pos x="72" y="21"/>
                </a:cxn>
                <a:cxn ang="0">
                  <a:pos x="72" y="29"/>
                </a:cxn>
                <a:cxn ang="0">
                  <a:pos x="79" y="29"/>
                </a:cxn>
                <a:cxn ang="0">
                  <a:pos x="79" y="43"/>
                </a:cxn>
              </a:cxnLst>
              <a:rect l="0" t="0" r="r" b="b"/>
              <a:pathLst>
                <a:path w="116" h="96">
                  <a:moveTo>
                    <a:pt x="115" y="82"/>
                  </a:moveTo>
                  <a:cubicBezTo>
                    <a:pt x="106" y="74"/>
                    <a:pt x="97" y="74"/>
                    <a:pt x="88" y="82"/>
                  </a:cubicBezTo>
                  <a:cubicBezTo>
                    <a:pt x="88" y="83"/>
                    <a:pt x="87" y="83"/>
                    <a:pt x="87" y="84"/>
                  </a:cubicBezTo>
                  <a:cubicBezTo>
                    <a:pt x="87" y="65"/>
                    <a:pt x="87" y="65"/>
                    <a:pt x="87" y="65"/>
                  </a:cubicBezTo>
                  <a:cubicBezTo>
                    <a:pt x="97" y="55"/>
                    <a:pt x="97" y="55"/>
                    <a:pt x="97" y="55"/>
                  </a:cubicBezTo>
                  <a:cubicBezTo>
                    <a:pt x="98" y="54"/>
                    <a:pt x="98" y="52"/>
                    <a:pt x="98" y="51"/>
                  </a:cubicBezTo>
                  <a:cubicBezTo>
                    <a:pt x="98" y="50"/>
                    <a:pt x="97" y="49"/>
                    <a:pt x="96" y="49"/>
                  </a:cubicBezTo>
                  <a:cubicBezTo>
                    <a:pt x="87" y="46"/>
                    <a:pt x="87" y="46"/>
                    <a:pt x="87" y="46"/>
                  </a:cubicBezTo>
                  <a:cubicBezTo>
                    <a:pt x="87" y="43"/>
                    <a:pt x="87" y="43"/>
                    <a:pt x="87" y="43"/>
                  </a:cubicBezTo>
                  <a:cubicBezTo>
                    <a:pt x="87" y="29"/>
                    <a:pt x="87" y="29"/>
                    <a:pt x="87" y="29"/>
                  </a:cubicBezTo>
                  <a:cubicBezTo>
                    <a:pt x="87" y="21"/>
                    <a:pt x="87" y="21"/>
                    <a:pt x="87" y="21"/>
                  </a:cubicBezTo>
                  <a:cubicBezTo>
                    <a:pt x="79" y="21"/>
                    <a:pt x="79" y="21"/>
                    <a:pt x="79" y="21"/>
                  </a:cubicBezTo>
                  <a:cubicBezTo>
                    <a:pt x="79" y="14"/>
                    <a:pt x="79" y="14"/>
                    <a:pt x="79" y="14"/>
                  </a:cubicBezTo>
                  <a:cubicBezTo>
                    <a:pt x="72" y="14"/>
                    <a:pt x="72" y="14"/>
                    <a:pt x="72" y="14"/>
                  </a:cubicBezTo>
                  <a:cubicBezTo>
                    <a:pt x="65" y="14"/>
                    <a:pt x="65" y="14"/>
                    <a:pt x="65" y="14"/>
                  </a:cubicBezTo>
                  <a:cubicBezTo>
                    <a:pt x="65" y="3"/>
                    <a:pt x="65" y="3"/>
                    <a:pt x="65" y="3"/>
                  </a:cubicBezTo>
                  <a:cubicBezTo>
                    <a:pt x="65" y="1"/>
                    <a:pt x="63" y="0"/>
                    <a:pt x="61" y="0"/>
                  </a:cubicBezTo>
                  <a:cubicBezTo>
                    <a:pt x="54" y="0"/>
                    <a:pt x="54" y="0"/>
                    <a:pt x="54" y="0"/>
                  </a:cubicBezTo>
                  <a:cubicBezTo>
                    <a:pt x="52" y="0"/>
                    <a:pt x="50" y="1"/>
                    <a:pt x="50" y="3"/>
                  </a:cubicBezTo>
                  <a:cubicBezTo>
                    <a:pt x="50" y="14"/>
                    <a:pt x="50" y="14"/>
                    <a:pt x="50" y="14"/>
                  </a:cubicBezTo>
                  <a:cubicBezTo>
                    <a:pt x="43" y="14"/>
                    <a:pt x="43" y="14"/>
                    <a:pt x="43" y="14"/>
                  </a:cubicBezTo>
                  <a:cubicBezTo>
                    <a:pt x="36" y="14"/>
                    <a:pt x="36" y="14"/>
                    <a:pt x="36" y="14"/>
                  </a:cubicBezTo>
                  <a:cubicBezTo>
                    <a:pt x="36" y="21"/>
                    <a:pt x="36" y="21"/>
                    <a:pt x="36" y="21"/>
                  </a:cubicBezTo>
                  <a:cubicBezTo>
                    <a:pt x="29" y="21"/>
                    <a:pt x="29" y="21"/>
                    <a:pt x="29" y="21"/>
                  </a:cubicBezTo>
                  <a:cubicBezTo>
                    <a:pt x="29" y="29"/>
                    <a:pt x="29" y="29"/>
                    <a:pt x="29" y="29"/>
                  </a:cubicBezTo>
                  <a:cubicBezTo>
                    <a:pt x="29" y="43"/>
                    <a:pt x="29" y="43"/>
                    <a:pt x="29" y="43"/>
                  </a:cubicBezTo>
                  <a:cubicBezTo>
                    <a:pt x="29" y="46"/>
                    <a:pt x="29" y="46"/>
                    <a:pt x="29" y="46"/>
                  </a:cubicBezTo>
                  <a:cubicBezTo>
                    <a:pt x="20" y="49"/>
                    <a:pt x="20" y="49"/>
                    <a:pt x="20" y="49"/>
                  </a:cubicBezTo>
                  <a:cubicBezTo>
                    <a:pt x="18" y="49"/>
                    <a:pt x="18" y="50"/>
                    <a:pt x="17" y="51"/>
                  </a:cubicBezTo>
                  <a:cubicBezTo>
                    <a:pt x="17" y="52"/>
                    <a:pt x="17" y="54"/>
                    <a:pt x="18" y="55"/>
                  </a:cubicBezTo>
                  <a:cubicBezTo>
                    <a:pt x="29" y="65"/>
                    <a:pt x="29" y="65"/>
                    <a:pt x="29" y="65"/>
                  </a:cubicBezTo>
                  <a:cubicBezTo>
                    <a:pt x="29" y="83"/>
                    <a:pt x="29" y="83"/>
                    <a:pt x="29" y="83"/>
                  </a:cubicBezTo>
                  <a:cubicBezTo>
                    <a:pt x="28" y="83"/>
                    <a:pt x="28" y="82"/>
                    <a:pt x="28" y="82"/>
                  </a:cubicBezTo>
                  <a:cubicBezTo>
                    <a:pt x="19" y="74"/>
                    <a:pt x="10" y="74"/>
                    <a:pt x="1" y="82"/>
                  </a:cubicBezTo>
                  <a:cubicBezTo>
                    <a:pt x="1" y="83"/>
                    <a:pt x="0" y="83"/>
                    <a:pt x="0" y="84"/>
                  </a:cubicBezTo>
                  <a:cubicBezTo>
                    <a:pt x="0" y="92"/>
                    <a:pt x="0" y="92"/>
                    <a:pt x="0" y="92"/>
                  </a:cubicBezTo>
                  <a:cubicBezTo>
                    <a:pt x="2" y="91"/>
                    <a:pt x="4" y="90"/>
                    <a:pt x="6" y="87"/>
                  </a:cubicBezTo>
                  <a:cubicBezTo>
                    <a:pt x="12" y="82"/>
                    <a:pt x="17" y="82"/>
                    <a:pt x="23" y="87"/>
                  </a:cubicBezTo>
                  <a:cubicBezTo>
                    <a:pt x="32" y="96"/>
                    <a:pt x="41" y="96"/>
                    <a:pt x="50" y="87"/>
                  </a:cubicBezTo>
                  <a:cubicBezTo>
                    <a:pt x="50" y="87"/>
                    <a:pt x="50" y="87"/>
                    <a:pt x="51" y="87"/>
                  </a:cubicBezTo>
                  <a:cubicBezTo>
                    <a:pt x="56" y="82"/>
                    <a:pt x="60" y="82"/>
                    <a:pt x="66" y="87"/>
                  </a:cubicBezTo>
                  <a:cubicBezTo>
                    <a:pt x="66" y="87"/>
                    <a:pt x="66" y="87"/>
                    <a:pt x="66" y="87"/>
                  </a:cubicBezTo>
                  <a:cubicBezTo>
                    <a:pt x="71" y="92"/>
                    <a:pt x="75" y="94"/>
                    <a:pt x="80" y="94"/>
                  </a:cubicBezTo>
                  <a:cubicBezTo>
                    <a:pt x="84" y="94"/>
                    <a:pt x="89" y="92"/>
                    <a:pt x="93" y="87"/>
                  </a:cubicBezTo>
                  <a:cubicBezTo>
                    <a:pt x="99" y="82"/>
                    <a:pt x="104" y="82"/>
                    <a:pt x="110" y="87"/>
                  </a:cubicBezTo>
                  <a:cubicBezTo>
                    <a:pt x="112" y="89"/>
                    <a:pt x="114" y="91"/>
                    <a:pt x="116" y="92"/>
                  </a:cubicBezTo>
                  <a:cubicBezTo>
                    <a:pt x="116" y="83"/>
                    <a:pt x="116" y="83"/>
                    <a:pt x="116" y="83"/>
                  </a:cubicBezTo>
                  <a:cubicBezTo>
                    <a:pt x="115" y="83"/>
                    <a:pt x="115" y="82"/>
                    <a:pt x="115" y="82"/>
                  </a:cubicBezTo>
                  <a:close/>
                  <a:moveTo>
                    <a:pt x="79" y="43"/>
                  </a:moveTo>
                  <a:cubicBezTo>
                    <a:pt x="58" y="36"/>
                    <a:pt x="58" y="36"/>
                    <a:pt x="58" y="36"/>
                  </a:cubicBezTo>
                  <a:cubicBezTo>
                    <a:pt x="36" y="43"/>
                    <a:pt x="36" y="43"/>
                    <a:pt x="36" y="43"/>
                  </a:cubicBezTo>
                  <a:cubicBezTo>
                    <a:pt x="36" y="29"/>
                    <a:pt x="36" y="29"/>
                    <a:pt x="36" y="29"/>
                  </a:cubicBezTo>
                  <a:cubicBezTo>
                    <a:pt x="43" y="29"/>
                    <a:pt x="43" y="29"/>
                    <a:pt x="43" y="29"/>
                  </a:cubicBezTo>
                  <a:cubicBezTo>
                    <a:pt x="43" y="21"/>
                    <a:pt x="43" y="21"/>
                    <a:pt x="43" y="21"/>
                  </a:cubicBezTo>
                  <a:cubicBezTo>
                    <a:pt x="72" y="21"/>
                    <a:pt x="72" y="21"/>
                    <a:pt x="72" y="21"/>
                  </a:cubicBezTo>
                  <a:cubicBezTo>
                    <a:pt x="72" y="29"/>
                    <a:pt x="72" y="29"/>
                    <a:pt x="72" y="29"/>
                  </a:cubicBezTo>
                  <a:cubicBezTo>
                    <a:pt x="79" y="29"/>
                    <a:pt x="79" y="29"/>
                    <a:pt x="79" y="29"/>
                  </a:cubicBezTo>
                  <a:lnTo>
                    <a:pt x="79" y="43"/>
                  </a:lnTo>
                  <a:close/>
                </a:path>
              </a:pathLst>
            </a:custGeom>
            <a:grpFill/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pPr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>
                <a:latin typeface="+mn-lt"/>
                <a:ea typeface="+mn-ea"/>
              </a:endParaRPr>
            </a:p>
          </p:txBody>
        </p:sp>
      </p:grpSp>
      <p:sp>
        <p:nvSpPr>
          <p:cNvPr id="193" name="Shape 2700"/>
          <p:cNvSpPr/>
          <p:nvPr userDrawn="1"/>
        </p:nvSpPr>
        <p:spPr>
          <a:xfrm>
            <a:off x="5628162" y="3143769"/>
            <a:ext cx="209550" cy="209550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0804" y="20618"/>
                </a:moveTo>
                <a:lnTo>
                  <a:pt x="15069" y="13232"/>
                </a:lnTo>
                <a:lnTo>
                  <a:pt x="15063" y="13228"/>
                </a:lnTo>
                <a:cubicBezTo>
                  <a:pt x="15472" y="12512"/>
                  <a:pt x="15709" y="11684"/>
                  <a:pt x="15709" y="10800"/>
                </a:cubicBezTo>
                <a:cubicBezTo>
                  <a:pt x="15709" y="9192"/>
                  <a:pt x="14932" y="7768"/>
                  <a:pt x="13737" y="6873"/>
                </a:cubicBezTo>
                <a:lnTo>
                  <a:pt x="19796" y="6873"/>
                </a:lnTo>
                <a:cubicBezTo>
                  <a:pt x="20322" y="8076"/>
                  <a:pt x="20618" y="9403"/>
                  <a:pt x="20618" y="10800"/>
                </a:cubicBezTo>
                <a:cubicBezTo>
                  <a:pt x="20618" y="16221"/>
                  <a:pt x="16225" y="20615"/>
                  <a:pt x="10804" y="20618"/>
                </a:cubicBezTo>
                <a:moveTo>
                  <a:pt x="9708" y="20554"/>
                </a:moveTo>
                <a:cubicBezTo>
                  <a:pt x="4800" y="20010"/>
                  <a:pt x="982" y="15853"/>
                  <a:pt x="982" y="10800"/>
                </a:cubicBezTo>
                <a:cubicBezTo>
                  <a:pt x="982" y="9010"/>
                  <a:pt x="1468" y="7337"/>
                  <a:pt x="2305" y="5892"/>
                </a:cubicBezTo>
                <a:lnTo>
                  <a:pt x="6452" y="13076"/>
                </a:lnTo>
                <a:cubicBezTo>
                  <a:pt x="7273" y="14640"/>
                  <a:pt x="8911" y="15709"/>
                  <a:pt x="10800" y="15709"/>
                </a:cubicBezTo>
                <a:cubicBezTo>
                  <a:pt x="11487" y="15709"/>
                  <a:pt x="12141" y="15567"/>
                  <a:pt x="12734" y="15312"/>
                </a:cubicBezTo>
                <a:cubicBezTo>
                  <a:pt x="12734" y="15312"/>
                  <a:pt x="9708" y="20554"/>
                  <a:pt x="9708" y="20554"/>
                </a:cubicBezTo>
                <a:close/>
                <a:moveTo>
                  <a:pt x="7315" y="12607"/>
                </a:moveTo>
                <a:cubicBezTo>
                  <a:pt x="7034" y="12065"/>
                  <a:pt x="6873" y="11452"/>
                  <a:pt x="6873" y="10800"/>
                </a:cubicBezTo>
                <a:cubicBezTo>
                  <a:pt x="6873" y="8631"/>
                  <a:pt x="8631" y="6873"/>
                  <a:pt x="10800" y="6873"/>
                </a:cubicBezTo>
                <a:cubicBezTo>
                  <a:pt x="12969" y="6873"/>
                  <a:pt x="14727" y="8631"/>
                  <a:pt x="14727" y="10800"/>
                </a:cubicBezTo>
                <a:cubicBezTo>
                  <a:pt x="14727" y="12969"/>
                  <a:pt x="12969" y="14727"/>
                  <a:pt x="10800" y="14727"/>
                </a:cubicBezTo>
                <a:cubicBezTo>
                  <a:pt x="9318" y="14727"/>
                  <a:pt x="8029" y="13906"/>
                  <a:pt x="7360" y="12694"/>
                </a:cubicBezTo>
                <a:lnTo>
                  <a:pt x="7364" y="12691"/>
                </a:lnTo>
                <a:cubicBezTo>
                  <a:pt x="7364" y="12691"/>
                  <a:pt x="7315" y="12607"/>
                  <a:pt x="7315" y="12607"/>
                </a:cubicBezTo>
                <a:close/>
                <a:moveTo>
                  <a:pt x="10800" y="982"/>
                </a:moveTo>
                <a:cubicBezTo>
                  <a:pt x="14432" y="982"/>
                  <a:pt x="17596" y="2959"/>
                  <a:pt x="19294" y="5891"/>
                </a:cubicBezTo>
                <a:lnTo>
                  <a:pt x="10800" y="5891"/>
                </a:lnTo>
                <a:cubicBezTo>
                  <a:pt x="8290" y="5891"/>
                  <a:pt x="6223" y="7776"/>
                  <a:pt x="5930" y="10207"/>
                </a:cubicBezTo>
                <a:lnTo>
                  <a:pt x="2909" y="4975"/>
                </a:lnTo>
                <a:cubicBezTo>
                  <a:pt x="4697" y="2557"/>
                  <a:pt x="7561" y="982"/>
                  <a:pt x="10800" y="982"/>
                </a:cubicBezTo>
                <a:moveTo>
                  <a:pt x="10800" y="0"/>
                </a:moveTo>
                <a:cubicBezTo>
                  <a:pt x="4835" y="0"/>
                  <a:pt x="0" y="4836"/>
                  <a:pt x="0" y="10800"/>
                </a:cubicBezTo>
                <a:cubicBezTo>
                  <a:pt x="0" y="16765"/>
                  <a:pt x="4835" y="21600"/>
                  <a:pt x="10800" y="21600"/>
                </a:cubicBezTo>
                <a:cubicBezTo>
                  <a:pt x="16765" y="21600"/>
                  <a:pt x="21600" y="16765"/>
                  <a:pt x="21600" y="10800"/>
                </a:cubicBezTo>
                <a:cubicBezTo>
                  <a:pt x="21600" y="4836"/>
                  <a:pt x="16765" y="0"/>
                  <a:pt x="10800" y="0"/>
                </a:cubicBezTo>
              </a:path>
            </a:pathLst>
          </a:custGeom>
          <a:solidFill>
            <a:schemeClr val="tx1"/>
          </a:solidFill>
          <a:ln w="12700">
            <a:miter lim="400000"/>
          </a:ln>
        </p:spPr>
        <p:txBody>
          <a:bodyPr lIns="14284" tIns="14284" rIns="14284" bIns="14284" anchor="ctr"/>
          <a:lstStyle/>
          <a:p>
            <a:pPr defTabSz="171399" eaLnBrk="1" hangingPunct="1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1125">
              <a:solidFill>
                <a:srgbClr val="FFFFFF"/>
              </a:solidFill>
              <a:effectLst>
                <a:outerShdw blurRad="38100" dist="12700" dir="5400000" rotWithShape="0">
                  <a:srgbClr val="000000">
                    <a:alpha val="50000"/>
                  </a:srgbClr>
                </a:outerShdw>
              </a:effectLst>
              <a:latin typeface="Gill Sans"/>
              <a:ea typeface="Calibri" charset="0"/>
              <a:cs typeface="Calibri" charset="0"/>
              <a:sym typeface="Gill Sans"/>
            </a:endParaRPr>
          </a:p>
        </p:txBody>
      </p:sp>
      <p:sp>
        <p:nvSpPr>
          <p:cNvPr id="194" name="Shape 2526"/>
          <p:cNvSpPr/>
          <p:nvPr userDrawn="1"/>
        </p:nvSpPr>
        <p:spPr>
          <a:xfrm>
            <a:off x="2115034" y="861348"/>
            <a:ext cx="209550" cy="209550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0800" y="20618"/>
                </a:moveTo>
                <a:cubicBezTo>
                  <a:pt x="5377" y="20618"/>
                  <a:pt x="982" y="16223"/>
                  <a:pt x="982" y="10800"/>
                </a:cubicBezTo>
                <a:cubicBezTo>
                  <a:pt x="982" y="5377"/>
                  <a:pt x="5377" y="982"/>
                  <a:pt x="10800" y="982"/>
                </a:cubicBezTo>
                <a:cubicBezTo>
                  <a:pt x="16223" y="982"/>
                  <a:pt x="20618" y="5377"/>
                  <a:pt x="20618" y="10800"/>
                </a:cubicBezTo>
                <a:cubicBezTo>
                  <a:pt x="20618" y="16223"/>
                  <a:pt x="16223" y="20618"/>
                  <a:pt x="10800" y="20618"/>
                </a:cubicBezTo>
                <a:moveTo>
                  <a:pt x="10800" y="0"/>
                </a:moveTo>
                <a:cubicBezTo>
                  <a:pt x="4836" y="0"/>
                  <a:pt x="0" y="4836"/>
                  <a:pt x="0" y="10800"/>
                </a:cubicBezTo>
                <a:cubicBezTo>
                  <a:pt x="0" y="16765"/>
                  <a:pt x="4836" y="21600"/>
                  <a:pt x="10800" y="21600"/>
                </a:cubicBezTo>
                <a:cubicBezTo>
                  <a:pt x="16764" y="21600"/>
                  <a:pt x="21600" y="16765"/>
                  <a:pt x="21600" y="10800"/>
                </a:cubicBezTo>
                <a:cubicBezTo>
                  <a:pt x="21600" y="4836"/>
                  <a:pt x="16764" y="0"/>
                  <a:pt x="10800" y="0"/>
                </a:cubicBezTo>
                <a:moveTo>
                  <a:pt x="14236" y="16752"/>
                </a:moveTo>
                <a:cubicBezTo>
                  <a:pt x="14001" y="16887"/>
                  <a:pt x="13921" y="17188"/>
                  <a:pt x="14057" y="17422"/>
                </a:cubicBezTo>
                <a:cubicBezTo>
                  <a:pt x="14192" y="17658"/>
                  <a:pt x="14493" y="17738"/>
                  <a:pt x="14727" y="17602"/>
                </a:cubicBezTo>
                <a:cubicBezTo>
                  <a:pt x="14962" y="17467"/>
                  <a:pt x="15042" y="17167"/>
                  <a:pt x="14907" y="16932"/>
                </a:cubicBezTo>
                <a:cubicBezTo>
                  <a:pt x="14771" y="16697"/>
                  <a:pt x="14472" y="16617"/>
                  <a:pt x="14236" y="16752"/>
                </a:cubicBezTo>
                <a:moveTo>
                  <a:pt x="10800" y="11782"/>
                </a:moveTo>
                <a:cubicBezTo>
                  <a:pt x="10258" y="11782"/>
                  <a:pt x="9818" y="11342"/>
                  <a:pt x="9818" y="10800"/>
                </a:cubicBezTo>
                <a:cubicBezTo>
                  <a:pt x="9818" y="10258"/>
                  <a:pt x="10258" y="9818"/>
                  <a:pt x="10800" y="9818"/>
                </a:cubicBezTo>
                <a:cubicBezTo>
                  <a:pt x="11342" y="9818"/>
                  <a:pt x="11782" y="10258"/>
                  <a:pt x="11782" y="10800"/>
                </a:cubicBezTo>
                <a:cubicBezTo>
                  <a:pt x="11782" y="11342"/>
                  <a:pt x="11342" y="11782"/>
                  <a:pt x="10800" y="11782"/>
                </a:cubicBezTo>
                <a:moveTo>
                  <a:pt x="15218" y="10309"/>
                </a:moveTo>
                <a:lnTo>
                  <a:pt x="12694" y="10309"/>
                </a:lnTo>
                <a:cubicBezTo>
                  <a:pt x="12515" y="9624"/>
                  <a:pt x="11978" y="9084"/>
                  <a:pt x="11291" y="8906"/>
                </a:cubicBezTo>
                <a:lnTo>
                  <a:pt x="11291" y="3436"/>
                </a:lnTo>
                <a:cubicBezTo>
                  <a:pt x="11291" y="3166"/>
                  <a:pt x="11071" y="2945"/>
                  <a:pt x="10800" y="2945"/>
                </a:cubicBezTo>
                <a:cubicBezTo>
                  <a:pt x="10529" y="2945"/>
                  <a:pt x="10309" y="3166"/>
                  <a:pt x="10309" y="3436"/>
                </a:cubicBezTo>
                <a:lnTo>
                  <a:pt x="10309" y="8906"/>
                </a:lnTo>
                <a:cubicBezTo>
                  <a:pt x="9464" y="9125"/>
                  <a:pt x="8836" y="9886"/>
                  <a:pt x="8836" y="10800"/>
                </a:cubicBezTo>
                <a:cubicBezTo>
                  <a:pt x="8836" y="11885"/>
                  <a:pt x="9716" y="12764"/>
                  <a:pt x="10800" y="12764"/>
                </a:cubicBezTo>
                <a:cubicBezTo>
                  <a:pt x="11714" y="12764"/>
                  <a:pt x="12476" y="12137"/>
                  <a:pt x="12694" y="11291"/>
                </a:cubicBezTo>
                <a:lnTo>
                  <a:pt x="15218" y="11291"/>
                </a:lnTo>
                <a:cubicBezTo>
                  <a:pt x="15489" y="11291"/>
                  <a:pt x="15709" y="11072"/>
                  <a:pt x="15709" y="10800"/>
                </a:cubicBezTo>
                <a:cubicBezTo>
                  <a:pt x="15709" y="10529"/>
                  <a:pt x="15489" y="10309"/>
                  <a:pt x="15218" y="10309"/>
                </a:cubicBezTo>
                <a:moveTo>
                  <a:pt x="16932" y="6693"/>
                </a:moveTo>
                <a:cubicBezTo>
                  <a:pt x="16697" y="6829"/>
                  <a:pt x="16616" y="7129"/>
                  <a:pt x="16752" y="7364"/>
                </a:cubicBezTo>
                <a:cubicBezTo>
                  <a:pt x="16887" y="7599"/>
                  <a:pt x="17188" y="7679"/>
                  <a:pt x="17422" y="7543"/>
                </a:cubicBezTo>
                <a:cubicBezTo>
                  <a:pt x="17657" y="7408"/>
                  <a:pt x="17737" y="7108"/>
                  <a:pt x="17602" y="6873"/>
                </a:cubicBezTo>
                <a:cubicBezTo>
                  <a:pt x="17467" y="6638"/>
                  <a:pt x="17166" y="6557"/>
                  <a:pt x="16932" y="6693"/>
                </a:cubicBezTo>
                <a:moveTo>
                  <a:pt x="10800" y="17673"/>
                </a:moveTo>
                <a:cubicBezTo>
                  <a:pt x="10529" y="17673"/>
                  <a:pt x="10309" y="17893"/>
                  <a:pt x="10309" y="18164"/>
                </a:cubicBezTo>
                <a:cubicBezTo>
                  <a:pt x="10309" y="18435"/>
                  <a:pt x="10529" y="18655"/>
                  <a:pt x="10800" y="18655"/>
                </a:cubicBezTo>
                <a:cubicBezTo>
                  <a:pt x="11071" y="18655"/>
                  <a:pt x="11291" y="18435"/>
                  <a:pt x="11291" y="18164"/>
                </a:cubicBezTo>
                <a:cubicBezTo>
                  <a:pt x="11291" y="17893"/>
                  <a:pt x="11071" y="17673"/>
                  <a:pt x="10800" y="17673"/>
                </a:cubicBezTo>
                <a:moveTo>
                  <a:pt x="17422" y="14057"/>
                </a:moveTo>
                <a:cubicBezTo>
                  <a:pt x="17188" y="13921"/>
                  <a:pt x="16887" y="14001"/>
                  <a:pt x="16752" y="14236"/>
                </a:cubicBezTo>
                <a:cubicBezTo>
                  <a:pt x="16616" y="14472"/>
                  <a:pt x="16697" y="14772"/>
                  <a:pt x="16932" y="14907"/>
                </a:cubicBezTo>
                <a:cubicBezTo>
                  <a:pt x="17166" y="15043"/>
                  <a:pt x="17467" y="14962"/>
                  <a:pt x="17602" y="14727"/>
                </a:cubicBezTo>
                <a:cubicBezTo>
                  <a:pt x="17737" y="14492"/>
                  <a:pt x="17657" y="14192"/>
                  <a:pt x="17422" y="14057"/>
                </a:cubicBezTo>
                <a:moveTo>
                  <a:pt x="4668" y="6693"/>
                </a:moveTo>
                <a:cubicBezTo>
                  <a:pt x="4433" y="6557"/>
                  <a:pt x="4133" y="6638"/>
                  <a:pt x="3998" y="6873"/>
                </a:cubicBezTo>
                <a:cubicBezTo>
                  <a:pt x="3863" y="7108"/>
                  <a:pt x="3942" y="7408"/>
                  <a:pt x="4178" y="7543"/>
                </a:cubicBezTo>
                <a:cubicBezTo>
                  <a:pt x="4412" y="7679"/>
                  <a:pt x="4713" y="7599"/>
                  <a:pt x="4848" y="7364"/>
                </a:cubicBezTo>
                <a:cubicBezTo>
                  <a:pt x="4984" y="7129"/>
                  <a:pt x="4903" y="6829"/>
                  <a:pt x="4668" y="6693"/>
                </a:cubicBezTo>
                <a:moveTo>
                  <a:pt x="14236" y="4848"/>
                </a:moveTo>
                <a:cubicBezTo>
                  <a:pt x="14472" y="4984"/>
                  <a:pt x="14771" y="4903"/>
                  <a:pt x="14907" y="4669"/>
                </a:cubicBezTo>
                <a:cubicBezTo>
                  <a:pt x="15042" y="4434"/>
                  <a:pt x="14962" y="4134"/>
                  <a:pt x="14727" y="3998"/>
                </a:cubicBezTo>
                <a:cubicBezTo>
                  <a:pt x="14493" y="3863"/>
                  <a:pt x="14192" y="3943"/>
                  <a:pt x="14057" y="4178"/>
                </a:cubicBezTo>
                <a:cubicBezTo>
                  <a:pt x="13921" y="4412"/>
                  <a:pt x="14001" y="4713"/>
                  <a:pt x="14236" y="4848"/>
                </a:cubicBezTo>
                <a:moveTo>
                  <a:pt x="3436" y="10309"/>
                </a:moveTo>
                <a:cubicBezTo>
                  <a:pt x="3166" y="10309"/>
                  <a:pt x="2945" y="10529"/>
                  <a:pt x="2945" y="10800"/>
                </a:cubicBezTo>
                <a:cubicBezTo>
                  <a:pt x="2945" y="11072"/>
                  <a:pt x="3166" y="11291"/>
                  <a:pt x="3436" y="11291"/>
                </a:cubicBezTo>
                <a:cubicBezTo>
                  <a:pt x="3707" y="11291"/>
                  <a:pt x="3927" y="11072"/>
                  <a:pt x="3927" y="10800"/>
                </a:cubicBezTo>
                <a:cubicBezTo>
                  <a:pt x="3927" y="10529"/>
                  <a:pt x="3707" y="10309"/>
                  <a:pt x="3436" y="10309"/>
                </a:cubicBezTo>
                <a:moveTo>
                  <a:pt x="6873" y="3998"/>
                </a:moveTo>
                <a:cubicBezTo>
                  <a:pt x="6638" y="4134"/>
                  <a:pt x="6558" y="4434"/>
                  <a:pt x="6693" y="4669"/>
                </a:cubicBezTo>
                <a:cubicBezTo>
                  <a:pt x="6829" y="4903"/>
                  <a:pt x="7129" y="4984"/>
                  <a:pt x="7364" y="4848"/>
                </a:cubicBezTo>
                <a:cubicBezTo>
                  <a:pt x="7599" y="4713"/>
                  <a:pt x="7679" y="4412"/>
                  <a:pt x="7543" y="4178"/>
                </a:cubicBezTo>
                <a:cubicBezTo>
                  <a:pt x="7408" y="3943"/>
                  <a:pt x="7108" y="3863"/>
                  <a:pt x="6873" y="3998"/>
                </a:cubicBezTo>
                <a:moveTo>
                  <a:pt x="4178" y="14057"/>
                </a:moveTo>
                <a:cubicBezTo>
                  <a:pt x="3942" y="14192"/>
                  <a:pt x="3863" y="14492"/>
                  <a:pt x="3998" y="14727"/>
                </a:cubicBezTo>
                <a:cubicBezTo>
                  <a:pt x="4133" y="14962"/>
                  <a:pt x="4433" y="15043"/>
                  <a:pt x="4668" y="14907"/>
                </a:cubicBezTo>
                <a:cubicBezTo>
                  <a:pt x="4903" y="14772"/>
                  <a:pt x="4984" y="14472"/>
                  <a:pt x="4848" y="14236"/>
                </a:cubicBezTo>
                <a:cubicBezTo>
                  <a:pt x="4713" y="14001"/>
                  <a:pt x="4412" y="13921"/>
                  <a:pt x="4178" y="14057"/>
                </a:cubicBezTo>
                <a:moveTo>
                  <a:pt x="7364" y="16752"/>
                </a:moveTo>
                <a:cubicBezTo>
                  <a:pt x="7129" y="16617"/>
                  <a:pt x="6829" y="16697"/>
                  <a:pt x="6693" y="16932"/>
                </a:cubicBezTo>
                <a:cubicBezTo>
                  <a:pt x="6558" y="17167"/>
                  <a:pt x="6638" y="17467"/>
                  <a:pt x="6873" y="17602"/>
                </a:cubicBezTo>
                <a:cubicBezTo>
                  <a:pt x="7108" y="17738"/>
                  <a:pt x="7408" y="17658"/>
                  <a:pt x="7543" y="17422"/>
                </a:cubicBezTo>
                <a:cubicBezTo>
                  <a:pt x="7679" y="17188"/>
                  <a:pt x="7599" y="16887"/>
                  <a:pt x="7364" y="16752"/>
                </a:cubicBezTo>
                <a:moveTo>
                  <a:pt x="18164" y="10309"/>
                </a:moveTo>
                <a:cubicBezTo>
                  <a:pt x="17893" y="10309"/>
                  <a:pt x="17673" y="10529"/>
                  <a:pt x="17673" y="10800"/>
                </a:cubicBezTo>
                <a:cubicBezTo>
                  <a:pt x="17673" y="11072"/>
                  <a:pt x="17893" y="11291"/>
                  <a:pt x="18164" y="11291"/>
                </a:cubicBezTo>
                <a:cubicBezTo>
                  <a:pt x="18434" y="11291"/>
                  <a:pt x="18655" y="11072"/>
                  <a:pt x="18655" y="10800"/>
                </a:cubicBezTo>
                <a:cubicBezTo>
                  <a:pt x="18655" y="10529"/>
                  <a:pt x="18434" y="10309"/>
                  <a:pt x="18164" y="10309"/>
                </a:cubicBezTo>
              </a:path>
            </a:pathLst>
          </a:custGeom>
          <a:solidFill>
            <a:schemeClr val="tx1"/>
          </a:solidFill>
          <a:ln w="12700">
            <a:miter lim="400000"/>
          </a:ln>
        </p:spPr>
        <p:txBody>
          <a:bodyPr lIns="14284" tIns="14284" rIns="14284" bIns="14284" anchor="ctr"/>
          <a:lstStyle/>
          <a:p>
            <a:pPr defTabSz="171399" eaLnBrk="1" hangingPunct="1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1125">
              <a:solidFill>
                <a:srgbClr val="FFFFFF"/>
              </a:solidFill>
              <a:effectLst>
                <a:outerShdw blurRad="38100" dist="12700" dir="5400000" rotWithShape="0">
                  <a:srgbClr val="000000">
                    <a:alpha val="50000"/>
                  </a:srgbClr>
                </a:outerShdw>
              </a:effectLst>
              <a:latin typeface="Gill Sans"/>
              <a:ea typeface="Calibri" charset="0"/>
              <a:cs typeface="Calibri" charset="0"/>
              <a:sym typeface="Gill Sans"/>
            </a:endParaRPr>
          </a:p>
        </p:txBody>
      </p:sp>
      <p:sp>
        <p:nvSpPr>
          <p:cNvPr id="195" name="Shape 2625"/>
          <p:cNvSpPr/>
          <p:nvPr userDrawn="1"/>
        </p:nvSpPr>
        <p:spPr>
          <a:xfrm>
            <a:off x="3770693" y="1334087"/>
            <a:ext cx="209550" cy="171450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9636" y="20400"/>
                </a:moveTo>
                <a:lnTo>
                  <a:pt x="1964" y="20400"/>
                </a:lnTo>
                <a:cubicBezTo>
                  <a:pt x="1422" y="20400"/>
                  <a:pt x="982" y="19862"/>
                  <a:pt x="982" y="19200"/>
                </a:cubicBezTo>
                <a:cubicBezTo>
                  <a:pt x="982" y="18949"/>
                  <a:pt x="1025" y="18796"/>
                  <a:pt x="1048" y="18734"/>
                </a:cubicBezTo>
                <a:cubicBezTo>
                  <a:pt x="1065" y="18712"/>
                  <a:pt x="1048" y="18729"/>
                  <a:pt x="1078" y="18673"/>
                </a:cubicBezTo>
                <a:lnTo>
                  <a:pt x="9914" y="1873"/>
                </a:lnTo>
                <a:cubicBezTo>
                  <a:pt x="9930" y="1843"/>
                  <a:pt x="9944" y="1813"/>
                  <a:pt x="9957" y="1783"/>
                </a:cubicBezTo>
                <a:cubicBezTo>
                  <a:pt x="9960" y="1778"/>
                  <a:pt x="10234" y="1200"/>
                  <a:pt x="10800" y="1200"/>
                </a:cubicBezTo>
                <a:cubicBezTo>
                  <a:pt x="11366" y="1200"/>
                  <a:pt x="11588" y="1654"/>
                  <a:pt x="11617" y="1719"/>
                </a:cubicBezTo>
                <a:cubicBezTo>
                  <a:pt x="11641" y="1792"/>
                  <a:pt x="11650" y="1806"/>
                  <a:pt x="11686" y="1873"/>
                </a:cubicBezTo>
                <a:lnTo>
                  <a:pt x="20522" y="18673"/>
                </a:lnTo>
                <a:cubicBezTo>
                  <a:pt x="20535" y="18697"/>
                  <a:pt x="20548" y="18720"/>
                  <a:pt x="20562" y="18744"/>
                </a:cubicBezTo>
                <a:cubicBezTo>
                  <a:pt x="20576" y="18785"/>
                  <a:pt x="20618" y="18928"/>
                  <a:pt x="20618" y="19200"/>
                </a:cubicBezTo>
                <a:cubicBezTo>
                  <a:pt x="20618" y="19862"/>
                  <a:pt x="20177" y="20400"/>
                  <a:pt x="19636" y="20400"/>
                </a:cubicBezTo>
                <a:moveTo>
                  <a:pt x="21348" y="18023"/>
                </a:moveTo>
                <a:lnTo>
                  <a:pt x="12511" y="1223"/>
                </a:lnTo>
                <a:cubicBezTo>
                  <a:pt x="12511" y="1223"/>
                  <a:pt x="12058" y="0"/>
                  <a:pt x="10800" y="0"/>
                </a:cubicBezTo>
                <a:cubicBezTo>
                  <a:pt x="9616" y="0"/>
                  <a:pt x="9089" y="1223"/>
                  <a:pt x="9089" y="1223"/>
                </a:cubicBezTo>
                <a:lnTo>
                  <a:pt x="252" y="18023"/>
                </a:lnTo>
                <a:cubicBezTo>
                  <a:pt x="252" y="18023"/>
                  <a:pt x="0" y="18421"/>
                  <a:pt x="0" y="19200"/>
                </a:cubicBezTo>
                <a:cubicBezTo>
                  <a:pt x="0" y="20526"/>
                  <a:pt x="879" y="21600"/>
                  <a:pt x="1964" y="21600"/>
                </a:cubicBezTo>
                <a:lnTo>
                  <a:pt x="19636" y="21600"/>
                </a:lnTo>
                <a:cubicBezTo>
                  <a:pt x="20721" y="21600"/>
                  <a:pt x="21600" y="20526"/>
                  <a:pt x="21600" y="19200"/>
                </a:cubicBezTo>
                <a:cubicBezTo>
                  <a:pt x="21600" y="18362"/>
                  <a:pt x="21348" y="18023"/>
                  <a:pt x="21348" y="18023"/>
                </a:cubicBezTo>
                <a:moveTo>
                  <a:pt x="10800" y="15600"/>
                </a:moveTo>
                <a:cubicBezTo>
                  <a:pt x="10258" y="15600"/>
                  <a:pt x="9818" y="16138"/>
                  <a:pt x="9818" y="16800"/>
                </a:cubicBezTo>
                <a:cubicBezTo>
                  <a:pt x="9818" y="17462"/>
                  <a:pt x="10258" y="18000"/>
                  <a:pt x="10800" y="18000"/>
                </a:cubicBezTo>
                <a:cubicBezTo>
                  <a:pt x="11342" y="18000"/>
                  <a:pt x="11782" y="17462"/>
                  <a:pt x="11782" y="16800"/>
                </a:cubicBezTo>
                <a:cubicBezTo>
                  <a:pt x="11782" y="16138"/>
                  <a:pt x="11342" y="15600"/>
                  <a:pt x="10800" y="15600"/>
                </a:cubicBezTo>
                <a:moveTo>
                  <a:pt x="10800" y="6000"/>
                </a:moveTo>
                <a:cubicBezTo>
                  <a:pt x="10258" y="6000"/>
                  <a:pt x="9818" y="6538"/>
                  <a:pt x="9818" y="7200"/>
                </a:cubicBezTo>
                <a:lnTo>
                  <a:pt x="10309" y="13800"/>
                </a:lnTo>
                <a:cubicBezTo>
                  <a:pt x="10309" y="14132"/>
                  <a:pt x="10529" y="14400"/>
                  <a:pt x="10800" y="14400"/>
                </a:cubicBezTo>
                <a:cubicBezTo>
                  <a:pt x="11071" y="14400"/>
                  <a:pt x="11291" y="14132"/>
                  <a:pt x="11291" y="13800"/>
                </a:cubicBezTo>
                <a:lnTo>
                  <a:pt x="11782" y="7200"/>
                </a:lnTo>
                <a:cubicBezTo>
                  <a:pt x="11782" y="6538"/>
                  <a:pt x="11342" y="6000"/>
                  <a:pt x="10800" y="6000"/>
                </a:cubicBezTo>
              </a:path>
            </a:pathLst>
          </a:custGeom>
          <a:solidFill>
            <a:schemeClr val="tx1"/>
          </a:solidFill>
          <a:ln w="12700">
            <a:miter lim="400000"/>
          </a:ln>
        </p:spPr>
        <p:txBody>
          <a:bodyPr lIns="14284" tIns="14284" rIns="14284" bIns="14284" anchor="ctr"/>
          <a:lstStyle/>
          <a:p>
            <a:pPr defTabSz="171399" eaLnBrk="1" hangingPunct="1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1125">
              <a:solidFill>
                <a:srgbClr val="FFFFFF"/>
              </a:solidFill>
              <a:effectLst>
                <a:outerShdw blurRad="38100" dist="12700" dir="5400000" rotWithShape="0">
                  <a:srgbClr val="000000">
                    <a:alpha val="50000"/>
                  </a:srgbClr>
                </a:outerShdw>
              </a:effectLst>
              <a:latin typeface="Gill Sans"/>
              <a:ea typeface="Calibri" charset="0"/>
              <a:cs typeface="Calibri" charset="0"/>
              <a:sym typeface="Gill Sans"/>
            </a:endParaRPr>
          </a:p>
        </p:txBody>
      </p:sp>
      <p:sp>
        <p:nvSpPr>
          <p:cNvPr id="196" name="Shape 2563"/>
          <p:cNvSpPr/>
          <p:nvPr userDrawn="1"/>
        </p:nvSpPr>
        <p:spPr>
          <a:xfrm>
            <a:off x="3361979" y="1760477"/>
            <a:ext cx="209550" cy="209550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9636" y="0"/>
                </a:moveTo>
                <a:lnTo>
                  <a:pt x="5891" y="0"/>
                </a:lnTo>
                <a:cubicBezTo>
                  <a:pt x="4806" y="0"/>
                  <a:pt x="3927" y="879"/>
                  <a:pt x="3927" y="1964"/>
                </a:cubicBezTo>
                <a:lnTo>
                  <a:pt x="3927" y="2455"/>
                </a:lnTo>
                <a:cubicBezTo>
                  <a:pt x="3927" y="2726"/>
                  <a:pt x="4147" y="2945"/>
                  <a:pt x="4418" y="2945"/>
                </a:cubicBezTo>
                <a:cubicBezTo>
                  <a:pt x="4690" y="2945"/>
                  <a:pt x="4909" y="2726"/>
                  <a:pt x="4909" y="2455"/>
                </a:cubicBezTo>
                <a:lnTo>
                  <a:pt x="4909" y="1964"/>
                </a:lnTo>
                <a:cubicBezTo>
                  <a:pt x="4909" y="1422"/>
                  <a:pt x="5349" y="982"/>
                  <a:pt x="5891" y="982"/>
                </a:cubicBezTo>
                <a:lnTo>
                  <a:pt x="19636" y="982"/>
                </a:lnTo>
                <a:cubicBezTo>
                  <a:pt x="20178" y="982"/>
                  <a:pt x="20618" y="1422"/>
                  <a:pt x="20618" y="1964"/>
                </a:cubicBezTo>
                <a:lnTo>
                  <a:pt x="20618" y="15709"/>
                </a:lnTo>
                <a:cubicBezTo>
                  <a:pt x="20618" y="16252"/>
                  <a:pt x="20178" y="16691"/>
                  <a:pt x="19636" y="16691"/>
                </a:cubicBezTo>
                <a:lnTo>
                  <a:pt x="19145" y="16691"/>
                </a:lnTo>
                <a:cubicBezTo>
                  <a:pt x="18874" y="16691"/>
                  <a:pt x="18655" y="16911"/>
                  <a:pt x="18655" y="17182"/>
                </a:cubicBezTo>
                <a:cubicBezTo>
                  <a:pt x="18655" y="17453"/>
                  <a:pt x="18874" y="17673"/>
                  <a:pt x="19145" y="17673"/>
                </a:cubicBezTo>
                <a:lnTo>
                  <a:pt x="19636" y="17673"/>
                </a:lnTo>
                <a:cubicBezTo>
                  <a:pt x="20721" y="17673"/>
                  <a:pt x="21600" y="16794"/>
                  <a:pt x="21600" y="15709"/>
                </a:cubicBezTo>
                <a:lnTo>
                  <a:pt x="21600" y="1964"/>
                </a:lnTo>
                <a:cubicBezTo>
                  <a:pt x="21600" y="879"/>
                  <a:pt x="20721" y="0"/>
                  <a:pt x="19636" y="0"/>
                </a:cubicBezTo>
                <a:moveTo>
                  <a:pt x="4354" y="17673"/>
                </a:moveTo>
                <a:lnTo>
                  <a:pt x="7369" y="13149"/>
                </a:lnTo>
                <a:lnTo>
                  <a:pt x="8875" y="15407"/>
                </a:lnTo>
                <a:cubicBezTo>
                  <a:pt x="8949" y="15584"/>
                  <a:pt x="9123" y="15709"/>
                  <a:pt x="9327" y="15709"/>
                </a:cubicBezTo>
                <a:cubicBezTo>
                  <a:pt x="9463" y="15709"/>
                  <a:pt x="9586" y="15655"/>
                  <a:pt x="9674" y="15565"/>
                </a:cubicBezTo>
                <a:lnTo>
                  <a:pt x="11198" y="14042"/>
                </a:lnTo>
                <a:lnTo>
                  <a:pt x="13376" y="17673"/>
                </a:lnTo>
                <a:cubicBezTo>
                  <a:pt x="13376" y="17673"/>
                  <a:pt x="4354" y="17673"/>
                  <a:pt x="4354" y="17673"/>
                </a:cubicBezTo>
                <a:close/>
                <a:moveTo>
                  <a:pt x="14692" y="17982"/>
                </a:moveTo>
                <a:lnTo>
                  <a:pt x="14690" y="17977"/>
                </a:lnTo>
                <a:cubicBezTo>
                  <a:pt x="14685" y="17967"/>
                  <a:pt x="14677" y="17959"/>
                  <a:pt x="14673" y="17949"/>
                </a:cubicBezTo>
                <a:lnTo>
                  <a:pt x="11747" y="13073"/>
                </a:lnTo>
                <a:lnTo>
                  <a:pt x="11745" y="13073"/>
                </a:lnTo>
                <a:cubicBezTo>
                  <a:pt x="11673" y="12892"/>
                  <a:pt x="11498" y="12764"/>
                  <a:pt x="11291" y="12764"/>
                </a:cubicBezTo>
                <a:cubicBezTo>
                  <a:pt x="11155" y="12764"/>
                  <a:pt x="11033" y="12819"/>
                  <a:pt x="10944" y="12908"/>
                </a:cubicBezTo>
                <a:lnTo>
                  <a:pt x="9397" y="14454"/>
                </a:lnTo>
                <a:lnTo>
                  <a:pt x="7816" y="12084"/>
                </a:lnTo>
                <a:cubicBezTo>
                  <a:pt x="7742" y="11907"/>
                  <a:pt x="7568" y="11782"/>
                  <a:pt x="7364" y="11782"/>
                </a:cubicBezTo>
                <a:cubicBezTo>
                  <a:pt x="7193" y="11782"/>
                  <a:pt x="7051" y="11874"/>
                  <a:pt x="6963" y="12006"/>
                </a:cubicBezTo>
                <a:lnTo>
                  <a:pt x="6955" y="12000"/>
                </a:lnTo>
                <a:lnTo>
                  <a:pt x="3028" y="17891"/>
                </a:lnTo>
                <a:lnTo>
                  <a:pt x="3036" y="17897"/>
                </a:lnTo>
                <a:cubicBezTo>
                  <a:pt x="2983" y="17974"/>
                  <a:pt x="2945" y="18063"/>
                  <a:pt x="2945" y="18164"/>
                </a:cubicBezTo>
                <a:cubicBezTo>
                  <a:pt x="2945" y="18435"/>
                  <a:pt x="3165" y="18655"/>
                  <a:pt x="3436" y="18655"/>
                </a:cubicBezTo>
                <a:lnTo>
                  <a:pt x="14236" y="18655"/>
                </a:lnTo>
                <a:cubicBezTo>
                  <a:pt x="14508" y="18655"/>
                  <a:pt x="14727" y="18435"/>
                  <a:pt x="14727" y="18164"/>
                </a:cubicBezTo>
                <a:cubicBezTo>
                  <a:pt x="14727" y="18099"/>
                  <a:pt x="14713" y="18039"/>
                  <a:pt x="14691" y="17983"/>
                </a:cubicBezTo>
                <a:cubicBezTo>
                  <a:pt x="14691" y="17983"/>
                  <a:pt x="14692" y="17982"/>
                  <a:pt x="14692" y="17982"/>
                </a:cubicBezTo>
                <a:close/>
                <a:moveTo>
                  <a:pt x="4909" y="7855"/>
                </a:moveTo>
                <a:cubicBezTo>
                  <a:pt x="5451" y="7855"/>
                  <a:pt x="5891" y="8295"/>
                  <a:pt x="5891" y="8836"/>
                </a:cubicBezTo>
                <a:cubicBezTo>
                  <a:pt x="5891" y="9379"/>
                  <a:pt x="5451" y="9818"/>
                  <a:pt x="4909" y="9818"/>
                </a:cubicBezTo>
                <a:cubicBezTo>
                  <a:pt x="4367" y="9818"/>
                  <a:pt x="3927" y="9379"/>
                  <a:pt x="3927" y="8836"/>
                </a:cubicBezTo>
                <a:cubicBezTo>
                  <a:pt x="3927" y="8295"/>
                  <a:pt x="4367" y="7855"/>
                  <a:pt x="4909" y="7855"/>
                </a:cubicBezTo>
                <a:moveTo>
                  <a:pt x="4909" y="10800"/>
                </a:moveTo>
                <a:cubicBezTo>
                  <a:pt x="5994" y="10800"/>
                  <a:pt x="6873" y="9921"/>
                  <a:pt x="6873" y="8836"/>
                </a:cubicBezTo>
                <a:cubicBezTo>
                  <a:pt x="6873" y="7752"/>
                  <a:pt x="5994" y="6873"/>
                  <a:pt x="4909" y="6873"/>
                </a:cubicBezTo>
                <a:cubicBezTo>
                  <a:pt x="3825" y="6873"/>
                  <a:pt x="2945" y="7752"/>
                  <a:pt x="2945" y="8836"/>
                </a:cubicBezTo>
                <a:cubicBezTo>
                  <a:pt x="2945" y="9921"/>
                  <a:pt x="3825" y="10800"/>
                  <a:pt x="4909" y="10800"/>
                </a:cubicBezTo>
                <a:moveTo>
                  <a:pt x="16691" y="19636"/>
                </a:moveTo>
                <a:cubicBezTo>
                  <a:pt x="16691" y="20179"/>
                  <a:pt x="16251" y="20619"/>
                  <a:pt x="15709" y="20619"/>
                </a:cubicBezTo>
                <a:lnTo>
                  <a:pt x="1964" y="20619"/>
                </a:lnTo>
                <a:cubicBezTo>
                  <a:pt x="1422" y="20619"/>
                  <a:pt x="982" y="20179"/>
                  <a:pt x="982" y="19636"/>
                </a:cubicBezTo>
                <a:lnTo>
                  <a:pt x="982" y="5891"/>
                </a:lnTo>
                <a:cubicBezTo>
                  <a:pt x="982" y="5349"/>
                  <a:pt x="1422" y="4909"/>
                  <a:pt x="1964" y="4909"/>
                </a:cubicBezTo>
                <a:lnTo>
                  <a:pt x="15709" y="4909"/>
                </a:lnTo>
                <a:cubicBezTo>
                  <a:pt x="16251" y="4909"/>
                  <a:pt x="16691" y="5349"/>
                  <a:pt x="16691" y="5891"/>
                </a:cubicBezTo>
                <a:cubicBezTo>
                  <a:pt x="16691" y="5891"/>
                  <a:pt x="16691" y="19636"/>
                  <a:pt x="16691" y="19636"/>
                </a:cubicBezTo>
                <a:close/>
                <a:moveTo>
                  <a:pt x="15709" y="3927"/>
                </a:moveTo>
                <a:lnTo>
                  <a:pt x="1964" y="3927"/>
                </a:lnTo>
                <a:cubicBezTo>
                  <a:pt x="879" y="3927"/>
                  <a:pt x="0" y="4806"/>
                  <a:pt x="0" y="5891"/>
                </a:cubicBezTo>
                <a:lnTo>
                  <a:pt x="0" y="19636"/>
                </a:lnTo>
                <a:cubicBezTo>
                  <a:pt x="0" y="20721"/>
                  <a:pt x="879" y="21600"/>
                  <a:pt x="1964" y="21600"/>
                </a:cubicBezTo>
                <a:lnTo>
                  <a:pt x="15709" y="21600"/>
                </a:lnTo>
                <a:cubicBezTo>
                  <a:pt x="16794" y="21600"/>
                  <a:pt x="17673" y="20721"/>
                  <a:pt x="17673" y="19636"/>
                </a:cubicBezTo>
                <a:lnTo>
                  <a:pt x="17673" y="5891"/>
                </a:lnTo>
                <a:cubicBezTo>
                  <a:pt x="17673" y="4806"/>
                  <a:pt x="16794" y="3927"/>
                  <a:pt x="15709" y="3927"/>
                </a:cubicBezTo>
              </a:path>
            </a:pathLst>
          </a:custGeom>
          <a:solidFill>
            <a:schemeClr val="tx1"/>
          </a:solidFill>
          <a:ln w="12700">
            <a:miter lim="400000"/>
          </a:ln>
        </p:spPr>
        <p:txBody>
          <a:bodyPr lIns="14284" tIns="14284" rIns="14284" bIns="14284" anchor="ctr"/>
          <a:lstStyle/>
          <a:p>
            <a:pPr defTabSz="171399" eaLnBrk="1" hangingPunct="1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1125">
              <a:solidFill>
                <a:srgbClr val="FFFFFF"/>
              </a:solidFill>
              <a:effectLst>
                <a:outerShdw blurRad="38100" dist="12700" dir="5400000" rotWithShape="0">
                  <a:srgbClr val="000000">
                    <a:alpha val="50000"/>
                  </a:srgbClr>
                </a:outerShdw>
              </a:effectLst>
              <a:latin typeface="Gill Sans"/>
              <a:ea typeface="Calibri" charset="0"/>
              <a:cs typeface="Calibri" charset="0"/>
              <a:sym typeface="Gill Sans"/>
            </a:endParaRPr>
          </a:p>
        </p:txBody>
      </p:sp>
      <p:sp>
        <p:nvSpPr>
          <p:cNvPr id="197" name="Shape 2766"/>
          <p:cNvSpPr/>
          <p:nvPr userDrawn="1"/>
        </p:nvSpPr>
        <p:spPr>
          <a:xfrm>
            <a:off x="8764982" y="5319937"/>
            <a:ext cx="209550" cy="209550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5709" y="11782"/>
                </a:moveTo>
                <a:lnTo>
                  <a:pt x="11782" y="11782"/>
                </a:lnTo>
                <a:lnTo>
                  <a:pt x="11782" y="15709"/>
                </a:lnTo>
                <a:lnTo>
                  <a:pt x="9818" y="15709"/>
                </a:lnTo>
                <a:lnTo>
                  <a:pt x="9818" y="11782"/>
                </a:lnTo>
                <a:lnTo>
                  <a:pt x="5891" y="11782"/>
                </a:lnTo>
                <a:lnTo>
                  <a:pt x="5891" y="9818"/>
                </a:lnTo>
                <a:lnTo>
                  <a:pt x="9818" y="9818"/>
                </a:lnTo>
                <a:lnTo>
                  <a:pt x="9818" y="5891"/>
                </a:lnTo>
                <a:lnTo>
                  <a:pt x="11782" y="5891"/>
                </a:lnTo>
                <a:lnTo>
                  <a:pt x="11782" y="9818"/>
                </a:lnTo>
                <a:lnTo>
                  <a:pt x="15709" y="9818"/>
                </a:lnTo>
                <a:cubicBezTo>
                  <a:pt x="15709" y="9818"/>
                  <a:pt x="15709" y="11782"/>
                  <a:pt x="15709" y="11782"/>
                </a:cubicBezTo>
                <a:close/>
                <a:moveTo>
                  <a:pt x="15709" y="8836"/>
                </a:moveTo>
                <a:lnTo>
                  <a:pt x="12764" y="8836"/>
                </a:lnTo>
                <a:lnTo>
                  <a:pt x="12764" y="5891"/>
                </a:lnTo>
                <a:cubicBezTo>
                  <a:pt x="12764" y="5349"/>
                  <a:pt x="12324" y="4909"/>
                  <a:pt x="11782" y="4909"/>
                </a:cubicBezTo>
                <a:lnTo>
                  <a:pt x="9818" y="4909"/>
                </a:lnTo>
                <a:cubicBezTo>
                  <a:pt x="9276" y="4909"/>
                  <a:pt x="8836" y="5349"/>
                  <a:pt x="8836" y="5891"/>
                </a:cubicBezTo>
                <a:lnTo>
                  <a:pt x="8836" y="8836"/>
                </a:lnTo>
                <a:lnTo>
                  <a:pt x="5891" y="8836"/>
                </a:lnTo>
                <a:cubicBezTo>
                  <a:pt x="5349" y="8836"/>
                  <a:pt x="4909" y="9276"/>
                  <a:pt x="4909" y="9818"/>
                </a:cubicBezTo>
                <a:lnTo>
                  <a:pt x="4909" y="11782"/>
                </a:lnTo>
                <a:cubicBezTo>
                  <a:pt x="4909" y="12324"/>
                  <a:pt x="5349" y="12764"/>
                  <a:pt x="5891" y="12764"/>
                </a:cubicBezTo>
                <a:lnTo>
                  <a:pt x="8836" y="12764"/>
                </a:lnTo>
                <a:lnTo>
                  <a:pt x="8836" y="15709"/>
                </a:lnTo>
                <a:cubicBezTo>
                  <a:pt x="8836" y="16251"/>
                  <a:pt x="9276" y="16691"/>
                  <a:pt x="9818" y="16691"/>
                </a:cubicBezTo>
                <a:lnTo>
                  <a:pt x="11782" y="16691"/>
                </a:lnTo>
                <a:cubicBezTo>
                  <a:pt x="12324" y="16691"/>
                  <a:pt x="12764" y="16251"/>
                  <a:pt x="12764" y="15709"/>
                </a:cubicBezTo>
                <a:lnTo>
                  <a:pt x="12764" y="12764"/>
                </a:lnTo>
                <a:lnTo>
                  <a:pt x="15709" y="12764"/>
                </a:lnTo>
                <a:cubicBezTo>
                  <a:pt x="16251" y="12764"/>
                  <a:pt x="16691" y="12324"/>
                  <a:pt x="16691" y="11782"/>
                </a:cubicBezTo>
                <a:lnTo>
                  <a:pt x="16691" y="9818"/>
                </a:lnTo>
                <a:cubicBezTo>
                  <a:pt x="16691" y="9276"/>
                  <a:pt x="16251" y="8836"/>
                  <a:pt x="15709" y="8836"/>
                </a:cubicBezTo>
                <a:moveTo>
                  <a:pt x="20618" y="19636"/>
                </a:moveTo>
                <a:cubicBezTo>
                  <a:pt x="20618" y="20178"/>
                  <a:pt x="20178" y="20618"/>
                  <a:pt x="19636" y="20618"/>
                </a:cubicBezTo>
                <a:lnTo>
                  <a:pt x="1964" y="20618"/>
                </a:lnTo>
                <a:cubicBezTo>
                  <a:pt x="1422" y="20618"/>
                  <a:pt x="982" y="20178"/>
                  <a:pt x="982" y="19636"/>
                </a:cubicBezTo>
                <a:lnTo>
                  <a:pt x="982" y="1964"/>
                </a:lnTo>
                <a:cubicBezTo>
                  <a:pt x="982" y="1422"/>
                  <a:pt x="1422" y="982"/>
                  <a:pt x="1964" y="982"/>
                </a:cubicBezTo>
                <a:lnTo>
                  <a:pt x="19636" y="982"/>
                </a:lnTo>
                <a:cubicBezTo>
                  <a:pt x="20178" y="982"/>
                  <a:pt x="20618" y="1422"/>
                  <a:pt x="20618" y="1964"/>
                </a:cubicBezTo>
                <a:cubicBezTo>
                  <a:pt x="20618" y="1964"/>
                  <a:pt x="20618" y="19636"/>
                  <a:pt x="20618" y="19636"/>
                </a:cubicBezTo>
                <a:close/>
                <a:moveTo>
                  <a:pt x="19636" y="0"/>
                </a:moveTo>
                <a:lnTo>
                  <a:pt x="1964" y="0"/>
                </a:lnTo>
                <a:cubicBezTo>
                  <a:pt x="879" y="0"/>
                  <a:pt x="0" y="879"/>
                  <a:pt x="0" y="1964"/>
                </a:cubicBezTo>
                <a:lnTo>
                  <a:pt x="0" y="19636"/>
                </a:lnTo>
                <a:cubicBezTo>
                  <a:pt x="0" y="20721"/>
                  <a:pt x="879" y="21600"/>
                  <a:pt x="1964" y="21600"/>
                </a:cubicBezTo>
                <a:lnTo>
                  <a:pt x="19636" y="21600"/>
                </a:lnTo>
                <a:cubicBezTo>
                  <a:pt x="20721" y="21600"/>
                  <a:pt x="21600" y="20721"/>
                  <a:pt x="21600" y="19636"/>
                </a:cubicBezTo>
                <a:lnTo>
                  <a:pt x="21600" y="1964"/>
                </a:lnTo>
                <a:cubicBezTo>
                  <a:pt x="21600" y="879"/>
                  <a:pt x="20721" y="0"/>
                  <a:pt x="19636" y="0"/>
                </a:cubicBezTo>
              </a:path>
            </a:pathLst>
          </a:custGeom>
          <a:solidFill>
            <a:schemeClr val="tx1"/>
          </a:solidFill>
          <a:ln w="12700">
            <a:miter lim="400000"/>
          </a:ln>
        </p:spPr>
        <p:txBody>
          <a:bodyPr lIns="14284" tIns="14284" rIns="14284" bIns="14284" anchor="ctr"/>
          <a:lstStyle/>
          <a:p>
            <a:pPr defTabSz="171399" eaLnBrk="1" hangingPunct="1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1125">
              <a:solidFill>
                <a:srgbClr val="FFFFFF"/>
              </a:solidFill>
              <a:effectLst>
                <a:outerShdw blurRad="38100" dist="12700" dir="5400000" rotWithShape="0">
                  <a:srgbClr val="000000">
                    <a:alpha val="50000"/>
                  </a:srgbClr>
                </a:outerShdw>
              </a:effectLst>
              <a:latin typeface="Gill Sans"/>
              <a:ea typeface="Calibri" charset="0"/>
              <a:cs typeface="Calibri" charset="0"/>
              <a:sym typeface="Gill Sans"/>
            </a:endParaRPr>
          </a:p>
        </p:txBody>
      </p:sp>
      <p:sp>
        <p:nvSpPr>
          <p:cNvPr id="198" name="Shape 2708"/>
          <p:cNvSpPr/>
          <p:nvPr userDrawn="1"/>
        </p:nvSpPr>
        <p:spPr>
          <a:xfrm>
            <a:off x="4813152" y="5792666"/>
            <a:ext cx="209550" cy="209550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0800" y="20618"/>
                </a:moveTo>
                <a:cubicBezTo>
                  <a:pt x="5378" y="20618"/>
                  <a:pt x="982" y="16222"/>
                  <a:pt x="982" y="10800"/>
                </a:cubicBezTo>
                <a:cubicBezTo>
                  <a:pt x="982" y="5377"/>
                  <a:pt x="5378" y="982"/>
                  <a:pt x="10800" y="982"/>
                </a:cubicBezTo>
                <a:cubicBezTo>
                  <a:pt x="16223" y="982"/>
                  <a:pt x="20618" y="5377"/>
                  <a:pt x="20618" y="10800"/>
                </a:cubicBezTo>
                <a:cubicBezTo>
                  <a:pt x="20618" y="16222"/>
                  <a:pt x="16223" y="20618"/>
                  <a:pt x="10800" y="20618"/>
                </a:cubicBezTo>
                <a:moveTo>
                  <a:pt x="10800" y="0"/>
                </a:moveTo>
                <a:cubicBezTo>
                  <a:pt x="4836" y="0"/>
                  <a:pt x="0" y="4835"/>
                  <a:pt x="0" y="10800"/>
                </a:cubicBezTo>
                <a:cubicBezTo>
                  <a:pt x="0" y="16765"/>
                  <a:pt x="4836" y="21600"/>
                  <a:pt x="10800" y="21600"/>
                </a:cubicBezTo>
                <a:cubicBezTo>
                  <a:pt x="16764" y="21600"/>
                  <a:pt x="21600" y="16765"/>
                  <a:pt x="21600" y="10800"/>
                </a:cubicBezTo>
                <a:cubicBezTo>
                  <a:pt x="21600" y="4835"/>
                  <a:pt x="16764" y="0"/>
                  <a:pt x="10800" y="0"/>
                </a:cubicBezTo>
                <a:moveTo>
                  <a:pt x="8836" y="13888"/>
                </a:moveTo>
                <a:lnTo>
                  <a:pt x="8836" y="7712"/>
                </a:lnTo>
                <a:lnTo>
                  <a:pt x="14241" y="10800"/>
                </a:lnTo>
                <a:cubicBezTo>
                  <a:pt x="14241" y="10800"/>
                  <a:pt x="8836" y="13888"/>
                  <a:pt x="8836" y="13888"/>
                </a:cubicBezTo>
                <a:close/>
                <a:moveTo>
                  <a:pt x="15520" y="10422"/>
                </a:moveTo>
                <a:lnTo>
                  <a:pt x="15525" y="10416"/>
                </a:lnTo>
                <a:lnTo>
                  <a:pt x="15438" y="10367"/>
                </a:lnTo>
                <a:cubicBezTo>
                  <a:pt x="15425" y="10361"/>
                  <a:pt x="15414" y="10351"/>
                  <a:pt x="15401" y="10346"/>
                </a:cubicBezTo>
                <a:lnTo>
                  <a:pt x="8652" y="6489"/>
                </a:lnTo>
                <a:lnTo>
                  <a:pt x="8647" y="6495"/>
                </a:lnTo>
                <a:cubicBezTo>
                  <a:pt x="8563" y="6428"/>
                  <a:pt x="8461" y="6382"/>
                  <a:pt x="8345" y="6382"/>
                </a:cubicBezTo>
                <a:cubicBezTo>
                  <a:pt x="8075" y="6382"/>
                  <a:pt x="7855" y="6601"/>
                  <a:pt x="7855" y="6873"/>
                </a:cubicBezTo>
                <a:lnTo>
                  <a:pt x="7855" y="14727"/>
                </a:lnTo>
                <a:cubicBezTo>
                  <a:pt x="7855" y="14999"/>
                  <a:pt x="8075" y="15218"/>
                  <a:pt x="8345" y="15218"/>
                </a:cubicBezTo>
                <a:cubicBezTo>
                  <a:pt x="8461" y="15218"/>
                  <a:pt x="8563" y="15172"/>
                  <a:pt x="8647" y="15105"/>
                </a:cubicBezTo>
                <a:lnTo>
                  <a:pt x="8652" y="15111"/>
                </a:lnTo>
                <a:lnTo>
                  <a:pt x="15401" y="11254"/>
                </a:lnTo>
                <a:cubicBezTo>
                  <a:pt x="15414" y="11249"/>
                  <a:pt x="15425" y="11240"/>
                  <a:pt x="15438" y="11233"/>
                </a:cubicBezTo>
                <a:lnTo>
                  <a:pt x="15525" y="11184"/>
                </a:lnTo>
                <a:lnTo>
                  <a:pt x="15520" y="11178"/>
                </a:lnTo>
                <a:cubicBezTo>
                  <a:pt x="15632" y="11088"/>
                  <a:pt x="15709" y="10955"/>
                  <a:pt x="15709" y="10800"/>
                </a:cubicBezTo>
                <a:cubicBezTo>
                  <a:pt x="15709" y="10645"/>
                  <a:pt x="15632" y="10512"/>
                  <a:pt x="15520" y="10422"/>
                </a:cubicBezTo>
              </a:path>
            </a:pathLst>
          </a:custGeom>
          <a:solidFill>
            <a:schemeClr val="tx1"/>
          </a:solidFill>
          <a:ln w="12700">
            <a:miter lim="400000"/>
          </a:ln>
        </p:spPr>
        <p:txBody>
          <a:bodyPr lIns="14284" tIns="14284" rIns="14284" bIns="14284" anchor="ctr"/>
          <a:lstStyle/>
          <a:p>
            <a:pPr defTabSz="171399" eaLnBrk="1" hangingPunct="1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1125">
              <a:solidFill>
                <a:srgbClr val="FFFFFF"/>
              </a:solidFill>
              <a:effectLst>
                <a:outerShdw blurRad="38100" dist="12700" dir="5400000" rotWithShape="0">
                  <a:srgbClr val="000000">
                    <a:alpha val="50000"/>
                  </a:srgbClr>
                </a:outerShdw>
              </a:effectLst>
              <a:latin typeface="Gill Sans"/>
              <a:ea typeface="Calibri" charset="0"/>
              <a:cs typeface="Calibri" charset="0"/>
              <a:sym typeface="Gill Sans"/>
            </a:endParaRPr>
          </a:p>
        </p:txBody>
      </p:sp>
      <p:sp>
        <p:nvSpPr>
          <p:cNvPr id="199" name="Shape 2709"/>
          <p:cNvSpPr/>
          <p:nvPr userDrawn="1"/>
        </p:nvSpPr>
        <p:spPr>
          <a:xfrm>
            <a:off x="5262534" y="5792666"/>
            <a:ext cx="209550" cy="209550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3745" y="13745"/>
                </a:moveTo>
                <a:lnTo>
                  <a:pt x="12764" y="13745"/>
                </a:lnTo>
                <a:lnTo>
                  <a:pt x="12764" y="7855"/>
                </a:lnTo>
                <a:lnTo>
                  <a:pt x="13745" y="7855"/>
                </a:lnTo>
                <a:cubicBezTo>
                  <a:pt x="13745" y="7855"/>
                  <a:pt x="13745" y="13745"/>
                  <a:pt x="13745" y="13745"/>
                </a:cubicBezTo>
                <a:close/>
                <a:moveTo>
                  <a:pt x="14236" y="6873"/>
                </a:moveTo>
                <a:lnTo>
                  <a:pt x="12273" y="6873"/>
                </a:lnTo>
                <a:cubicBezTo>
                  <a:pt x="12002" y="6873"/>
                  <a:pt x="11782" y="7092"/>
                  <a:pt x="11782" y="7364"/>
                </a:cubicBezTo>
                <a:lnTo>
                  <a:pt x="11782" y="14236"/>
                </a:lnTo>
                <a:cubicBezTo>
                  <a:pt x="11782" y="14508"/>
                  <a:pt x="12002" y="14727"/>
                  <a:pt x="12273" y="14727"/>
                </a:cubicBezTo>
                <a:lnTo>
                  <a:pt x="14236" y="14727"/>
                </a:lnTo>
                <a:cubicBezTo>
                  <a:pt x="14507" y="14727"/>
                  <a:pt x="14727" y="14508"/>
                  <a:pt x="14727" y="14236"/>
                </a:cubicBezTo>
                <a:lnTo>
                  <a:pt x="14727" y="7364"/>
                </a:lnTo>
                <a:cubicBezTo>
                  <a:pt x="14727" y="7092"/>
                  <a:pt x="14507" y="6873"/>
                  <a:pt x="14236" y="6873"/>
                </a:cubicBezTo>
                <a:moveTo>
                  <a:pt x="10800" y="20618"/>
                </a:moveTo>
                <a:cubicBezTo>
                  <a:pt x="5378" y="20618"/>
                  <a:pt x="982" y="16222"/>
                  <a:pt x="982" y="10800"/>
                </a:cubicBezTo>
                <a:cubicBezTo>
                  <a:pt x="982" y="5377"/>
                  <a:pt x="5378" y="982"/>
                  <a:pt x="10800" y="982"/>
                </a:cubicBezTo>
                <a:cubicBezTo>
                  <a:pt x="16223" y="982"/>
                  <a:pt x="20618" y="5377"/>
                  <a:pt x="20618" y="10800"/>
                </a:cubicBezTo>
                <a:cubicBezTo>
                  <a:pt x="20618" y="16222"/>
                  <a:pt x="16223" y="20618"/>
                  <a:pt x="10800" y="20618"/>
                </a:cubicBezTo>
                <a:moveTo>
                  <a:pt x="10800" y="0"/>
                </a:moveTo>
                <a:cubicBezTo>
                  <a:pt x="4836" y="0"/>
                  <a:pt x="0" y="4835"/>
                  <a:pt x="0" y="10800"/>
                </a:cubicBezTo>
                <a:cubicBezTo>
                  <a:pt x="0" y="16765"/>
                  <a:pt x="4836" y="21600"/>
                  <a:pt x="10800" y="21600"/>
                </a:cubicBezTo>
                <a:cubicBezTo>
                  <a:pt x="16764" y="21600"/>
                  <a:pt x="21600" y="16765"/>
                  <a:pt x="21600" y="10800"/>
                </a:cubicBezTo>
                <a:cubicBezTo>
                  <a:pt x="21600" y="4835"/>
                  <a:pt x="16764" y="0"/>
                  <a:pt x="10800" y="0"/>
                </a:cubicBezTo>
                <a:moveTo>
                  <a:pt x="8836" y="13745"/>
                </a:moveTo>
                <a:lnTo>
                  <a:pt x="7855" y="13745"/>
                </a:lnTo>
                <a:lnTo>
                  <a:pt x="7855" y="7855"/>
                </a:lnTo>
                <a:lnTo>
                  <a:pt x="8836" y="7855"/>
                </a:lnTo>
                <a:cubicBezTo>
                  <a:pt x="8836" y="7855"/>
                  <a:pt x="8836" y="13745"/>
                  <a:pt x="8836" y="13745"/>
                </a:cubicBezTo>
                <a:close/>
                <a:moveTo>
                  <a:pt x="9327" y="6873"/>
                </a:moveTo>
                <a:lnTo>
                  <a:pt x="7364" y="6873"/>
                </a:lnTo>
                <a:cubicBezTo>
                  <a:pt x="7093" y="6873"/>
                  <a:pt x="6873" y="7092"/>
                  <a:pt x="6873" y="7364"/>
                </a:cubicBezTo>
                <a:lnTo>
                  <a:pt x="6873" y="14236"/>
                </a:lnTo>
                <a:cubicBezTo>
                  <a:pt x="6873" y="14508"/>
                  <a:pt x="7093" y="14727"/>
                  <a:pt x="7364" y="14727"/>
                </a:cubicBezTo>
                <a:lnTo>
                  <a:pt x="9327" y="14727"/>
                </a:lnTo>
                <a:cubicBezTo>
                  <a:pt x="9598" y="14727"/>
                  <a:pt x="9818" y="14508"/>
                  <a:pt x="9818" y="14236"/>
                </a:cubicBezTo>
                <a:lnTo>
                  <a:pt x="9818" y="7364"/>
                </a:lnTo>
                <a:cubicBezTo>
                  <a:pt x="9818" y="7092"/>
                  <a:pt x="9598" y="6873"/>
                  <a:pt x="9327" y="6873"/>
                </a:cubicBezTo>
              </a:path>
            </a:pathLst>
          </a:custGeom>
          <a:solidFill>
            <a:schemeClr val="tx1"/>
          </a:solidFill>
          <a:ln w="12700">
            <a:miter lim="400000"/>
          </a:ln>
        </p:spPr>
        <p:txBody>
          <a:bodyPr lIns="14284" tIns="14284" rIns="14284" bIns="14284" anchor="ctr"/>
          <a:lstStyle/>
          <a:p>
            <a:pPr defTabSz="171399" eaLnBrk="1" hangingPunct="1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1125">
              <a:solidFill>
                <a:srgbClr val="FFFFFF"/>
              </a:solidFill>
              <a:effectLst>
                <a:outerShdw blurRad="38100" dist="12700" dir="5400000" rotWithShape="0">
                  <a:srgbClr val="000000">
                    <a:alpha val="50000"/>
                  </a:srgbClr>
                </a:outerShdw>
              </a:effectLst>
              <a:latin typeface="Gill Sans"/>
              <a:ea typeface="Calibri" charset="0"/>
              <a:cs typeface="Calibri" charset="0"/>
              <a:sym typeface="Gill Sans"/>
            </a:endParaRPr>
          </a:p>
        </p:txBody>
      </p:sp>
      <p:sp>
        <p:nvSpPr>
          <p:cNvPr id="200" name="Shape 2710"/>
          <p:cNvSpPr/>
          <p:nvPr userDrawn="1"/>
        </p:nvSpPr>
        <p:spPr>
          <a:xfrm>
            <a:off x="5702928" y="5792666"/>
            <a:ext cx="209550" cy="209550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3745" y="13745"/>
                </a:moveTo>
                <a:lnTo>
                  <a:pt x="7855" y="13745"/>
                </a:lnTo>
                <a:lnTo>
                  <a:pt x="7855" y="7855"/>
                </a:lnTo>
                <a:lnTo>
                  <a:pt x="13745" y="7855"/>
                </a:lnTo>
                <a:cubicBezTo>
                  <a:pt x="13745" y="7855"/>
                  <a:pt x="13745" y="13745"/>
                  <a:pt x="13745" y="13745"/>
                </a:cubicBezTo>
                <a:close/>
                <a:moveTo>
                  <a:pt x="14236" y="6873"/>
                </a:moveTo>
                <a:lnTo>
                  <a:pt x="7364" y="6873"/>
                </a:lnTo>
                <a:cubicBezTo>
                  <a:pt x="7093" y="6873"/>
                  <a:pt x="6873" y="7092"/>
                  <a:pt x="6873" y="7364"/>
                </a:cubicBezTo>
                <a:lnTo>
                  <a:pt x="6873" y="14236"/>
                </a:lnTo>
                <a:cubicBezTo>
                  <a:pt x="6873" y="14508"/>
                  <a:pt x="7093" y="14727"/>
                  <a:pt x="7364" y="14727"/>
                </a:cubicBezTo>
                <a:lnTo>
                  <a:pt x="14236" y="14727"/>
                </a:lnTo>
                <a:cubicBezTo>
                  <a:pt x="14507" y="14727"/>
                  <a:pt x="14727" y="14508"/>
                  <a:pt x="14727" y="14236"/>
                </a:cubicBezTo>
                <a:lnTo>
                  <a:pt x="14727" y="7364"/>
                </a:lnTo>
                <a:cubicBezTo>
                  <a:pt x="14727" y="7092"/>
                  <a:pt x="14507" y="6873"/>
                  <a:pt x="14236" y="6873"/>
                </a:cubicBezTo>
                <a:moveTo>
                  <a:pt x="10800" y="20618"/>
                </a:moveTo>
                <a:cubicBezTo>
                  <a:pt x="5378" y="20618"/>
                  <a:pt x="982" y="16222"/>
                  <a:pt x="982" y="10800"/>
                </a:cubicBezTo>
                <a:cubicBezTo>
                  <a:pt x="982" y="5377"/>
                  <a:pt x="5378" y="982"/>
                  <a:pt x="10800" y="982"/>
                </a:cubicBezTo>
                <a:cubicBezTo>
                  <a:pt x="16223" y="982"/>
                  <a:pt x="20618" y="5377"/>
                  <a:pt x="20618" y="10800"/>
                </a:cubicBezTo>
                <a:cubicBezTo>
                  <a:pt x="20618" y="16222"/>
                  <a:pt x="16223" y="20618"/>
                  <a:pt x="10800" y="20618"/>
                </a:cubicBezTo>
                <a:moveTo>
                  <a:pt x="10800" y="0"/>
                </a:moveTo>
                <a:cubicBezTo>
                  <a:pt x="4836" y="0"/>
                  <a:pt x="0" y="4835"/>
                  <a:pt x="0" y="10800"/>
                </a:cubicBezTo>
                <a:cubicBezTo>
                  <a:pt x="0" y="16765"/>
                  <a:pt x="4836" y="21600"/>
                  <a:pt x="10800" y="21600"/>
                </a:cubicBezTo>
                <a:cubicBezTo>
                  <a:pt x="16764" y="21600"/>
                  <a:pt x="21600" y="16765"/>
                  <a:pt x="21600" y="10800"/>
                </a:cubicBezTo>
                <a:cubicBezTo>
                  <a:pt x="21600" y="4835"/>
                  <a:pt x="16764" y="0"/>
                  <a:pt x="10800" y="0"/>
                </a:cubicBezTo>
              </a:path>
            </a:pathLst>
          </a:custGeom>
          <a:solidFill>
            <a:schemeClr val="tx1"/>
          </a:solidFill>
          <a:ln w="12700">
            <a:miter lim="400000"/>
          </a:ln>
        </p:spPr>
        <p:txBody>
          <a:bodyPr lIns="14284" tIns="14284" rIns="14284" bIns="14284" anchor="ctr"/>
          <a:lstStyle/>
          <a:p>
            <a:pPr defTabSz="171399" eaLnBrk="1" hangingPunct="1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1125">
              <a:solidFill>
                <a:srgbClr val="FFFFFF"/>
              </a:solidFill>
              <a:effectLst>
                <a:outerShdw blurRad="38100" dist="12700" dir="5400000" rotWithShape="0">
                  <a:srgbClr val="000000">
                    <a:alpha val="50000"/>
                  </a:srgbClr>
                </a:outerShdw>
              </a:effectLst>
              <a:latin typeface="Gill Sans"/>
              <a:ea typeface="Calibri" charset="0"/>
              <a:cs typeface="Calibri" charset="0"/>
              <a:sym typeface="Gill Sans"/>
            </a:endParaRPr>
          </a:p>
        </p:txBody>
      </p:sp>
      <p:sp>
        <p:nvSpPr>
          <p:cNvPr id="201" name="Shape 2688"/>
          <p:cNvSpPr/>
          <p:nvPr userDrawn="1"/>
        </p:nvSpPr>
        <p:spPr>
          <a:xfrm>
            <a:off x="6549777" y="1744874"/>
            <a:ext cx="209550" cy="209550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20618" y="10309"/>
                </a:moveTo>
                <a:cubicBezTo>
                  <a:pt x="20618" y="10851"/>
                  <a:pt x="20178" y="11291"/>
                  <a:pt x="19636" y="11291"/>
                </a:cubicBezTo>
                <a:lnTo>
                  <a:pt x="19636" y="7364"/>
                </a:lnTo>
                <a:cubicBezTo>
                  <a:pt x="20178" y="7364"/>
                  <a:pt x="20618" y="7804"/>
                  <a:pt x="20618" y="8345"/>
                </a:cubicBezTo>
                <a:cubicBezTo>
                  <a:pt x="20618" y="8345"/>
                  <a:pt x="20618" y="10309"/>
                  <a:pt x="20618" y="10309"/>
                </a:cubicBezTo>
                <a:close/>
                <a:moveTo>
                  <a:pt x="18655" y="17182"/>
                </a:moveTo>
                <a:cubicBezTo>
                  <a:pt x="18655" y="17453"/>
                  <a:pt x="18434" y="17673"/>
                  <a:pt x="18164" y="17673"/>
                </a:cubicBezTo>
                <a:cubicBezTo>
                  <a:pt x="17893" y="17673"/>
                  <a:pt x="17673" y="17453"/>
                  <a:pt x="17673" y="17182"/>
                </a:cubicBezTo>
                <a:lnTo>
                  <a:pt x="17673" y="1473"/>
                </a:lnTo>
                <a:cubicBezTo>
                  <a:pt x="17673" y="1202"/>
                  <a:pt x="17893" y="982"/>
                  <a:pt x="18164" y="982"/>
                </a:cubicBezTo>
                <a:cubicBezTo>
                  <a:pt x="18434" y="982"/>
                  <a:pt x="18655" y="1202"/>
                  <a:pt x="18655" y="1473"/>
                </a:cubicBezTo>
                <a:cubicBezTo>
                  <a:pt x="18655" y="1473"/>
                  <a:pt x="18655" y="17182"/>
                  <a:pt x="18655" y="17182"/>
                </a:cubicBezTo>
                <a:close/>
                <a:moveTo>
                  <a:pt x="16691" y="15788"/>
                </a:moveTo>
                <a:lnTo>
                  <a:pt x="2945" y="11745"/>
                </a:lnTo>
                <a:lnTo>
                  <a:pt x="2945" y="6910"/>
                </a:lnTo>
                <a:lnTo>
                  <a:pt x="16691" y="2867"/>
                </a:lnTo>
                <a:cubicBezTo>
                  <a:pt x="16691" y="2867"/>
                  <a:pt x="16691" y="15788"/>
                  <a:pt x="16691" y="15788"/>
                </a:cubicBezTo>
                <a:close/>
                <a:moveTo>
                  <a:pt x="8251" y="18655"/>
                </a:moveTo>
                <a:lnTo>
                  <a:pt x="5357" y="18655"/>
                </a:lnTo>
                <a:lnTo>
                  <a:pt x="4126" y="13116"/>
                </a:lnTo>
                <a:lnTo>
                  <a:pt x="7167" y="14010"/>
                </a:lnTo>
                <a:cubicBezTo>
                  <a:pt x="7167" y="14010"/>
                  <a:pt x="8251" y="18655"/>
                  <a:pt x="8251" y="18655"/>
                </a:cubicBezTo>
                <a:close/>
                <a:moveTo>
                  <a:pt x="8709" y="20618"/>
                </a:moveTo>
                <a:lnTo>
                  <a:pt x="5794" y="20618"/>
                </a:lnTo>
                <a:lnTo>
                  <a:pt x="5576" y="19636"/>
                </a:lnTo>
                <a:lnTo>
                  <a:pt x="8479" y="19636"/>
                </a:lnTo>
                <a:cubicBezTo>
                  <a:pt x="8479" y="19636"/>
                  <a:pt x="8709" y="20618"/>
                  <a:pt x="8709" y="20618"/>
                </a:cubicBezTo>
                <a:close/>
                <a:moveTo>
                  <a:pt x="1964" y="11782"/>
                </a:moveTo>
                <a:lnTo>
                  <a:pt x="982" y="11782"/>
                </a:lnTo>
                <a:lnTo>
                  <a:pt x="982" y="6873"/>
                </a:lnTo>
                <a:lnTo>
                  <a:pt x="1964" y="6873"/>
                </a:lnTo>
                <a:cubicBezTo>
                  <a:pt x="1964" y="6873"/>
                  <a:pt x="1964" y="11782"/>
                  <a:pt x="1964" y="11782"/>
                </a:cubicBezTo>
                <a:close/>
                <a:moveTo>
                  <a:pt x="19636" y="6382"/>
                </a:moveTo>
                <a:lnTo>
                  <a:pt x="19636" y="1473"/>
                </a:lnTo>
                <a:cubicBezTo>
                  <a:pt x="19636" y="659"/>
                  <a:pt x="18977" y="0"/>
                  <a:pt x="18164" y="0"/>
                </a:cubicBezTo>
                <a:cubicBezTo>
                  <a:pt x="17350" y="0"/>
                  <a:pt x="16691" y="659"/>
                  <a:pt x="16691" y="1473"/>
                </a:cubicBezTo>
                <a:lnTo>
                  <a:pt x="16691" y="1844"/>
                </a:lnTo>
                <a:lnTo>
                  <a:pt x="2459" y="6029"/>
                </a:lnTo>
                <a:cubicBezTo>
                  <a:pt x="2313" y="5944"/>
                  <a:pt x="2145" y="5891"/>
                  <a:pt x="1964" y="5891"/>
                </a:cubicBezTo>
                <a:lnTo>
                  <a:pt x="982" y="5891"/>
                </a:lnTo>
                <a:cubicBezTo>
                  <a:pt x="440" y="5891"/>
                  <a:pt x="0" y="6331"/>
                  <a:pt x="0" y="6873"/>
                </a:cubicBezTo>
                <a:lnTo>
                  <a:pt x="0" y="11782"/>
                </a:lnTo>
                <a:cubicBezTo>
                  <a:pt x="0" y="12324"/>
                  <a:pt x="440" y="12764"/>
                  <a:pt x="982" y="12764"/>
                </a:cubicBezTo>
                <a:lnTo>
                  <a:pt x="1964" y="12764"/>
                </a:lnTo>
                <a:cubicBezTo>
                  <a:pt x="2145" y="12764"/>
                  <a:pt x="2313" y="12711"/>
                  <a:pt x="2458" y="12626"/>
                </a:cubicBezTo>
                <a:lnTo>
                  <a:pt x="3050" y="12799"/>
                </a:lnTo>
                <a:lnTo>
                  <a:pt x="4921" y="21216"/>
                </a:lnTo>
                <a:lnTo>
                  <a:pt x="4930" y="21214"/>
                </a:lnTo>
                <a:cubicBezTo>
                  <a:pt x="4979" y="21433"/>
                  <a:pt x="5166" y="21600"/>
                  <a:pt x="5400" y="21600"/>
                </a:cubicBezTo>
                <a:lnTo>
                  <a:pt x="9327" y="21600"/>
                </a:lnTo>
                <a:cubicBezTo>
                  <a:pt x="9598" y="21600"/>
                  <a:pt x="9818" y="21381"/>
                  <a:pt x="9818" y="21109"/>
                </a:cubicBezTo>
                <a:cubicBezTo>
                  <a:pt x="9818" y="21072"/>
                  <a:pt x="9805" y="21039"/>
                  <a:pt x="9797" y="21005"/>
                </a:cubicBezTo>
                <a:lnTo>
                  <a:pt x="9806" y="21003"/>
                </a:lnTo>
                <a:lnTo>
                  <a:pt x="8249" y="14329"/>
                </a:lnTo>
                <a:lnTo>
                  <a:pt x="16691" y="16811"/>
                </a:lnTo>
                <a:lnTo>
                  <a:pt x="16691" y="17182"/>
                </a:lnTo>
                <a:cubicBezTo>
                  <a:pt x="16691" y="17995"/>
                  <a:pt x="17350" y="18655"/>
                  <a:pt x="18164" y="18655"/>
                </a:cubicBezTo>
                <a:cubicBezTo>
                  <a:pt x="18977" y="18655"/>
                  <a:pt x="19636" y="17995"/>
                  <a:pt x="19636" y="17182"/>
                </a:cubicBezTo>
                <a:lnTo>
                  <a:pt x="19636" y="12273"/>
                </a:lnTo>
                <a:cubicBezTo>
                  <a:pt x="20721" y="12273"/>
                  <a:pt x="21600" y="11394"/>
                  <a:pt x="21600" y="10309"/>
                </a:cubicBezTo>
                <a:lnTo>
                  <a:pt x="21600" y="8345"/>
                </a:lnTo>
                <a:cubicBezTo>
                  <a:pt x="21600" y="7261"/>
                  <a:pt x="20721" y="6382"/>
                  <a:pt x="19636" y="6382"/>
                </a:cubicBezTo>
              </a:path>
            </a:pathLst>
          </a:custGeom>
          <a:solidFill>
            <a:schemeClr val="tx1"/>
          </a:solidFill>
          <a:ln w="12700">
            <a:miter lim="400000"/>
          </a:ln>
        </p:spPr>
        <p:txBody>
          <a:bodyPr lIns="14284" tIns="14284" rIns="14284" bIns="14284" anchor="ctr"/>
          <a:lstStyle/>
          <a:p>
            <a:pPr defTabSz="171399" eaLnBrk="1" hangingPunct="1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1125">
              <a:solidFill>
                <a:srgbClr val="FFFFFF"/>
              </a:solidFill>
              <a:effectLst>
                <a:outerShdw blurRad="38100" dist="12700" dir="5400000" rotWithShape="0">
                  <a:srgbClr val="000000">
                    <a:alpha val="50000"/>
                  </a:srgbClr>
                </a:outerShdw>
              </a:effectLst>
              <a:latin typeface="Gill Sans"/>
              <a:ea typeface="Calibri" charset="0"/>
              <a:cs typeface="Calibri" charset="0"/>
              <a:sym typeface="Gill Sans"/>
            </a:endParaRPr>
          </a:p>
        </p:txBody>
      </p:sp>
      <p:sp>
        <p:nvSpPr>
          <p:cNvPr id="202" name="TextBox 201"/>
          <p:cNvSpPr txBox="1"/>
          <p:nvPr userDrawn="1"/>
        </p:nvSpPr>
        <p:spPr>
          <a:xfrm>
            <a:off x="4691786" y="6313661"/>
            <a:ext cx="1957587" cy="44159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800" dirty="0" smtClean="0"/>
              <a:t>아이콘 색상 변경 가능 </a:t>
            </a:r>
            <a:r>
              <a:rPr lang="en-US" altLang="ko-KR" sz="800" dirty="0" smtClean="0"/>
              <a:t>– </a:t>
            </a:r>
            <a:r>
              <a:rPr lang="ko-KR" altLang="en-US" sz="800" smtClean="0"/>
              <a:t>도형채우기</a:t>
            </a:r>
            <a:endParaRPr lang="en-US" altLang="ko-KR" sz="800" dirty="0" smtClean="0"/>
          </a:p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800" dirty="0" smtClean="0"/>
              <a:t>이미지 확대 가능 </a:t>
            </a:r>
            <a:r>
              <a:rPr lang="en-US" altLang="ko-KR" sz="800" dirty="0" smtClean="0"/>
              <a:t>- </a:t>
            </a:r>
            <a:r>
              <a:rPr lang="ko-KR" altLang="en-US" sz="800"/>
              <a:t>벡터 이미지 </a:t>
            </a:r>
          </a:p>
        </p:txBody>
      </p:sp>
      <p:sp>
        <p:nvSpPr>
          <p:cNvPr id="203" name="Freeform 106"/>
          <p:cNvSpPr>
            <a:spLocks noEditPoints="1"/>
          </p:cNvSpPr>
          <p:nvPr userDrawn="1"/>
        </p:nvSpPr>
        <p:spPr bwMode="auto">
          <a:xfrm>
            <a:off x="8357746" y="5756342"/>
            <a:ext cx="297632" cy="234332"/>
          </a:xfrm>
          <a:custGeom>
            <a:avLst/>
            <a:gdLst>
              <a:gd name="T0" fmla="*/ 2147483646 w 64"/>
              <a:gd name="T1" fmla="*/ 2147483646 h 55"/>
              <a:gd name="T2" fmla="*/ 2147483646 w 64"/>
              <a:gd name="T3" fmla="*/ 2147483646 h 55"/>
              <a:gd name="T4" fmla="*/ 2147483646 w 64"/>
              <a:gd name="T5" fmla="*/ 2147483646 h 55"/>
              <a:gd name="T6" fmla="*/ 2147483646 w 64"/>
              <a:gd name="T7" fmla="*/ 2147483646 h 55"/>
              <a:gd name="T8" fmla="*/ 2147483646 w 64"/>
              <a:gd name="T9" fmla="*/ 2147483646 h 55"/>
              <a:gd name="T10" fmla="*/ 2147483646 w 64"/>
              <a:gd name="T11" fmla="*/ 2147483646 h 55"/>
              <a:gd name="T12" fmla="*/ 2147483646 w 64"/>
              <a:gd name="T13" fmla="*/ 2147483646 h 55"/>
              <a:gd name="T14" fmla="*/ 2147483646 w 64"/>
              <a:gd name="T15" fmla="*/ 2147483646 h 55"/>
              <a:gd name="T16" fmla="*/ 2147483646 w 64"/>
              <a:gd name="T17" fmla="*/ 2147483646 h 55"/>
              <a:gd name="T18" fmla="*/ 0 w 64"/>
              <a:gd name="T19" fmla="*/ 2147483646 h 55"/>
              <a:gd name="T20" fmla="*/ 0 w 64"/>
              <a:gd name="T21" fmla="*/ 2147483646 h 55"/>
              <a:gd name="T22" fmla="*/ 2147483646 w 64"/>
              <a:gd name="T23" fmla="*/ 2147483646 h 55"/>
              <a:gd name="T24" fmla="*/ 2147483646 w 64"/>
              <a:gd name="T25" fmla="*/ 2147483646 h 55"/>
              <a:gd name="T26" fmla="*/ 2147483646 w 64"/>
              <a:gd name="T27" fmla="*/ 2147483646 h 55"/>
              <a:gd name="T28" fmla="*/ 2147483646 w 64"/>
              <a:gd name="T29" fmla="*/ 2147483646 h 55"/>
              <a:gd name="T30" fmla="*/ 2147483646 w 64"/>
              <a:gd name="T31" fmla="*/ 0 h 55"/>
              <a:gd name="T32" fmla="*/ 2147483646 w 64"/>
              <a:gd name="T33" fmla="*/ 2147483646 h 55"/>
              <a:gd name="T34" fmla="*/ 2147483646 w 64"/>
              <a:gd name="T35" fmla="*/ 2147483646 h 55"/>
              <a:gd name="T36" fmla="*/ 2147483646 w 64"/>
              <a:gd name="T37" fmla="*/ 2147483646 h 55"/>
              <a:gd name="T38" fmla="*/ 2147483646 w 64"/>
              <a:gd name="T39" fmla="*/ 2147483646 h 55"/>
              <a:gd name="T40" fmla="*/ 2147483646 w 64"/>
              <a:gd name="T41" fmla="*/ 2147483646 h 55"/>
              <a:gd name="T42" fmla="*/ 2147483646 w 64"/>
              <a:gd name="T43" fmla="*/ 2147483646 h 55"/>
              <a:gd name="T44" fmla="*/ 2147483646 w 64"/>
              <a:gd name="T45" fmla="*/ 2147483646 h 55"/>
              <a:gd name="T46" fmla="*/ 2147483646 w 64"/>
              <a:gd name="T47" fmla="*/ 2147483646 h 55"/>
              <a:gd name="T48" fmla="*/ 2147483646 w 64"/>
              <a:gd name="T49" fmla="*/ 2147483646 h 55"/>
              <a:gd name="T50" fmla="*/ 2147483646 w 64"/>
              <a:gd name="T51" fmla="*/ 2147483646 h 55"/>
              <a:gd name="T52" fmla="*/ 2147483646 w 64"/>
              <a:gd name="T53" fmla="*/ 2147483646 h 55"/>
              <a:gd name="T54" fmla="*/ 2147483646 w 64"/>
              <a:gd name="T55" fmla="*/ 2147483646 h 55"/>
              <a:gd name="T56" fmla="*/ 2147483646 w 64"/>
              <a:gd name="T57" fmla="*/ 2147483646 h 55"/>
              <a:gd name="T58" fmla="*/ 2147483646 w 64"/>
              <a:gd name="T59" fmla="*/ 2147483646 h 55"/>
              <a:gd name="T60" fmla="*/ 2147483646 w 64"/>
              <a:gd name="T61" fmla="*/ 2147483646 h 55"/>
              <a:gd name="T62" fmla="*/ 2147483646 w 64"/>
              <a:gd name="T63" fmla="*/ 2147483646 h 55"/>
              <a:gd name="T64" fmla="*/ 2147483646 w 64"/>
              <a:gd name="T65" fmla="*/ 2147483646 h 55"/>
              <a:gd name="T66" fmla="*/ 2147483646 w 64"/>
              <a:gd name="T67" fmla="*/ 2147483646 h 55"/>
              <a:gd name="T68" fmla="*/ 2147483646 w 64"/>
              <a:gd name="T69" fmla="*/ 2147483646 h 55"/>
              <a:gd name="T70" fmla="*/ 2147483646 w 64"/>
              <a:gd name="T71" fmla="*/ 2147483646 h 55"/>
              <a:gd name="T72" fmla="*/ 2147483646 w 64"/>
              <a:gd name="T73" fmla="*/ 2147483646 h 55"/>
              <a:gd name="T74" fmla="*/ 2147483646 w 64"/>
              <a:gd name="T75" fmla="*/ 2147483646 h 55"/>
              <a:gd name="T76" fmla="*/ 2147483646 w 64"/>
              <a:gd name="T77" fmla="*/ 2147483646 h 55"/>
              <a:gd name="T78" fmla="*/ 2147483646 w 64"/>
              <a:gd name="T79" fmla="*/ 2147483646 h 55"/>
              <a:gd name="T80" fmla="*/ 2147483646 w 64"/>
              <a:gd name="T81" fmla="*/ 2147483646 h 55"/>
              <a:gd name="T82" fmla="*/ 2147483646 w 64"/>
              <a:gd name="T83" fmla="*/ 2147483646 h 55"/>
              <a:gd name="T84" fmla="*/ 2147483646 w 64"/>
              <a:gd name="T85" fmla="*/ 2147483646 h 55"/>
              <a:gd name="T86" fmla="*/ 2147483646 w 64"/>
              <a:gd name="T87" fmla="*/ 2147483646 h 55"/>
              <a:gd name="T88" fmla="*/ 2147483646 w 64"/>
              <a:gd name="T89" fmla="*/ 2147483646 h 55"/>
              <a:gd name="T90" fmla="*/ 2147483646 w 64"/>
              <a:gd name="T91" fmla="*/ 2147483646 h 55"/>
              <a:gd name="T92" fmla="*/ 2147483646 w 64"/>
              <a:gd name="T93" fmla="*/ 2147483646 h 55"/>
              <a:gd name="T94" fmla="*/ 0 60000 65536"/>
              <a:gd name="T95" fmla="*/ 0 60000 65536"/>
              <a:gd name="T96" fmla="*/ 0 60000 65536"/>
              <a:gd name="T97" fmla="*/ 0 60000 65536"/>
              <a:gd name="T98" fmla="*/ 0 60000 65536"/>
              <a:gd name="T99" fmla="*/ 0 60000 65536"/>
              <a:gd name="T100" fmla="*/ 0 60000 65536"/>
              <a:gd name="T101" fmla="*/ 0 60000 65536"/>
              <a:gd name="T102" fmla="*/ 0 60000 65536"/>
              <a:gd name="T103" fmla="*/ 0 60000 65536"/>
              <a:gd name="T104" fmla="*/ 0 60000 65536"/>
              <a:gd name="T105" fmla="*/ 0 60000 65536"/>
              <a:gd name="T106" fmla="*/ 0 60000 65536"/>
              <a:gd name="T107" fmla="*/ 0 60000 65536"/>
              <a:gd name="T108" fmla="*/ 0 60000 65536"/>
              <a:gd name="T109" fmla="*/ 0 60000 65536"/>
              <a:gd name="T110" fmla="*/ 0 60000 65536"/>
              <a:gd name="T111" fmla="*/ 0 60000 65536"/>
              <a:gd name="T112" fmla="*/ 0 60000 65536"/>
              <a:gd name="T113" fmla="*/ 0 60000 65536"/>
              <a:gd name="T114" fmla="*/ 0 60000 65536"/>
              <a:gd name="T115" fmla="*/ 0 60000 65536"/>
              <a:gd name="T116" fmla="*/ 0 60000 65536"/>
              <a:gd name="T117" fmla="*/ 0 60000 65536"/>
              <a:gd name="T118" fmla="*/ 0 60000 65536"/>
              <a:gd name="T119" fmla="*/ 0 60000 65536"/>
              <a:gd name="T120" fmla="*/ 0 60000 65536"/>
              <a:gd name="T121" fmla="*/ 0 60000 65536"/>
              <a:gd name="T122" fmla="*/ 0 60000 65536"/>
              <a:gd name="T123" fmla="*/ 0 60000 65536"/>
              <a:gd name="T124" fmla="*/ 0 60000 65536"/>
              <a:gd name="T125" fmla="*/ 0 60000 65536"/>
              <a:gd name="T126" fmla="*/ 0 60000 65536"/>
              <a:gd name="T127" fmla="*/ 0 60000 65536"/>
              <a:gd name="T128" fmla="*/ 0 60000 65536"/>
              <a:gd name="T129" fmla="*/ 0 60000 65536"/>
              <a:gd name="T130" fmla="*/ 0 60000 65536"/>
              <a:gd name="T131" fmla="*/ 0 60000 65536"/>
              <a:gd name="T132" fmla="*/ 0 60000 65536"/>
              <a:gd name="T133" fmla="*/ 0 60000 65536"/>
              <a:gd name="T134" fmla="*/ 0 60000 65536"/>
              <a:gd name="T135" fmla="*/ 0 60000 65536"/>
              <a:gd name="T136" fmla="*/ 0 60000 65536"/>
              <a:gd name="T137" fmla="*/ 0 60000 65536"/>
              <a:gd name="T138" fmla="*/ 0 60000 65536"/>
              <a:gd name="T139" fmla="*/ 0 60000 65536"/>
              <a:gd name="T140" fmla="*/ 0 60000 65536"/>
            </a:gdLst>
            <a:ahLst/>
            <a:cxnLst>
              <a:cxn ang="T94">
                <a:pos x="T0" y="T1"/>
              </a:cxn>
              <a:cxn ang="T95">
                <a:pos x="T2" y="T3"/>
              </a:cxn>
              <a:cxn ang="T96">
                <a:pos x="T4" y="T5"/>
              </a:cxn>
              <a:cxn ang="T97">
                <a:pos x="T6" y="T7"/>
              </a:cxn>
              <a:cxn ang="T98">
                <a:pos x="T8" y="T9"/>
              </a:cxn>
              <a:cxn ang="T99">
                <a:pos x="T10" y="T11"/>
              </a:cxn>
              <a:cxn ang="T100">
                <a:pos x="T12" y="T13"/>
              </a:cxn>
              <a:cxn ang="T101">
                <a:pos x="T14" y="T15"/>
              </a:cxn>
              <a:cxn ang="T102">
                <a:pos x="T16" y="T17"/>
              </a:cxn>
              <a:cxn ang="T103">
                <a:pos x="T18" y="T19"/>
              </a:cxn>
              <a:cxn ang="T104">
                <a:pos x="T20" y="T21"/>
              </a:cxn>
              <a:cxn ang="T105">
                <a:pos x="T22" y="T23"/>
              </a:cxn>
              <a:cxn ang="T106">
                <a:pos x="T24" y="T25"/>
              </a:cxn>
              <a:cxn ang="T107">
                <a:pos x="T26" y="T27"/>
              </a:cxn>
              <a:cxn ang="T108">
                <a:pos x="T28" y="T29"/>
              </a:cxn>
              <a:cxn ang="T109">
                <a:pos x="T30" y="T31"/>
              </a:cxn>
              <a:cxn ang="T110">
                <a:pos x="T32" y="T33"/>
              </a:cxn>
              <a:cxn ang="T111">
                <a:pos x="T34" y="T35"/>
              </a:cxn>
              <a:cxn ang="T112">
                <a:pos x="T36" y="T37"/>
              </a:cxn>
              <a:cxn ang="T113">
                <a:pos x="T38" y="T39"/>
              </a:cxn>
              <a:cxn ang="T114">
                <a:pos x="T40" y="T41"/>
              </a:cxn>
              <a:cxn ang="T115">
                <a:pos x="T42" y="T43"/>
              </a:cxn>
              <a:cxn ang="T116">
                <a:pos x="T44" y="T45"/>
              </a:cxn>
              <a:cxn ang="T117">
                <a:pos x="T46" y="T47"/>
              </a:cxn>
              <a:cxn ang="T118">
                <a:pos x="T48" y="T49"/>
              </a:cxn>
              <a:cxn ang="T119">
                <a:pos x="T50" y="T51"/>
              </a:cxn>
              <a:cxn ang="T120">
                <a:pos x="T52" y="T53"/>
              </a:cxn>
              <a:cxn ang="T121">
                <a:pos x="T54" y="T55"/>
              </a:cxn>
              <a:cxn ang="T122">
                <a:pos x="T56" y="T57"/>
              </a:cxn>
              <a:cxn ang="T123">
                <a:pos x="T58" y="T59"/>
              </a:cxn>
              <a:cxn ang="T124">
                <a:pos x="T60" y="T61"/>
              </a:cxn>
              <a:cxn ang="T125">
                <a:pos x="T62" y="T63"/>
              </a:cxn>
              <a:cxn ang="T126">
                <a:pos x="T64" y="T65"/>
              </a:cxn>
              <a:cxn ang="T127">
                <a:pos x="T66" y="T67"/>
              </a:cxn>
              <a:cxn ang="T128">
                <a:pos x="T68" y="T69"/>
              </a:cxn>
              <a:cxn ang="T129">
                <a:pos x="T70" y="T71"/>
              </a:cxn>
              <a:cxn ang="T130">
                <a:pos x="T72" y="T73"/>
              </a:cxn>
              <a:cxn ang="T131">
                <a:pos x="T74" y="T75"/>
              </a:cxn>
              <a:cxn ang="T132">
                <a:pos x="T76" y="T77"/>
              </a:cxn>
              <a:cxn ang="T133">
                <a:pos x="T78" y="T79"/>
              </a:cxn>
              <a:cxn ang="T134">
                <a:pos x="T80" y="T81"/>
              </a:cxn>
              <a:cxn ang="T135">
                <a:pos x="T82" y="T83"/>
              </a:cxn>
              <a:cxn ang="T136">
                <a:pos x="T84" y="T85"/>
              </a:cxn>
              <a:cxn ang="T137">
                <a:pos x="T86" y="T87"/>
              </a:cxn>
              <a:cxn ang="T138">
                <a:pos x="T88" y="T89"/>
              </a:cxn>
              <a:cxn ang="T139">
                <a:pos x="T90" y="T91"/>
              </a:cxn>
              <a:cxn ang="T140">
                <a:pos x="T92" y="T93"/>
              </a:cxn>
            </a:cxnLst>
            <a:rect l="0" t="0" r="r" b="b"/>
            <a:pathLst>
              <a:path w="64" h="55">
                <a:moveTo>
                  <a:pt x="55" y="32"/>
                </a:moveTo>
                <a:cubicBezTo>
                  <a:pt x="49" y="32"/>
                  <a:pt x="49" y="32"/>
                  <a:pt x="49" y="32"/>
                </a:cubicBezTo>
                <a:cubicBezTo>
                  <a:pt x="48" y="33"/>
                  <a:pt x="48" y="35"/>
                  <a:pt x="47" y="36"/>
                </a:cubicBezTo>
                <a:cubicBezTo>
                  <a:pt x="47" y="36"/>
                  <a:pt x="47" y="37"/>
                  <a:pt x="47" y="38"/>
                </a:cubicBezTo>
                <a:cubicBezTo>
                  <a:pt x="47" y="40"/>
                  <a:pt x="47" y="42"/>
                  <a:pt x="45" y="44"/>
                </a:cubicBezTo>
                <a:cubicBezTo>
                  <a:pt x="45" y="51"/>
                  <a:pt x="41" y="55"/>
                  <a:pt x="34" y="55"/>
                </a:cubicBezTo>
                <a:cubicBezTo>
                  <a:pt x="30" y="55"/>
                  <a:pt x="26" y="53"/>
                  <a:pt x="23" y="52"/>
                </a:cubicBezTo>
                <a:cubicBezTo>
                  <a:pt x="20" y="51"/>
                  <a:pt x="17" y="50"/>
                  <a:pt x="15" y="50"/>
                </a:cubicBezTo>
                <a:cubicBezTo>
                  <a:pt x="4" y="50"/>
                  <a:pt x="4" y="50"/>
                  <a:pt x="4" y="50"/>
                </a:cubicBezTo>
                <a:cubicBezTo>
                  <a:pt x="2" y="50"/>
                  <a:pt x="0" y="48"/>
                  <a:pt x="0" y="45"/>
                </a:cubicBezTo>
                <a:cubicBezTo>
                  <a:pt x="0" y="23"/>
                  <a:pt x="0" y="23"/>
                  <a:pt x="0" y="23"/>
                </a:cubicBezTo>
                <a:cubicBezTo>
                  <a:pt x="0" y="20"/>
                  <a:pt x="2" y="18"/>
                  <a:pt x="4" y="18"/>
                </a:cubicBezTo>
                <a:cubicBezTo>
                  <a:pt x="15" y="18"/>
                  <a:pt x="15" y="18"/>
                  <a:pt x="15" y="18"/>
                </a:cubicBezTo>
                <a:cubicBezTo>
                  <a:pt x="16" y="18"/>
                  <a:pt x="19" y="15"/>
                  <a:pt x="20" y="14"/>
                </a:cubicBezTo>
                <a:cubicBezTo>
                  <a:pt x="21" y="12"/>
                  <a:pt x="22" y="11"/>
                  <a:pt x="23" y="9"/>
                </a:cubicBezTo>
                <a:cubicBezTo>
                  <a:pt x="25" y="6"/>
                  <a:pt x="27" y="0"/>
                  <a:pt x="32" y="0"/>
                </a:cubicBezTo>
                <a:cubicBezTo>
                  <a:pt x="37" y="0"/>
                  <a:pt x="42" y="3"/>
                  <a:pt x="42" y="9"/>
                </a:cubicBezTo>
                <a:cubicBezTo>
                  <a:pt x="42" y="10"/>
                  <a:pt x="42" y="12"/>
                  <a:pt x="41" y="13"/>
                </a:cubicBezTo>
                <a:cubicBezTo>
                  <a:pt x="55" y="13"/>
                  <a:pt x="55" y="13"/>
                  <a:pt x="55" y="13"/>
                </a:cubicBezTo>
                <a:cubicBezTo>
                  <a:pt x="60" y="13"/>
                  <a:pt x="64" y="18"/>
                  <a:pt x="64" y="23"/>
                </a:cubicBezTo>
                <a:cubicBezTo>
                  <a:pt x="64" y="28"/>
                  <a:pt x="60" y="32"/>
                  <a:pt x="55" y="32"/>
                </a:cubicBezTo>
                <a:close/>
                <a:moveTo>
                  <a:pt x="7" y="41"/>
                </a:moveTo>
                <a:cubicBezTo>
                  <a:pt x="5" y="41"/>
                  <a:pt x="4" y="42"/>
                  <a:pt x="4" y="43"/>
                </a:cubicBezTo>
                <a:cubicBezTo>
                  <a:pt x="4" y="44"/>
                  <a:pt x="5" y="45"/>
                  <a:pt x="7" y="45"/>
                </a:cubicBezTo>
                <a:cubicBezTo>
                  <a:pt x="8" y="45"/>
                  <a:pt x="9" y="44"/>
                  <a:pt x="9" y="43"/>
                </a:cubicBezTo>
                <a:cubicBezTo>
                  <a:pt x="9" y="42"/>
                  <a:pt x="8" y="41"/>
                  <a:pt x="7" y="41"/>
                </a:cubicBezTo>
                <a:close/>
                <a:moveTo>
                  <a:pt x="55" y="18"/>
                </a:moveTo>
                <a:cubicBezTo>
                  <a:pt x="34" y="18"/>
                  <a:pt x="34" y="18"/>
                  <a:pt x="34" y="18"/>
                </a:cubicBezTo>
                <a:cubicBezTo>
                  <a:pt x="34" y="16"/>
                  <a:pt x="37" y="13"/>
                  <a:pt x="37" y="9"/>
                </a:cubicBezTo>
                <a:cubicBezTo>
                  <a:pt x="37" y="5"/>
                  <a:pt x="35" y="4"/>
                  <a:pt x="32" y="4"/>
                </a:cubicBezTo>
                <a:cubicBezTo>
                  <a:pt x="31" y="4"/>
                  <a:pt x="29" y="8"/>
                  <a:pt x="29" y="9"/>
                </a:cubicBezTo>
                <a:cubicBezTo>
                  <a:pt x="28" y="10"/>
                  <a:pt x="28" y="11"/>
                  <a:pt x="27" y="12"/>
                </a:cubicBezTo>
                <a:cubicBezTo>
                  <a:pt x="26" y="13"/>
                  <a:pt x="25" y="15"/>
                  <a:pt x="23" y="17"/>
                </a:cubicBezTo>
                <a:cubicBezTo>
                  <a:pt x="21" y="19"/>
                  <a:pt x="18" y="23"/>
                  <a:pt x="15" y="23"/>
                </a:cubicBezTo>
                <a:cubicBezTo>
                  <a:pt x="13" y="23"/>
                  <a:pt x="13" y="23"/>
                  <a:pt x="13" y="23"/>
                </a:cubicBezTo>
                <a:cubicBezTo>
                  <a:pt x="13" y="45"/>
                  <a:pt x="13" y="45"/>
                  <a:pt x="13" y="45"/>
                </a:cubicBezTo>
                <a:cubicBezTo>
                  <a:pt x="15" y="45"/>
                  <a:pt x="15" y="45"/>
                  <a:pt x="15" y="45"/>
                </a:cubicBezTo>
                <a:cubicBezTo>
                  <a:pt x="21" y="45"/>
                  <a:pt x="27" y="50"/>
                  <a:pt x="34" y="50"/>
                </a:cubicBezTo>
                <a:cubicBezTo>
                  <a:pt x="38" y="50"/>
                  <a:pt x="41" y="48"/>
                  <a:pt x="41" y="44"/>
                </a:cubicBezTo>
                <a:cubicBezTo>
                  <a:pt x="41" y="43"/>
                  <a:pt x="41" y="43"/>
                  <a:pt x="40" y="42"/>
                </a:cubicBezTo>
                <a:cubicBezTo>
                  <a:pt x="42" y="41"/>
                  <a:pt x="43" y="39"/>
                  <a:pt x="43" y="38"/>
                </a:cubicBezTo>
                <a:cubicBezTo>
                  <a:pt x="43" y="37"/>
                  <a:pt x="43" y="36"/>
                  <a:pt x="42" y="35"/>
                </a:cubicBezTo>
                <a:cubicBezTo>
                  <a:pt x="43" y="34"/>
                  <a:pt x="44" y="33"/>
                  <a:pt x="44" y="31"/>
                </a:cubicBezTo>
                <a:cubicBezTo>
                  <a:pt x="44" y="30"/>
                  <a:pt x="44" y="28"/>
                  <a:pt x="43" y="27"/>
                </a:cubicBezTo>
                <a:cubicBezTo>
                  <a:pt x="55" y="27"/>
                  <a:pt x="55" y="27"/>
                  <a:pt x="55" y="27"/>
                </a:cubicBezTo>
                <a:cubicBezTo>
                  <a:pt x="57" y="27"/>
                  <a:pt x="59" y="25"/>
                  <a:pt x="59" y="23"/>
                </a:cubicBezTo>
                <a:cubicBezTo>
                  <a:pt x="59" y="20"/>
                  <a:pt x="57" y="18"/>
                  <a:pt x="55" y="18"/>
                </a:cubicBezTo>
                <a:close/>
              </a:path>
            </a:pathLst>
          </a:custGeom>
          <a:solidFill>
            <a:schemeClr val="tx1"/>
          </a:solidFill>
          <a:ln>
            <a:noFill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04" name="Freeform 8"/>
          <p:cNvSpPr>
            <a:spLocks/>
          </p:cNvSpPr>
          <p:nvPr userDrawn="1"/>
        </p:nvSpPr>
        <p:spPr bwMode="auto">
          <a:xfrm>
            <a:off x="8737107" y="5733720"/>
            <a:ext cx="276105" cy="273259"/>
          </a:xfrm>
          <a:custGeom>
            <a:avLst/>
            <a:gdLst>
              <a:gd name="T0" fmla="*/ 2147483646 w 120"/>
              <a:gd name="T1" fmla="*/ 2147483646 h 119"/>
              <a:gd name="T2" fmla="*/ 2147483646 w 120"/>
              <a:gd name="T3" fmla="*/ 2147483646 h 119"/>
              <a:gd name="T4" fmla="*/ 2147483646 w 120"/>
              <a:gd name="T5" fmla="*/ 2147483646 h 119"/>
              <a:gd name="T6" fmla="*/ 2147483646 w 120"/>
              <a:gd name="T7" fmla="*/ 2147483646 h 119"/>
              <a:gd name="T8" fmla="*/ 2147483646 w 120"/>
              <a:gd name="T9" fmla="*/ 2147483646 h 119"/>
              <a:gd name="T10" fmla="*/ 2147483646 w 120"/>
              <a:gd name="T11" fmla="*/ 2147483646 h 119"/>
              <a:gd name="T12" fmla="*/ 2147483646 w 120"/>
              <a:gd name="T13" fmla="*/ 2147483646 h 119"/>
              <a:gd name="T14" fmla="*/ 2147483646 w 120"/>
              <a:gd name="T15" fmla="*/ 2147483646 h 119"/>
              <a:gd name="T16" fmla="*/ 2147483646 w 120"/>
              <a:gd name="T17" fmla="*/ 2147483646 h 119"/>
              <a:gd name="T18" fmla="*/ 2147483646 w 120"/>
              <a:gd name="T19" fmla="*/ 2147483646 h 119"/>
              <a:gd name="T20" fmla="*/ 2147483646 w 120"/>
              <a:gd name="T21" fmla="*/ 2147483646 h 119"/>
              <a:gd name="T22" fmla="*/ 2147483646 w 120"/>
              <a:gd name="T23" fmla="*/ 2147483646 h 119"/>
              <a:gd name="T24" fmla="*/ 2147483646 w 120"/>
              <a:gd name="T25" fmla="*/ 2147483646 h 119"/>
              <a:gd name="T26" fmla="*/ 2147483646 w 120"/>
              <a:gd name="T27" fmla="*/ 2147483646 h 119"/>
              <a:gd name="T28" fmla="*/ 2147483646 w 120"/>
              <a:gd name="T29" fmla="*/ 2147483646 h 119"/>
              <a:gd name="T30" fmla="*/ 2147483646 w 120"/>
              <a:gd name="T31" fmla="*/ 2147483646 h 119"/>
              <a:gd name="T32" fmla="*/ 2147483646 w 120"/>
              <a:gd name="T33" fmla="*/ 2147483646 h 119"/>
              <a:gd name="T34" fmla="*/ 2147483646 w 120"/>
              <a:gd name="T35" fmla="*/ 2147483646 h 119"/>
              <a:gd name="T36" fmla="*/ 2147483646 w 120"/>
              <a:gd name="T37" fmla="*/ 2147483646 h 119"/>
              <a:gd name="T38" fmla="*/ 2147483646 w 120"/>
              <a:gd name="T39" fmla="*/ 2147483646 h 119"/>
              <a:gd name="T40" fmla="*/ 2147483646 w 120"/>
              <a:gd name="T41" fmla="*/ 2147483646 h 119"/>
              <a:gd name="T42" fmla="*/ 2147483646 w 120"/>
              <a:gd name="T43" fmla="*/ 2147483646 h 119"/>
              <a:gd name="T44" fmla="*/ 0 60000 65536"/>
              <a:gd name="T45" fmla="*/ 0 60000 65536"/>
              <a:gd name="T46" fmla="*/ 0 60000 65536"/>
              <a:gd name="T47" fmla="*/ 0 60000 65536"/>
              <a:gd name="T48" fmla="*/ 0 60000 65536"/>
              <a:gd name="T49" fmla="*/ 0 60000 65536"/>
              <a:gd name="T50" fmla="*/ 0 60000 65536"/>
              <a:gd name="T51" fmla="*/ 0 60000 65536"/>
              <a:gd name="T52" fmla="*/ 0 60000 65536"/>
              <a:gd name="T53" fmla="*/ 0 60000 65536"/>
              <a:gd name="T54" fmla="*/ 0 60000 65536"/>
              <a:gd name="T55" fmla="*/ 0 60000 65536"/>
              <a:gd name="T56" fmla="*/ 0 60000 65536"/>
              <a:gd name="T57" fmla="*/ 0 60000 65536"/>
              <a:gd name="T58" fmla="*/ 0 60000 65536"/>
              <a:gd name="T59" fmla="*/ 0 60000 65536"/>
              <a:gd name="T60" fmla="*/ 0 60000 65536"/>
              <a:gd name="T61" fmla="*/ 0 60000 65536"/>
              <a:gd name="T62" fmla="*/ 0 60000 65536"/>
              <a:gd name="T63" fmla="*/ 0 60000 65536"/>
              <a:gd name="T64" fmla="*/ 0 60000 65536"/>
              <a:gd name="T65" fmla="*/ 0 60000 65536"/>
            </a:gdLst>
            <a:ahLst/>
            <a:cxnLst>
              <a:cxn ang="T44">
                <a:pos x="T0" y="T1"/>
              </a:cxn>
              <a:cxn ang="T45">
                <a:pos x="T2" y="T3"/>
              </a:cxn>
              <a:cxn ang="T46">
                <a:pos x="T4" y="T5"/>
              </a:cxn>
              <a:cxn ang="T47">
                <a:pos x="T6" y="T7"/>
              </a:cxn>
              <a:cxn ang="T48">
                <a:pos x="T8" y="T9"/>
              </a:cxn>
              <a:cxn ang="T49">
                <a:pos x="T10" y="T11"/>
              </a:cxn>
              <a:cxn ang="T50">
                <a:pos x="T12" y="T13"/>
              </a:cxn>
              <a:cxn ang="T51">
                <a:pos x="T14" y="T15"/>
              </a:cxn>
              <a:cxn ang="T52">
                <a:pos x="T16" y="T17"/>
              </a:cxn>
              <a:cxn ang="T53">
                <a:pos x="T18" y="T19"/>
              </a:cxn>
              <a:cxn ang="T54">
                <a:pos x="T20" y="T21"/>
              </a:cxn>
              <a:cxn ang="T55">
                <a:pos x="T22" y="T23"/>
              </a:cxn>
              <a:cxn ang="T56">
                <a:pos x="T24" y="T25"/>
              </a:cxn>
              <a:cxn ang="T57">
                <a:pos x="T26" y="T27"/>
              </a:cxn>
              <a:cxn ang="T58">
                <a:pos x="T28" y="T29"/>
              </a:cxn>
              <a:cxn ang="T59">
                <a:pos x="T30" y="T31"/>
              </a:cxn>
              <a:cxn ang="T60">
                <a:pos x="T32" y="T33"/>
              </a:cxn>
              <a:cxn ang="T61">
                <a:pos x="T34" y="T35"/>
              </a:cxn>
              <a:cxn ang="T62">
                <a:pos x="T36" y="T37"/>
              </a:cxn>
              <a:cxn ang="T63">
                <a:pos x="T38" y="T39"/>
              </a:cxn>
              <a:cxn ang="T64">
                <a:pos x="T40" y="T41"/>
              </a:cxn>
              <a:cxn ang="T65">
                <a:pos x="T42" y="T43"/>
              </a:cxn>
            </a:cxnLst>
            <a:rect l="0" t="0" r="r" b="b"/>
            <a:pathLst>
              <a:path w="120" h="119">
                <a:moveTo>
                  <a:pt x="39" y="119"/>
                </a:moveTo>
                <a:cubicBezTo>
                  <a:pt x="89" y="119"/>
                  <a:pt x="89" y="119"/>
                  <a:pt x="89" y="119"/>
                </a:cubicBezTo>
                <a:cubicBezTo>
                  <a:pt x="89" y="119"/>
                  <a:pt x="109" y="68"/>
                  <a:pt x="114" y="52"/>
                </a:cubicBezTo>
                <a:cubicBezTo>
                  <a:pt x="120" y="36"/>
                  <a:pt x="106" y="32"/>
                  <a:pt x="100" y="47"/>
                </a:cubicBezTo>
                <a:cubicBezTo>
                  <a:pt x="96" y="58"/>
                  <a:pt x="94" y="60"/>
                  <a:pt x="94" y="60"/>
                </a:cubicBezTo>
                <a:cubicBezTo>
                  <a:pt x="94" y="60"/>
                  <a:pt x="88" y="60"/>
                  <a:pt x="89" y="53"/>
                </a:cubicBezTo>
                <a:cubicBezTo>
                  <a:pt x="90" y="45"/>
                  <a:pt x="92" y="34"/>
                  <a:pt x="94" y="18"/>
                </a:cubicBezTo>
                <a:cubicBezTo>
                  <a:pt x="96" y="8"/>
                  <a:pt x="80" y="7"/>
                  <a:pt x="79" y="15"/>
                </a:cubicBezTo>
                <a:cubicBezTo>
                  <a:pt x="78" y="23"/>
                  <a:pt x="75" y="45"/>
                  <a:pt x="74" y="50"/>
                </a:cubicBezTo>
                <a:cubicBezTo>
                  <a:pt x="73" y="55"/>
                  <a:pt x="67" y="59"/>
                  <a:pt x="66" y="47"/>
                </a:cubicBezTo>
                <a:cubicBezTo>
                  <a:pt x="66" y="39"/>
                  <a:pt x="65" y="27"/>
                  <a:pt x="65" y="11"/>
                </a:cubicBezTo>
                <a:cubicBezTo>
                  <a:pt x="65" y="0"/>
                  <a:pt x="48" y="1"/>
                  <a:pt x="48" y="11"/>
                </a:cubicBezTo>
                <a:cubicBezTo>
                  <a:pt x="48" y="18"/>
                  <a:pt x="49" y="46"/>
                  <a:pt x="49" y="52"/>
                </a:cubicBezTo>
                <a:cubicBezTo>
                  <a:pt x="49" y="57"/>
                  <a:pt x="46" y="59"/>
                  <a:pt x="43" y="51"/>
                </a:cubicBezTo>
                <a:cubicBezTo>
                  <a:pt x="39" y="43"/>
                  <a:pt x="35" y="34"/>
                  <a:pt x="32" y="26"/>
                </a:cubicBezTo>
                <a:cubicBezTo>
                  <a:pt x="27" y="14"/>
                  <a:pt x="13" y="22"/>
                  <a:pt x="16" y="30"/>
                </a:cubicBezTo>
                <a:cubicBezTo>
                  <a:pt x="19" y="37"/>
                  <a:pt x="26" y="53"/>
                  <a:pt x="31" y="66"/>
                </a:cubicBezTo>
                <a:cubicBezTo>
                  <a:pt x="34" y="72"/>
                  <a:pt x="37" y="84"/>
                  <a:pt x="29" y="78"/>
                </a:cubicBezTo>
                <a:cubicBezTo>
                  <a:pt x="23" y="73"/>
                  <a:pt x="21" y="69"/>
                  <a:pt x="14" y="64"/>
                </a:cubicBezTo>
                <a:cubicBezTo>
                  <a:pt x="7" y="60"/>
                  <a:pt x="0" y="69"/>
                  <a:pt x="3" y="73"/>
                </a:cubicBezTo>
                <a:cubicBezTo>
                  <a:pt x="9" y="80"/>
                  <a:pt x="19" y="91"/>
                  <a:pt x="26" y="102"/>
                </a:cubicBezTo>
                <a:cubicBezTo>
                  <a:pt x="31" y="110"/>
                  <a:pt x="39" y="119"/>
                  <a:pt x="39" y="119"/>
                </a:cubicBezTo>
                <a:close/>
              </a:path>
            </a:pathLst>
          </a:custGeom>
          <a:solidFill>
            <a:schemeClr val="tx1"/>
          </a:solidFill>
          <a:ln>
            <a:noFill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05" name="Freeform 53"/>
          <p:cNvSpPr>
            <a:spLocks noEditPoints="1"/>
          </p:cNvSpPr>
          <p:nvPr userDrawn="1"/>
        </p:nvSpPr>
        <p:spPr bwMode="auto">
          <a:xfrm>
            <a:off x="9131078" y="5756342"/>
            <a:ext cx="222188" cy="250638"/>
          </a:xfrm>
          <a:custGeom>
            <a:avLst/>
            <a:gdLst>
              <a:gd name="T0" fmla="*/ 0 w 103"/>
              <a:gd name="T1" fmla="*/ 2147483646 h 116"/>
              <a:gd name="T2" fmla="*/ 0 w 103"/>
              <a:gd name="T3" fmla="*/ 2147483646 h 116"/>
              <a:gd name="T4" fmla="*/ 2147483646 w 103"/>
              <a:gd name="T5" fmla="*/ 2147483646 h 116"/>
              <a:gd name="T6" fmla="*/ 2147483646 w 103"/>
              <a:gd name="T7" fmla="*/ 2147483646 h 116"/>
              <a:gd name="T8" fmla="*/ 2147483646 w 103"/>
              <a:gd name="T9" fmla="*/ 2147483646 h 116"/>
              <a:gd name="T10" fmla="*/ 2147483646 w 103"/>
              <a:gd name="T11" fmla="*/ 2147483646 h 116"/>
              <a:gd name="T12" fmla="*/ 2147483646 w 103"/>
              <a:gd name="T13" fmla="*/ 2147483646 h 116"/>
              <a:gd name="T14" fmla="*/ 2147483646 w 103"/>
              <a:gd name="T15" fmla="*/ 2147483646 h 116"/>
              <a:gd name="T16" fmla="*/ 2147483646 w 103"/>
              <a:gd name="T17" fmla="*/ 2147483646 h 116"/>
              <a:gd name="T18" fmla="*/ 2147483646 w 103"/>
              <a:gd name="T19" fmla="*/ 2147483646 h 116"/>
              <a:gd name="T20" fmla="*/ 2147483646 w 103"/>
              <a:gd name="T21" fmla="*/ 2147483646 h 116"/>
              <a:gd name="T22" fmla="*/ 2147483646 w 103"/>
              <a:gd name="T23" fmla="*/ 2147483646 h 116"/>
              <a:gd name="T24" fmla="*/ 2147483646 w 103"/>
              <a:gd name="T25" fmla="*/ 2147483646 h 116"/>
              <a:gd name="T26" fmla="*/ 2147483646 w 103"/>
              <a:gd name="T27" fmla="*/ 0 h 116"/>
              <a:gd name="T28" fmla="*/ 2147483646 w 103"/>
              <a:gd name="T29" fmla="*/ 0 h 116"/>
              <a:gd name="T30" fmla="*/ 2147483646 w 103"/>
              <a:gd name="T31" fmla="*/ 2147483646 h 116"/>
              <a:gd name="T32" fmla="*/ 2147483646 w 103"/>
              <a:gd name="T33" fmla="*/ 2147483646 h 116"/>
              <a:gd name="T34" fmla="*/ 2147483646 w 103"/>
              <a:gd name="T35" fmla="*/ 2147483646 h 116"/>
              <a:gd name="T36" fmla="*/ 2147483646 w 103"/>
              <a:gd name="T37" fmla="*/ 2147483646 h 116"/>
              <a:gd name="T38" fmla="*/ 2147483646 w 103"/>
              <a:gd name="T39" fmla="*/ 2147483646 h 116"/>
              <a:gd name="T40" fmla="*/ 0 w 103"/>
              <a:gd name="T41" fmla="*/ 2147483646 h 116"/>
              <a:gd name="T42" fmla="*/ 2147483646 w 103"/>
              <a:gd name="T43" fmla="*/ 2147483646 h 116"/>
              <a:gd name="T44" fmla="*/ 2147483646 w 103"/>
              <a:gd name="T45" fmla="*/ 2147483646 h 116"/>
              <a:gd name="T46" fmla="*/ 2147483646 w 103"/>
              <a:gd name="T47" fmla="*/ 2147483646 h 116"/>
              <a:gd name="T48" fmla="*/ 2147483646 w 103"/>
              <a:gd name="T49" fmla="*/ 2147483646 h 116"/>
              <a:gd name="T50" fmla="*/ 2147483646 w 103"/>
              <a:gd name="T51" fmla="*/ 2147483646 h 116"/>
              <a:gd name="T52" fmla="*/ 2147483646 w 103"/>
              <a:gd name="T53" fmla="*/ 2147483646 h 116"/>
              <a:gd name="T54" fmla="*/ 2147483646 w 103"/>
              <a:gd name="T55" fmla="*/ 2147483646 h 116"/>
              <a:gd name="T56" fmla="*/ 2147483646 w 103"/>
              <a:gd name="T57" fmla="*/ 2147483646 h 116"/>
              <a:gd name="T58" fmla="*/ 2147483646 w 103"/>
              <a:gd name="T59" fmla="*/ 2147483646 h 116"/>
              <a:gd name="T60" fmla="*/ 2147483646 w 103"/>
              <a:gd name="T61" fmla="*/ 2147483646 h 116"/>
              <a:gd name="T62" fmla="*/ 2147483646 w 103"/>
              <a:gd name="T63" fmla="*/ 2147483646 h 116"/>
              <a:gd name="T64" fmla="*/ 2147483646 w 103"/>
              <a:gd name="T65" fmla="*/ 2147483646 h 116"/>
              <a:gd name="T66" fmla="*/ 2147483646 w 103"/>
              <a:gd name="T67" fmla="*/ 2147483646 h 116"/>
              <a:gd name="T68" fmla="*/ 2147483646 w 103"/>
              <a:gd name="T69" fmla="*/ 2147483646 h 116"/>
              <a:gd name="T70" fmla="*/ 2147483646 w 103"/>
              <a:gd name="T71" fmla="*/ 2147483646 h 116"/>
              <a:gd name="T72" fmla="*/ 2147483646 w 103"/>
              <a:gd name="T73" fmla="*/ 2147483646 h 116"/>
              <a:gd name="T74" fmla="*/ 2147483646 w 103"/>
              <a:gd name="T75" fmla="*/ 2147483646 h 116"/>
              <a:gd name="T76" fmla="*/ 2147483646 w 103"/>
              <a:gd name="T77" fmla="*/ 2147483646 h 116"/>
              <a:gd name="T78" fmla="*/ 2147483646 w 103"/>
              <a:gd name="T79" fmla="*/ 2147483646 h 116"/>
              <a:gd name="T80" fmla="*/ 2147483646 w 103"/>
              <a:gd name="T81" fmla="*/ 2147483646 h 116"/>
              <a:gd name="T82" fmla="*/ 2147483646 w 103"/>
              <a:gd name="T83" fmla="*/ 2147483646 h 116"/>
              <a:gd name="T84" fmla="*/ 2147483646 w 103"/>
              <a:gd name="T85" fmla="*/ 2147483646 h 116"/>
              <a:gd name="T86" fmla="*/ 2147483646 w 103"/>
              <a:gd name="T87" fmla="*/ 2147483646 h 116"/>
              <a:gd name="T88" fmla="*/ 2147483646 w 103"/>
              <a:gd name="T89" fmla="*/ 2147483646 h 116"/>
              <a:gd name="T90" fmla="*/ 2147483646 w 103"/>
              <a:gd name="T91" fmla="*/ 2147483646 h 116"/>
              <a:gd name="T92" fmla="*/ 2147483646 w 103"/>
              <a:gd name="T93" fmla="*/ 2147483646 h 116"/>
              <a:gd name="T94" fmla="*/ 2147483646 w 103"/>
              <a:gd name="T95" fmla="*/ 2147483646 h 116"/>
              <a:gd name="T96" fmla="*/ 2147483646 w 103"/>
              <a:gd name="T97" fmla="*/ 2147483646 h 116"/>
              <a:gd name="T98" fmla="*/ 2147483646 w 103"/>
              <a:gd name="T99" fmla="*/ 2147483646 h 116"/>
              <a:gd name="T100" fmla="*/ 2147483646 w 103"/>
              <a:gd name="T101" fmla="*/ 2147483646 h 116"/>
              <a:gd name="T102" fmla="*/ 2147483646 w 103"/>
              <a:gd name="T103" fmla="*/ 2147483646 h 116"/>
              <a:gd name="T104" fmla="*/ 2147483646 w 103"/>
              <a:gd name="T105" fmla="*/ 2147483646 h 116"/>
              <a:gd name="T106" fmla="*/ 2147483646 w 103"/>
              <a:gd name="T107" fmla="*/ 2147483646 h 116"/>
              <a:gd name="T108" fmla="*/ 2147483646 w 103"/>
              <a:gd name="T109" fmla="*/ 2147483646 h 116"/>
              <a:gd name="T110" fmla="*/ 2147483646 w 103"/>
              <a:gd name="T111" fmla="*/ 2147483646 h 116"/>
              <a:gd name="T112" fmla="*/ 2147483646 w 103"/>
              <a:gd name="T113" fmla="*/ 2147483646 h 116"/>
              <a:gd name="T114" fmla="*/ 2147483646 w 103"/>
              <a:gd name="T115" fmla="*/ 2147483646 h 116"/>
              <a:gd name="T116" fmla="*/ 0 60000 65536"/>
              <a:gd name="T117" fmla="*/ 0 60000 65536"/>
              <a:gd name="T118" fmla="*/ 0 60000 65536"/>
              <a:gd name="T119" fmla="*/ 0 60000 65536"/>
              <a:gd name="T120" fmla="*/ 0 60000 65536"/>
              <a:gd name="T121" fmla="*/ 0 60000 65536"/>
              <a:gd name="T122" fmla="*/ 0 60000 65536"/>
              <a:gd name="T123" fmla="*/ 0 60000 65536"/>
              <a:gd name="T124" fmla="*/ 0 60000 65536"/>
              <a:gd name="T125" fmla="*/ 0 60000 65536"/>
              <a:gd name="T126" fmla="*/ 0 60000 65536"/>
              <a:gd name="T127" fmla="*/ 0 60000 65536"/>
              <a:gd name="T128" fmla="*/ 0 60000 65536"/>
              <a:gd name="T129" fmla="*/ 0 60000 65536"/>
              <a:gd name="T130" fmla="*/ 0 60000 65536"/>
              <a:gd name="T131" fmla="*/ 0 60000 65536"/>
              <a:gd name="T132" fmla="*/ 0 60000 65536"/>
              <a:gd name="T133" fmla="*/ 0 60000 65536"/>
              <a:gd name="T134" fmla="*/ 0 60000 65536"/>
              <a:gd name="T135" fmla="*/ 0 60000 65536"/>
              <a:gd name="T136" fmla="*/ 0 60000 65536"/>
              <a:gd name="T137" fmla="*/ 0 60000 65536"/>
              <a:gd name="T138" fmla="*/ 0 60000 65536"/>
              <a:gd name="T139" fmla="*/ 0 60000 65536"/>
              <a:gd name="T140" fmla="*/ 0 60000 65536"/>
              <a:gd name="T141" fmla="*/ 0 60000 65536"/>
              <a:gd name="T142" fmla="*/ 0 60000 65536"/>
              <a:gd name="T143" fmla="*/ 0 60000 65536"/>
              <a:gd name="T144" fmla="*/ 0 60000 65536"/>
              <a:gd name="T145" fmla="*/ 0 60000 65536"/>
              <a:gd name="T146" fmla="*/ 0 60000 65536"/>
              <a:gd name="T147" fmla="*/ 0 60000 65536"/>
              <a:gd name="T148" fmla="*/ 0 60000 65536"/>
              <a:gd name="T149" fmla="*/ 0 60000 65536"/>
              <a:gd name="T150" fmla="*/ 0 60000 65536"/>
              <a:gd name="T151" fmla="*/ 0 60000 65536"/>
              <a:gd name="T152" fmla="*/ 0 60000 65536"/>
              <a:gd name="T153" fmla="*/ 0 60000 65536"/>
              <a:gd name="T154" fmla="*/ 0 60000 65536"/>
              <a:gd name="T155" fmla="*/ 0 60000 65536"/>
              <a:gd name="T156" fmla="*/ 0 60000 65536"/>
              <a:gd name="T157" fmla="*/ 0 60000 65536"/>
              <a:gd name="T158" fmla="*/ 0 60000 65536"/>
              <a:gd name="T159" fmla="*/ 0 60000 65536"/>
              <a:gd name="T160" fmla="*/ 0 60000 65536"/>
              <a:gd name="T161" fmla="*/ 0 60000 65536"/>
              <a:gd name="T162" fmla="*/ 0 60000 65536"/>
              <a:gd name="T163" fmla="*/ 0 60000 65536"/>
              <a:gd name="T164" fmla="*/ 0 60000 65536"/>
              <a:gd name="T165" fmla="*/ 0 60000 65536"/>
              <a:gd name="T166" fmla="*/ 0 60000 65536"/>
              <a:gd name="T167" fmla="*/ 0 60000 65536"/>
              <a:gd name="T168" fmla="*/ 0 60000 65536"/>
              <a:gd name="T169" fmla="*/ 0 60000 65536"/>
              <a:gd name="T170" fmla="*/ 0 60000 65536"/>
              <a:gd name="T171" fmla="*/ 0 60000 65536"/>
              <a:gd name="T172" fmla="*/ 0 60000 65536"/>
              <a:gd name="T173" fmla="*/ 0 60000 65536"/>
            </a:gdLst>
            <a:ahLst/>
            <a:cxnLst>
              <a:cxn ang="T116">
                <a:pos x="T0" y="T1"/>
              </a:cxn>
              <a:cxn ang="T117">
                <a:pos x="T2" y="T3"/>
              </a:cxn>
              <a:cxn ang="T118">
                <a:pos x="T4" y="T5"/>
              </a:cxn>
              <a:cxn ang="T119">
                <a:pos x="T6" y="T7"/>
              </a:cxn>
              <a:cxn ang="T120">
                <a:pos x="T8" y="T9"/>
              </a:cxn>
              <a:cxn ang="T121">
                <a:pos x="T10" y="T11"/>
              </a:cxn>
              <a:cxn ang="T122">
                <a:pos x="T12" y="T13"/>
              </a:cxn>
              <a:cxn ang="T123">
                <a:pos x="T14" y="T15"/>
              </a:cxn>
              <a:cxn ang="T124">
                <a:pos x="T16" y="T17"/>
              </a:cxn>
              <a:cxn ang="T125">
                <a:pos x="T18" y="T19"/>
              </a:cxn>
              <a:cxn ang="T126">
                <a:pos x="T20" y="T21"/>
              </a:cxn>
              <a:cxn ang="T127">
                <a:pos x="T22" y="T23"/>
              </a:cxn>
              <a:cxn ang="T128">
                <a:pos x="T24" y="T25"/>
              </a:cxn>
              <a:cxn ang="T129">
                <a:pos x="T26" y="T27"/>
              </a:cxn>
              <a:cxn ang="T130">
                <a:pos x="T28" y="T29"/>
              </a:cxn>
              <a:cxn ang="T131">
                <a:pos x="T30" y="T31"/>
              </a:cxn>
              <a:cxn ang="T132">
                <a:pos x="T32" y="T33"/>
              </a:cxn>
              <a:cxn ang="T133">
                <a:pos x="T34" y="T35"/>
              </a:cxn>
              <a:cxn ang="T134">
                <a:pos x="T36" y="T37"/>
              </a:cxn>
              <a:cxn ang="T135">
                <a:pos x="T38" y="T39"/>
              </a:cxn>
              <a:cxn ang="T136">
                <a:pos x="T40" y="T41"/>
              </a:cxn>
              <a:cxn ang="T137">
                <a:pos x="T42" y="T43"/>
              </a:cxn>
              <a:cxn ang="T138">
                <a:pos x="T44" y="T45"/>
              </a:cxn>
              <a:cxn ang="T139">
                <a:pos x="T46" y="T47"/>
              </a:cxn>
              <a:cxn ang="T140">
                <a:pos x="T48" y="T49"/>
              </a:cxn>
              <a:cxn ang="T141">
                <a:pos x="T50" y="T51"/>
              </a:cxn>
              <a:cxn ang="T142">
                <a:pos x="T52" y="T53"/>
              </a:cxn>
              <a:cxn ang="T143">
                <a:pos x="T54" y="T55"/>
              </a:cxn>
              <a:cxn ang="T144">
                <a:pos x="T56" y="T57"/>
              </a:cxn>
              <a:cxn ang="T145">
                <a:pos x="T58" y="T59"/>
              </a:cxn>
              <a:cxn ang="T146">
                <a:pos x="T60" y="T61"/>
              </a:cxn>
              <a:cxn ang="T147">
                <a:pos x="T62" y="T63"/>
              </a:cxn>
              <a:cxn ang="T148">
                <a:pos x="T64" y="T65"/>
              </a:cxn>
              <a:cxn ang="T149">
                <a:pos x="T66" y="T67"/>
              </a:cxn>
              <a:cxn ang="T150">
                <a:pos x="T68" y="T69"/>
              </a:cxn>
              <a:cxn ang="T151">
                <a:pos x="T70" y="T71"/>
              </a:cxn>
              <a:cxn ang="T152">
                <a:pos x="T72" y="T73"/>
              </a:cxn>
              <a:cxn ang="T153">
                <a:pos x="T74" y="T75"/>
              </a:cxn>
              <a:cxn ang="T154">
                <a:pos x="T76" y="T77"/>
              </a:cxn>
              <a:cxn ang="T155">
                <a:pos x="T78" y="T79"/>
              </a:cxn>
              <a:cxn ang="T156">
                <a:pos x="T80" y="T81"/>
              </a:cxn>
              <a:cxn ang="T157">
                <a:pos x="T82" y="T83"/>
              </a:cxn>
              <a:cxn ang="T158">
                <a:pos x="T84" y="T85"/>
              </a:cxn>
              <a:cxn ang="T159">
                <a:pos x="T86" y="T87"/>
              </a:cxn>
              <a:cxn ang="T160">
                <a:pos x="T88" y="T89"/>
              </a:cxn>
              <a:cxn ang="T161">
                <a:pos x="T90" y="T91"/>
              </a:cxn>
              <a:cxn ang="T162">
                <a:pos x="T92" y="T93"/>
              </a:cxn>
              <a:cxn ang="T163">
                <a:pos x="T94" y="T95"/>
              </a:cxn>
              <a:cxn ang="T164">
                <a:pos x="T96" y="T97"/>
              </a:cxn>
              <a:cxn ang="T165">
                <a:pos x="T98" y="T99"/>
              </a:cxn>
              <a:cxn ang="T166">
                <a:pos x="T100" y="T101"/>
              </a:cxn>
              <a:cxn ang="T167">
                <a:pos x="T102" y="T103"/>
              </a:cxn>
              <a:cxn ang="T168">
                <a:pos x="T104" y="T105"/>
              </a:cxn>
              <a:cxn ang="T169">
                <a:pos x="T106" y="T107"/>
              </a:cxn>
              <a:cxn ang="T170">
                <a:pos x="T108" y="T109"/>
              </a:cxn>
              <a:cxn ang="T171">
                <a:pos x="T110" y="T111"/>
              </a:cxn>
              <a:cxn ang="T172">
                <a:pos x="T112" y="T113"/>
              </a:cxn>
              <a:cxn ang="T173">
                <a:pos x="T114" y="T115"/>
              </a:cxn>
            </a:cxnLst>
            <a:rect l="0" t="0" r="r" b="b"/>
            <a:pathLst>
              <a:path w="103" h="116">
                <a:moveTo>
                  <a:pt x="0" y="29"/>
                </a:moveTo>
                <a:cubicBezTo>
                  <a:pt x="0" y="87"/>
                  <a:pt x="0" y="87"/>
                  <a:pt x="0" y="87"/>
                </a:cubicBezTo>
                <a:cubicBezTo>
                  <a:pt x="0" y="101"/>
                  <a:pt x="0" y="116"/>
                  <a:pt x="22" y="116"/>
                </a:cubicBezTo>
                <a:cubicBezTo>
                  <a:pt x="51" y="116"/>
                  <a:pt x="51" y="116"/>
                  <a:pt x="51" y="116"/>
                </a:cubicBezTo>
                <a:cubicBezTo>
                  <a:pt x="68" y="116"/>
                  <a:pt x="72" y="107"/>
                  <a:pt x="73" y="97"/>
                </a:cubicBezTo>
                <a:cubicBezTo>
                  <a:pt x="100" y="63"/>
                  <a:pt x="100" y="63"/>
                  <a:pt x="100" y="63"/>
                </a:cubicBezTo>
                <a:cubicBezTo>
                  <a:pt x="103" y="60"/>
                  <a:pt x="102" y="56"/>
                  <a:pt x="100" y="53"/>
                </a:cubicBezTo>
                <a:cubicBezTo>
                  <a:pt x="99" y="52"/>
                  <a:pt x="94" y="48"/>
                  <a:pt x="87" y="48"/>
                </a:cubicBezTo>
                <a:cubicBezTo>
                  <a:pt x="84" y="48"/>
                  <a:pt x="80" y="49"/>
                  <a:pt x="75" y="53"/>
                </a:cubicBezTo>
                <a:cubicBezTo>
                  <a:pt x="66" y="62"/>
                  <a:pt x="66" y="62"/>
                  <a:pt x="66" y="62"/>
                </a:cubicBezTo>
                <a:cubicBezTo>
                  <a:pt x="66" y="14"/>
                  <a:pt x="66" y="14"/>
                  <a:pt x="66" y="14"/>
                </a:cubicBezTo>
                <a:cubicBezTo>
                  <a:pt x="66" y="10"/>
                  <a:pt x="62" y="7"/>
                  <a:pt x="58" y="7"/>
                </a:cubicBezTo>
                <a:cubicBezTo>
                  <a:pt x="51" y="7"/>
                  <a:pt x="51" y="7"/>
                  <a:pt x="51" y="7"/>
                </a:cubicBezTo>
                <a:cubicBezTo>
                  <a:pt x="51" y="3"/>
                  <a:pt x="48" y="0"/>
                  <a:pt x="44" y="0"/>
                </a:cubicBezTo>
                <a:cubicBezTo>
                  <a:pt x="37" y="0"/>
                  <a:pt x="37" y="0"/>
                  <a:pt x="37" y="0"/>
                </a:cubicBezTo>
                <a:cubicBezTo>
                  <a:pt x="33" y="0"/>
                  <a:pt x="29" y="3"/>
                  <a:pt x="29" y="7"/>
                </a:cubicBezTo>
                <a:cubicBezTo>
                  <a:pt x="22" y="7"/>
                  <a:pt x="22" y="7"/>
                  <a:pt x="22" y="7"/>
                </a:cubicBezTo>
                <a:cubicBezTo>
                  <a:pt x="18" y="7"/>
                  <a:pt x="15" y="10"/>
                  <a:pt x="15" y="14"/>
                </a:cubicBezTo>
                <a:cubicBezTo>
                  <a:pt x="15" y="22"/>
                  <a:pt x="15" y="22"/>
                  <a:pt x="15" y="22"/>
                </a:cubicBezTo>
                <a:cubicBezTo>
                  <a:pt x="8" y="22"/>
                  <a:pt x="8" y="22"/>
                  <a:pt x="8" y="22"/>
                </a:cubicBezTo>
                <a:cubicBezTo>
                  <a:pt x="4" y="22"/>
                  <a:pt x="0" y="25"/>
                  <a:pt x="0" y="29"/>
                </a:cubicBezTo>
                <a:close/>
                <a:moveTo>
                  <a:pt x="8" y="29"/>
                </a:moveTo>
                <a:cubicBezTo>
                  <a:pt x="15" y="29"/>
                  <a:pt x="15" y="29"/>
                  <a:pt x="15" y="29"/>
                </a:cubicBezTo>
                <a:cubicBezTo>
                  <a:pt x="15" y="36"/>
                  <a:pt x="15" y="36"/>
                  <a:pt x="15" y="36"/>
                </a:cubicBezTo>
                <a:cubicBezTo>
                  <a:pt x="15" y="58"/>
                  <a:pt x="15" y="58"/>
                  <a:pt x="15" y="58"/>
                </a:cubicBezTo>
                <a:cubicBezTo>
                  <a:pt x="22" y="58"/>
                  <a:pt x="22" y="58"/>
                  <a:pt x="22" y="58"/>
                </a:cubicBezTo>
                <a:cubicBezTo>
                  <a:pt x="22" y="22"/>
                  <a:pt x="22" y="22"/>
                  <a:pt x="22" y="22"/>
                </a:cubicBezTo>
                <a:cubicBezTo>
                  <a:pt x="22" y="14"/>
                  <a:pt x="22" y="14"/>
                  <a:pt x="22" y="14"/>
                </a:cubicBezTo>
                <a:cubicBezTo>
                  <a:pt x="29" y="14"/>
                  <a:pt x="29" y="14"/>
                  <a:pt x="29" y="14"/>
                </a:cubicBezTo>
                <a:cubicBezTo>
                  <a:pt x="29" y="22"/>
                  <a:pt x="29" y="22"/>
                  <a:pt x="29" y="22"/>
                </a:cubicBezTo>
                <a:cubicBezTo>
                  <a:pt x="29" y="58"/>
                  <a:pt x="29" y="58"/>
                  <a:pt x="29" y="58"/>
                </a:cubicBezTo>
                <a:cubicBezTo>
                  <a:pt x="37" y="58"/>
                  <a:pt x="37" y="58"/>
                  <a:pt x="37" y="58"/>
                </a:cubicBezTo>
                <a:cubicBezTo>
                  <a:pt x="37" y="14"/>
                  <a:pt x="37" y="14"/>
                  <a:pt x="37" y="14"/>
                </a:cubicBezTo>
                <a:cubicBezTo>
                  <a:pt x="37" y="7"/>
                  <a:pt x="37" y="7"/>
                  <a:pt x="37" y="7"/>
                </a:cubicBezTo>
                <a:cubicBezTo>
                  <a:pt x="44" y="7"/>
                  <a:pt x="44" y="7"/>
                  <a:pt x="44" y="7"/>
                </a:cubicBezTo>
                <a:cubicBezTo>
                  <a:pt x="44" y="14"/>
                  <a:pt x="44" y="14"/>
                  <a:pt x="44" y="14"/>
                </a:cubicBezTo>
                <a:cubicBezTo>
                  <a:pt x="44" y="58"/>
                  <a:pt x="44" y="58"/>
                  <a:pt x="44" y="58"/>
                </a:cubicBezTo>
                <a:cubicBezTo>
                  <a:pt x="51" y="58"/>
                  <a:pt x="51" y="58"/>
                  <a:pt x="51" y="58"/>
                </a:cubicBezTo>
                <a:cubicBezTo>
                  <a:pt x="51" y="29"/>
                  <a:pt x="51" y="29"/>
                  <a:pt x="51" y="29"/>
                </a:cubicBezTo>
                <a:cubicBezTo>
                  <a:pt x="51" y="22"/>
                  <a:pt x="51" y="22"/>
                  <a:pt x="51" y="22"/>
                </a:cubicBezTo>
                <a:cubicBezTo>
                  <a:pt x="51" y="14"/>
                  <a:pt x="51" y="14"/>
                  <a:pt x="51" y="14"/>
                </a:cubicBezTo>
                <a:cubicBezTo>
                  <a:pt x="58" y="14"/>
                  <a:pt x="58" y="14"/>
                  <a:pt x="58" y="14"/>
                </a:cubicBezTo>
                <a:cubicBezTo>
                  <a:pt x="58" y="22"/>
                  <a:pt x="58" y="22"/>
                  <a:pt x="58" y="22"/>
                </a:cubicBezTo>
                <a:cubicBezTo>
                  <a:pt x="58" y="29"/>
                  <a:pt x="58" y="29"/>
                  <a:pt x="58" y="29"/>
                </a:cubicBezTo>
                <a:cubicBezTo>
                  <a:pt x="58" y="73"/>
                  <a:pt x="58" y="73"/>
                  <a:pt x="58" y="73"/>
                </a:cubicBezTo>
                <a:cubicBezTo>
                  <a:pt x="66" y="73"/>
                  <a:pt x="66" y="73"/>
                  <a:pt x="66" y="73"/>
                </a:cubicBezTo>
                <a:cubicBezTo>
                  <a:pt x="66" y="73"/>
                  <a:pt x="66" y="73"/>
                  <a:pt x="66" y="73"/>
                </a:cubicBezTo>
                <a:cubicBezTo>
                  <a:pt x="66" y="73"/>
                  <a:pt x="73" y="65"/>
                  <a:pt x="80" y="58"/>
                </a:cubicBezTo>
                <a:cubicBezTo>
                  <a:pt x="83" y="56"/>
                  <a:pt x="85" y="55"/>
                  <a:pt x="87" y="55"/>
                </a:cubicBezTo>
                <a:cubicBezTo>
                  <a:pt x="92" y="55"/>
                  <a:pt x="95" y="58"/>
                  <a:pt x="95" y="58"/>
                </a:cubicBezTo>
                <a:cubicBezTo>
                  <a:pt x="66" y="94"/>
                  <a:pt x="66" y="94"/>
                  <a:pt x="66" y="94"/>
                </a:cubicBezTo>
                <a:cubicBezTo>
                  <a:pt x="66" y="94"/>
                  <a:pt x="66" y="94"/>
                  <a:pt x="66" y="94"/>
                </a:cubicBezTo>
                <a:cubicBezTo>
                  <a:pt x="66" y="94"/>
                  <a:pt x="66" y="94"/>
                  <a:pt x="66" y="94"/>
                </a:cubicBezTo>
                <a:cubicBezTo>
                  <a:pt x="65" y="104"/>
                  <a:pt x="63" y="109"/>
                  <a:pt x="51" y="109"/>
                </a:cubicBezTo>
                <a:cubicBezTo>
                  <a:pt x="37" y="109"/>
                  <a:pt x="37" y="109"/>
                  <a:pt x="22" y="109"/>
                </a:cubicBezTo>
                <a:cubicBezTo>
                  <a:pt x="8" y="109"/>
                  <a:pt x="8" y="102"/>
                  <a:pt x="8" y="87"/>
                </a:cubicBezTo>
                <a:cubicBezTo>
                  <a:pt x="8" y="76"/>
                  <a:pt x="8" y="49"/>
                  <a:pt x="8" y="36"/>
                </a:cubicBezTo>
                <a:lnTo>
                  <a:pt x="8" y="29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txBody>
          <a:bodyPr/>
          <a:lstStyle/>
          <a:p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09245347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object 2"/>
          <p:cNvSpPr/>
          <p:nvPr userDrawn="1"/>
        </p:nvSpPr>
        <p:spPr>
          <a:xfrm>
            <a:off x="0" y="18"/>
            <a:ext cx="9906000" cy="6857989"/>
          </a:xfrm>
          <a:custGeom>
            <a:avLst/>
            <a:gdLst/>
            <a:ahLst/>
            <a:cxnLst/>
            <a:rect l="l" t="t" r="r" b="b"/>
            <a:pathLst>
              <a:path w="10692130" h="7560309">
                <a:moveTo>
                  <a:pt x="0" y="7559992"/>
                </a:moveTo>
                <a:lnTo>
                  <a:pt x="10692003" y="7559992"/>
                </a:lnTo>
                <a:lnTo>
                  <a:pt x="10692003" y="0"/>
                </a:lnTo>
                <a:lnTo>
                  <a:pt x="0" y="0"/>
                </a:lnTo>
                <a:lnTo>
                  <a:pt x="0" y="7559992"/>
                </a:lnTo>
                <a:close/>
              </a:path>
            </a:pathLst>
          </a:custGeom>
          <a:solidFill>
            <a:srgbClr val="E2E2E2"/>
          </a:solidFill>
          <a:ln>
            <a:noFill/>
          </a:ln>
        </p:spPr>
        <p:txBody>
          <a:bodyPr wrap="square" lIns="0" tIns="0" rIns="0" bIns="0" rtlCol="0"/>
          <a:lstStyle/>
          <a:p>
            <a:endParaRPr sz="1630"/>
          </a:p>
        </p:txBody>
      </p:sp>
      <p:sp>
        <p:nvSpPr>
          <p:cNvPr id="3" name="직사각형 2"/>
          <p:cNvSpPr/>
          <p:nvPr userDrawn="1"/>
        </p:nvSpPr>
        <p:spPr>
          <a:xfrm>
            <a:off x="0" y="3295860"/>
            <a:ext cx="9906000" cy="3562140"/>
          </a:xfrm>
          <a:prstGeom prst="rect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546359277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_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2"/>
          <p:cNvSpPr/>
          <p:nvPr userDrawn="1"/>
        </p:nvSpPr>
        <p:spPr>
          <a:xfrm>
            <a:off x="0" y="1"/>
            <a:ext cx="9906000" cy="6857989"/>
          </a:xfrm>
          <a:custGeom>
            <a:avLst/>
            <a:gdLst/>
            <a:ahLst/>
            <a:cxnLst/>
            <a:rect l="l" t="t" r="r" b="b"/>
            <a:pathLst>
              <a:path w="10692130" h="7560309">
                <a:moveTo>
                  <a:pt x="0" y="7559992"/>
                </a:moveTo>
                <a:lnTo>
                  <a:pt x="10692003" y="7559992"/>
                </a:lnTo>
                <a:lnTo>
                  <a:pt x="10692003" y="0"/>
                </a:lnTo>
                <a:lnTo>
                  <a:pt x="0" y="0"/>
                </a:lnTo>
                <a:lnTo>
                  <a:pt x="0" y="7559992"/>
                </a:lnTo>
                <a:close/>
              </a:path>
            </a:pathLst>
          </a:custGeom>
          <a:solidFill>
            <a:srgbClr val="D8DADB"/>
          </a:solidFill>
        </p:spPr>
        <p:txBody>
          <a:bodyPr wrap="square" lIns="0" tIns="0" rIns="0" bIns="0" rtlCol="0"/>
          <a:lstStyle/>
          <a:p>
            <a:endParaRPr sz="1630"/>
          </a:p>
        </p:txBody>
      </p:sp>
    </p:spTree>
    <p:extLst>
      <p:ext uri="{BB962C8B-B14F-4D97-AF65-F5344CB8AC3E}">
        <p14:creationId xmlns:p14="http://schemas.microsoft.com/office/powerpoint/2010/main" val="3339203895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81038" y="365127"/>
            <a:ext cx="8543925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 smtClean="0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1038" y="1825625"/>
            <a:ext cx="8543925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81038" y="6356352"/>
            <a:ext cx="22288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281363" y="6356352"/>
            <a:ext cx="334327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996113" y="6356352"/>
            <a:ext cx="22288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5E3A620-34FB-4A04-8793-073963225D5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8200967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1" r:id="rId1"/>
    <p:sldLayoutId id="2147483693" r:id="rId2"/>
    <p:sldLayoutId id="2147483696" r:id="rId3"/>
    <p:sldLayoutId id="2147483697" r:id="rId4"/>
    <p:sldLayoutId id="2147483663" r:id="rId5"/>
    <p:sldLayoutId id="2147483664" r:id="rId6"/>
    <p:sldLayoutId id="2147483695" r:id="rId7"/>
    <p:sldLayoutId id="2147483699" r:id="rId8"/>
    <p:sldLayoutId id="2147483703" r:id="rId9"/>
    <p:sldLayoutId id="2147483661" r:id="rId10"/>
  </p:sldLayoutIdLst>
  <p:hf hdr="0" ftr="0" dt="0"/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텍스트 개체 틀 10"/>
          <p:cNvSpPr txBox="1">
            <a:spLocks/>
          </p:cNvSpPr>
          <p:nvPr/>
        </p:nvSpPr>
        <p:spPr>
          <a:xfrm flipH="1">
            <a:off x="4439902" y="2188378"/>
            <a:ext cx="4804765" cy="601378"/>
          </a:xfrm>
          <a:prstGeom prst="rect">
            <a:avLst/>
          </a:prstGeom>
        </p:spPr>
        <p:txBody>
          <a:bodyPr/>
          <a:lstStyle>
            <a:lvl1pPr marL="342900" indent="-3429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r">
              <a:lnSpc>
                <a:spcPts val="3300"/>
              </a:lnSpc>
              <a:buNone/>
            </a:pPr>
            <a:r>
              <a:rPr lang="en-US" altLang="ko-KR" b="1" dirty="0" smtClean="0">
                <a:solidFill>
                  <a:schemeClr val="tx1">
                    <a:lumMod val="65000"/>
                    <a:lumOff val="35000"/>
                  </a:schemeClr>
                </a:solidFill>
              </a:rPr>
              <a:t>Vision Inspector Protocol</a:t>
            </a:r>
          </a:p>
          <a:p>
            <a:pPr marL="0" indent="0" algn="r">
              <a:lnSpc>
                <a:spcPts val="3300"/>
              </a:lnSpc>
              <a:buNone/>
            </a:pPr>
            <a:r>
              <a:rPr lang="en-US" altLang="ko-KR" b="1" dirty="0" smtClean="0">
                <a:solidFill>
                  <a:schemeClr val="tx1">
                    <a:lumMod val="65000"/>
                    <a:lumOff val="35000"/>
                  </a:schemeClr>
                </a:solidFill>
              </a:rPr>
              <a:t>(New DDA v1.0)</a:t>
            </a:r>
          </a:p>
          <a:p>
            <a:pPr marL="0" indent="0" algn="r">
              <a:lnSpc>
                <a:spcPts val="3300"/>
              </a:lnSpc>
              <a:buNone/>
            </a:pPr>
            <a:endParaRPr lang="ko-KR" altLang="en-US" b="1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22207457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텍스트 개체 틀 10"/>
          <p:cNvSpPr txBox="1">
            <a:spLocks/>
          </p:cNvSpPr>
          <p:nvPr/>
        </p:nvSpPr>
        <p:spPr>
          <a:xfrm flipH="1">
            <a:off x="364050" y="481318"/>
            <a:ext cx="6295541" cy="340794"/>
          </a:xfrm>
          <a:prstGeom prst="rect">
            <a:avLst/>
          </a:prstGeom>
        </p:spPr>
        <p:txBody>
          <a:bodyPr/>
          <a:lstStyle>
            <a:lvl1pPr marL="342900" indent="-3429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ts val="2201"/>
              </a:lnSpc>
              <a:buNone/>
            </a:pPr>
            <a:r>
              <a:rPr lang="en-US" altLang="ko-KR" sz="1400" b="1" dirty="0" smtClean="0">
                <a:solidFill>
                  <a:schemeClr val="tx1">
                    <a:lumMod val="65000"/>
                    <a:lumOff val="35000"/>
                  </a:schemeClr>
                </a:solidFill>
              </a:rPr>
              <a:t>Document History</a:t>
            </a:r>
            <a:endParaRPr lang="ko-KR" altLang="en-US" sz="1400" b="1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513806" y="1236617"/>
            <a:ext cx="167225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 smtClean="0"/>
              <a:t>v1.0: </a:t>
            </a:r>
            <a:r>
              <a:rPr lang="ko-KR" altLang="en-US" smtClean="0"/>
              <a:t>초기 버전</a:t>
            </a:r>
            <a:endParaRPr lang="en-US" altLang="ko-KR" dirty="0" smtClean="0"/>
          </a:p>
        </p:txBody>
      </p:sp>
    </p:spTree>
    <p:extLst>
      <p:ext uri="{BB962C8B-B14F-4D97-AF65-F5344CB8AC3E}">
        <p14:creationId xmlns:p14="http://schemas.microsoft.com/office/powerpoint/2010/main" val="170573646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TextBox 37"/>
          <p:cNvSpPr txBox="1"/>
          <p:nvPr/>
        </p:nvSpPr>
        <p:spPr>
          <a:xfrm>
            <a:off x="381628" y="933208"/>
            <a:ext cx="4823905" cy="6001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100" dirty="0" smtClean="0">
                <a:latin typeface="+mn-ea"/>
              </a:rPr>
              <a:t>통신방식 </a:t>
            </a:r>
            <a:r>
              <a:rPr lang="en-US" altLang="ko-KR" sz="1100" dirty="0" smtClean="0">
                <a:latin typeface="+mn-ea"/>
              </a:rPr>
              <a:t>:  TCP/IP</a:t>
            </a:r>
          </a:p>
          <a:p>
            <a:r>
              <a:rPr lang="en-US" altLang="ko-KR" sz="1100" dirty="0" smtClean="0">
                <a:latin typeface="+mn-ea"/>
              </a:rPr>
              <a:t>Handler S/W : Client,         Vision S/W  : Server </a:t>
            </a:r>
            <a:endParaRPr lang="en-US" altLang="ko-KR" sz="1100" dirty="0">
              <a:latin typeface="+mn-ea"/>
            </a:endParaRPr>
          </a:p>
          <a:p>
            <a:r>
              <a:rPr lang="en-US" altLang="ko-KR" sz="1100" dirty="0" smtClean="0">
                <a:latin typeface="+mn-ea"/>
              </a:rPr>
              <a:t>IP : 192.168.0.1    Port : 7701</a:t>
            </a:r>
            <a:endParaRPr lang="ko-KR" altLang="en-US" sz="1100">
              <a:latin typeface="+mn-ea"/>
            </a:endParaRPr>
          </a:p>
        </p:txBody>
      </p:sp>
      <p:sp>
        <p:nvSpPr>
          <p:cNvPr id="45" name="TextBox 44"/>
          <p:cNvSpPr txBox="1"/>
          <p:nvPr/>
        </p:nvSpPr>
        <p:spPr>
          <a:xfrm>
            <a:off x="1112865" y="1541728"/>
            <a:ext cx="1385008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100" b="1" dirty="0" smtClean="0">
                <a:latin typeface="+mn-ea"/>
              </a:rPr>
              <a:t>제어 </a:t>
            </a:r>
            <a:r>
              <a:rPr lang="en-US" altLang="ko-KR" sz="1100" b="1" dirty="0" smtClean="0">
                <a:latin typeface="+mn-ea"/>
              </a:rPr>
              <a:t>S/W (Client)</a:t>
            </a:r>
            <a:endParaRPr lang="ko-KR" altLang="en-US" sz="1100" b="1">
              <a:latin typeface="+mn-ea"/>
            </a:endParaRPr>
          </a:p>
        </p:txBody>
      </p:sp>
      <p:cxnSp>
        <p:nvCxnSpPr>
          <p:cNvPr id="4" name="직선 연결선 3"/>
          <p:cNvCxnSpPr/>
          <p:nvPr/>
        </p:nvCxnSpPr>
        <p:spPr>
          <a:xfrm>
            <a:off x="1541203" y="1812015"/>
            <a:ext cx="0" cy="4758380"/>
          </a:xfrm>
          <a:prstGeom prst="line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직선 연결선 8"/>
          <p:cNvCxnSpPr/>
          <p:nvPr/>
        </p:nvCxnSpPr>
        <p:spPr>
          <a:xfrm>
            <a:off x="5141747" y="1795082"/>
            <a:ext cx="0" cy="4758379"/>
          </a:xfrm>
          <a:prstGeom prst="line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4626647" y="1505874"/>
            <a:ext cx="1506291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100" b="1" dirty="0" smtClean="0">
                <a:latin typeface="+mn-ea"/>
              </a:rPr>
              <a:t>Vision S/W (Server)</a:t>
            </a:r>
            <a:endParaRPr lang="ko-KR" altLang="en-US" sz="1100" b="1">
              <a:latin typeface="+mn-ea"/>
            </a:endParaRPr>
          </a:p>
        </p:txBody>
      </p:sp>
      <p:cxnSp>
        <p:nvCxnSpPr>
          <p:cNvPr id="7" name="직선 화살표 연결선 6"/>
          <p:cNvCxnSpPr/>
          <p:nvPr/>
        </p:nvCxnSpPr>
        <p:spPr>
          <a:xfrm>
            <a:off x="1541202" y="2599105"/>
            <a:ext cx="3600545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1497925" y="3460309"/>
            <a:ext cx="2591309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50" dirty="0">
                <a:latin typeface="+mn-ea"/>
              </a:rPr>
              <a:t>$</a:t>
            </a:r>
            <a:r>
              <a:rPr lang="en-US" altLang="ko-KR" sz="1050" dirty="0" err="1">
                <a:latin typeface="+mn-ea"/>
              </a:rPr>
              <a:t>SITE_STATUS:</a:t>
            </a:r>
            <a:r>
              <a:rPr lang="en-US" altLang="ko-KR" sz="1050" i="1" dirty="0" err="1">
                <a:latin typeface="+mn-ea"/>
              </a:rPr>
              <a:t>site</a:t>
            </a:r>
            <a:r>
              <a:rPr lang="en-US" altLang="ko-KR" sz="1050" dirty="0" smtClean="0">
                <a:latin typeface="+mn-ea"/>
              </a:rPr>
              <a:t>@</a:t>
            </a:r>
            <a:endParaRPr lang="ko-KR" altLang="en-US" sz="1050">
              <a:latin typeface="+mn-ea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581413" y="1869270"/>
            <a:ext cx="935746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altLang="ko-KR" sz="1050" dirty="0" smtClean="0">
                <a:solidFill>
                  <a:schemeClr val="accent1">
                    <a:lumMod val="75000"/>
                  </a:schemeClr>
                </a:solidFill>
                <a:latin typeface="+mn-ea"/>
              </a:rPr>
              <a:t> Connection</a:t>
            </a:r>
            <a:endParaRPr lang="ko-KR" altLang="en-US" sz="1050">
              <a:solidFill>
                <a:schemeClr val="accent1">
                  <a:lumMod val="75000"/>
                </a:schemeClr>
              </a:solidFill>
              <a:latin typeface="+mn-ea"/>
            </a:endParaRPr>
          </a:p>
        </p:txBody>
      </p:sp>
      <p:cxnSp>
        <p:nvCxnSpPr>
          <p:cNvPr id="13" name="직선 화살표 연결선 12"/>
          <p:cNvCxnSpPr/>
          <p:nvPr/>
        </p:nvCxnSpPr>
        <p:spPr>
          <a:xfrm flipH="1">
            <a:off x="1539461" y="3967547"/>
            <a:ext cx="3602286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직사각형 13"/>
          <p:cNvSpPr/>
          <p:nvPr/>
        </p:nvSpPr>
        <p:spPr>
          <a:xfrm>
            <a:off x="2981409" y="3721037"/>
            <a:ext cx="2203617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ko-KR" sz="1200" dirty="0" smtClean="0">
                <a:latin typeface="+mn-ea"/>
              </a:rPr>
              <a:t>$</a:t>
            </a:r>
            <a:r>
              <a:rPr lang="en-US" altLang="ko-KR" sz="1200" dirty="0" err="1" smtClean="0">
                <a:latin typeface="+mn-ea"/>
              </a:rPr>
              <a:t>SITE_STATUS:</a:t>
            </a:r>
            <a:r>
              <a:rPr lang="en-US" altLang="ko-KR" sz="1200" i="1" dirty="0" err="1" smtClean="0">
                <a:latin typeface="+mn-ea"/>
              </a:rPr>
              <a:t>site</a:t>
            </a:r>
            <a:r>
              <a:rPr lang="en-US" altLang="ko-KR" sz="1200" dirty="0" err="1" smtClean="0">
                <a:latin typeface="+mn-ea"/>
              </a:rPr>
              <a:t>,READY</a:t>
            </a:r>
            <a:r>
              <a:rPr lang="en-US" altLang="ko-KR" sz="1200" dirty="0">
                <a:latin typeface="+mn-ea"/>
              </a:rPr>
              <a:t>@ </a:t>
            </a:r>
            <a:endParaRPr lang="ko-KR" altLang="en-US" sz="1200"/>
          </a:p>
        </p:txBody>
      </p:sp>
      <p:sp>
        <p:nvSpPr>
          <p:cNvPr id="16" name="직사각형 15"/>
          <p:cNvSpPr/>
          <p:nvPr/>
        </p:nvSpPr>
        <p:spPr>
          <a:xfrm>
            <a:off x="1497925" y="2319375"/>
            <a:ext cx="1628716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ko-KR" sz="1200" dirty="0">
                <a:latin typeface="+mn-ea"/>
              </a:rPr>
              <a:t>$</a:t>
            </a:r>
            <a:r>
              <a:rPr lang="en-US" altLang="ko-KR" sz="1200" dirty="0" err="1">
                <a:latin typeface="+mn-ea"/>
              </a:rPr>
              <a:t>RECIPE:</a:t>
            </a:r>
            <a:r>
              <a:rPr lang="en-US" altLang="ko-KR" sz="1200" i="1" dirty="0" err="1">
                <a:latin typeface="+mn-ea"/>
              </a:rPr>
              <a:t>site,recipe</a:t>
            </a:r>
            <a:r>
              <a:rPr lang="en-US" altLang="ko-KR" sz="1200" dirty="0">
                <a:latin typeface="+mn-ea"/>
              </a:rPr>
              <a:t>@</a:t>
            </a:r>
            <a:endParaRPr lang="ko-KR" altLang="en-US" sz="1200" dirty="0">
              <a:latin typeface="+mn-ea"/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562179" y="3613904"/>
            <a:ext cx="935746" cy="253916"/>
          </a:xfrm>
          <a:prstGeom prst="rect">
            <a:avLst/>
          </a:prstGeom>
          <a:pattFill prst="ltUpDiag">
            <a:fgClr>
              <a:schemeClr val="accent6">
                <a:lumMod val="40000"/>
                <a:lumOff val="60000"/>
              </a:schemeClr>
            </a:fgClr>
            <a:bgClr>
              <a:schemeClr val="bg1"/>
            </a:bgClr>
          </a:pattFill>
        </p:spPr>
        <p:txBody>
          <a:bodyPr wrap="square" rtlCol="0">
            <a:spAutoFit/>
          </a:bodyPr>
          <a:lstStyle/>
          <a:p>
            <a:pPr algn="r"/>
            <a:r>
              <a:rPr lang="ko-KR" altLang="en-US" sz="1050" dirty="0" smtClean="0">
                <a:latin typeface="+mn-ea"/>
              </a:rPr>
              <a:t>상태체크</a:t>
            </a:r>
            <a:endParaRPr lang="ko-KR" altLang="en-US" sz="1050" dirty="0">
              <a:latin typeface="+mn-ea"/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561308" y="2413512"/>
            <a:ext cx="935746" cy="415498"/>
          </a:xfrm>
          <a:prstGeom prst="rect">
            <a:avLst/>
          </a:prstGeom>
          <a:pattFill prst="dkUpDiag">
            <a:fgClr>
              <a:schemeClr val="accent6">
                <a:lumMod val="20000"/>
                <a:lumOff val="80000"/>
              </a:schemeClr>
            </a:fgClr>
            <a:bgClr>
              <a:schemeClr val="bg1"/>
            </a:bgClr>
          </a:pattFill>
        </p:spPr>
        <p:txBody>
          <a:bodyPr wrap="square" rtlCol="0">
            <a:spAutoFit/>
          </a:bodyPr>
          <a:lstStyle/>
          <a:p>
            <a:pPr algn="r"/>
            <a:r>
              <a:rPr lang="en-US" altLang="ko-KR" sz="1050" dirty="0" smtClean="0">
                <a:latin typeface="+mn-ea"/>
              </a:rPr>
              <a:t>Vision </a:t>
            </a:r>
          </a:p>
          <a:p>
            <a:r>
              <a:rPr lang="ko-KR" altLang="en-US" sz="1050" dirty="0" err="1" smtClean="0">
                <a:latin typeface="+mn-ea"/>
              </a:rPr>
              <a:t>레시피</a:t>
            </a:r>
            <a:r>
              <a:rPr lang="ko-KR" altLang="en-US" sz="1050" dirty="0" smtClean="0">
                <a:latin typeface="+mn-ea"/>
              </a:rPr>
              <a:t> 변경</a:t>
            </a:r>
            <a:endParaRPr lang="ko-KR" altLang="en-US" sz="1050" dirty="0">
              <a:latin typeface="+mn-ea"/>
            </a:endParaRPr>
          </a:p>
        </p:txBody>
      </p:sp>
      <p:cxnSp>
        <p:nvCxnSpPr>
          <p:cNvPr id="24" name="직선 화살표 연결선 23"/>
          <p:cNvCxnSpPr/>
          <p:nvPr/>
        </p:nvCxnSpPr>
        <p:spPr>
          <a:xfrm flipH="1">
            <a:off x="1584483" y="2885259"/>
            <a:ext cx="3557264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직사각형 16"/>
          <p:cNvSpPr/>
          <p:nvPr/>
        </p:nvSpPr>
        <p:spPr>
          <a:xfrm>
            <a:off x="3924488" y="2596793"/>
            <a:ext cx="1260538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ko-KR" sz="1200" dirty="0">
                <a:latin typeface="+mn-ea"/>
              </a:rPr>
              <a:t>$SETTING:OK@</a:t>
            </a:r>
            <a:endParaRPr lang="ko-KR" altLang="en-US" sz="1200"/>
          </a:p>
        </p:txBody>
      </p:sp>
      <p:sp>
        <p:nvSpPr>
          <p:cNvPr id="25" name="직사각형 24"/>
          <p:cNvSpPr/>
          <p:nvPr/>
        </p:nvSpPr>
        <p:spPr>
          <a:xfrm>
            <a:off x="5225259" y="3468116"/>
            <a:ext cx="1580113" cy="646331"/>
          </a:xfrm>
          <a:prstGeom prst="rect">
            <a:avLst/>
          </a:prstGeom>
          <a:pattFill prst="pct20">
            <a:fgClr>
              <a:schemeClr val="accent1"/>
            </a:fgClr>
            <a:bgClr>
              <a:schemeClr val="bg1"/>
            </a:bgClr>
          </a:pattFill>
        </p:spPr>
        <p:txBody>
          <a:bodyPr wrap="none">
            <a:spAutoFit/>
          </a:bodyPr>
          <a:lstStyle/>
          <a:p>
            <a:r>
              <a:rPr lang="en-US" altLang="ko-KR" sz="1200" dirty="0" smtClean="0">
                <a:latin typeface="+mn-ea"/>
              </a:rPr>
              <a:t>READY  : </a:t>
            </a:r>
            <a:r>
              <a:rPr lang="ko-KR" altLang="en-US" sz="1200" smtClean="0">
                <a:latin typeface="+mn-ea"/>
              </a:rPr>
              <a:t>준비 완료 </a:t>
            </a:r>
            <a:endParaRPr lang="en-US" altLang="ko-KR" sz="1200" dirty="0" smtClean="0">
              <a:latin typeface="+mn-ea"/>
            </a:endParaRPr>
          </a:p>
          <a:p>
            <a:r>
              <a:rPr lang="en-US" altLang="ko-KR" sz="1200" dirty="0" smtClean="0">
                <a:latin typeface="+mn-ea"/>
              </a:rPr>
              <a:t>BUSY    :  </a:t>
            </a:r>
            <a:r>
              <a:rPr lang="ko-KR" altLang="en-US" sz="1200" smtClean="0">
                <a:latin typeface="+mn-ea"/>
              </a:rPr>
              <a:t>검사중</a:t>
            </a:r>
            <a:endParaRPr lang="en-US" altLang="ko-KR" sz="1200" dirty="0" smtClean="0">
              <a:latin typeface="+mn-ea"/>
            </a:endParaRPr>
          </a:p>
          <a:p>
            <a:r>
              <a:rPr lang="en-US" altLang="ko-KR" sz="1200" dirty="0" smtClean="0">
                <a:latin typeface="+mn-ea"/>
              </a:rPr>
              <a:t>ERROR  </a:t>
            </a:r>
            <a:r>
              <a:rPr lang="en-US" altLang="ko-KR" sz="1200" dirty="0">
                <a:latin typeface="+mn-ea"/>
              </a:rPr>
              <a:t>: </a:t>
            </a:r>
            <a:r>
              <a:rPr lang="en-US" altLang="ko-KR" sz="1200" dirty="0" smtClean="0">
                <a:latin typeface="+mn-ea"/>
              </a:rPr>
              <a:t> </a:t>
            </a:r>
            <a:r>
              <a:rPr lang="ko-KR" altLang="en-US" sz="1200" smtClean="0">
                <a:latin typeface="+mn-ea"/>
              </a:rPr>
              <a:t>오류</a:t>
            </a:r>
            <a:endParaRPr lang="en-US" altLang="ko-KR" sz="1200" dirty="0">
              <a:latin typeface="+mn-ea"/>
            </a:endParaRPr>
          </a:p>
        </p:txBody>
      </p:sp>
      <p:sp>
        <p:nvSpPr>
          <p:cNvPr id="26" name="직사각형 25"/>
          <p:cNvSpPr/>
          <p:nvPr/>
        </p:nvSpPr>
        <p:spPr>
          <a:xfrm>
            <a:off x="5229768" y="2467349"/>
            <a:ext cx="1276311" cy="461665"/>
          </a:xfrm>
          <a:prstGeom prst="rect">
            <a:avLst/>
          </a:prstGeom>
          <a:pattFill prst="pct20">
            <a:fgClr>
              <a:schemeClr val="accent1"/>
            </a:fgClr>
            <a:bgClr>
              <a:schemeClr val="bg1"/>
            </a:bgClr>
          </a:pattFill>
        </p:spPr>
        <p:txBody>
          <a:bodyPr wrap="none">
            <a:spAutoFit/>
          </a:bodyPr>
          <a:lstStyle/>
          <a:p>
            <a:r>
              <a:rPr lang="en-US" altLang="ko-KR" sz="1200" dirty="0" smtClean="0">
                <a:latin typeface="+mn-ea"/>
              </a:rPr>
              <a:t>OK :  </a:t>
            </a:r>
            <a:r>
              <a:rPr lang="ko-KR" altLang="en-US" sz="1200" smtClean="0">
                <a:latin typeface="+mn-ea"/>
              </a:rPr>
              <a:t>변경 완료</a:t>
            </a:r>
            <a:endParaRPr lang="en-US" altLang="ko-KR" sz="1200" dirty="0" smtClean="0">
              <a:latin typeface="+mn-ea"/>
            </a:endParaRPr>
          </a:p>
          <a:p>
            <a:r>
              <a:rPr lang="en-US" altLang="ko-KR" sz="1200" dirty="0" smtClean="0">
                <a:latin typeface="+mn-ea"/>
              </a:rPr>
              <a:t>NG :  </a:t>
            </a:r>
            <a:r>
              <a:rPr lang="ko-KR" altLang="en-US" sz="1200" smtClean="0">
                <a:latin typeface="+mn-ea"/>
              </a:rPr>
              <a:t>변경 실패</a:t>
            </a:r>
            <a:endParaRPr lang="en-US" altLang="ko-KR" sz="1200" dirty="0">
              <a:latin typeface="+mn-ea"/>
            </a:endParaRPr>
          </a:p>
        </p:txBody>
      </p:sp>
      <p:sp>
        <p:nvSpPr>
          <p:cNvPr id="18" name="직사각형 17"/>
          <p:cNvSpPr/>
          <p:nvPr/>
        </p:nvSpPr>
        <p:spPr>
          <a:xfrm>
            <a:off x="1584482" y="4786789"/>
            <a:ext cx="1136914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ko-KR" sz="1200" dirty="0">
                <a:latin typeface="+mn-ea"/>
              </a:rPr>
              <a:t>$</a:t>
            </a:r>
            <a:r>
              <a:rPr lang="en-US" altLang="ko-KR" sz="1200" dirty="0" smtClean="0">
                <a:latin typeface="+mn-ea"/>
              </a:rPr>
              <a:t>TEST:</a:t>
            </a:r>
            <a:r>
              <a:rPr lang="en-US" altLang="ko-KR" sz="1200" i="1" dirty="0" smtClean="0">
                <a:latin typeface="+mn-ea"/>
              </a:rPr>
              <a:t>site,3</a:t>
            </a:r>
            <a:r>
              <a:rPr lang="en-US" altLang="ko-KR" sz="1200" dirty="0" smtClean="0">
                <a:latin typeface="+mn-ea"/>
              </a:rPr>
              <a:t>@</a:t>
            </a:r>
            <a:endParaRPr lang="ko-KR" altLang="en-US" sz="1200" dirty="0">
              <a:latin typeface="+mn-ea"/>
            </a:endParaRPr>
          </a:p>
        </p:txBody>
      </p:sp>
      <p:cxnSp>
        <p:nvCxnSpPr>
          <p:cNvPr id="28" name="직선 화살표 연결선 27"/>
          <p:cNvCxnSpPr/>
          <p:nvPr/>
        </p:nvCxnSpPr>
        <p:spPr>
          <a:xfrm>
            <a:off x="1539461" y="5038323"/>
            <a:ext cx="3602286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직선 화살표 연결선 30"/>
          <p:cNvCxnSpPr/>
          <p:nvPr/>
        </p:nvCxnSpPr>
        <p:spPr>
          <a:xfrm flipH="1">
            <a:off x="1584483" y="5270153"/>
            <a:ext cx="3552816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" name="직사각형 28"/>
          <p:cNvSpPr/>
          <p:nvPr/>
        </p:nvSpPr>
        <p:spPr>
          <a:xfrm>
            <a:off x="2709198" y="5019593"/>
            <a:ext cx="2048638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ko-KR" sz="1200" dirty="0">
                <a:latin typeface="+mn-ea"/>
              </a:rPr>
              <a:t>$</a:t>
            </a:r>
            <a:r>
              <a:rPr lang="en-US" altLang="ko-KR" sz="1200" dirty="0" smtClean="0">
                <a:latin typeface="+mn-ea"/>
              </a:rPr>
              <a:t>RESULT:</a:t>
            </a:r>
            <a:r>
              <a:rPr lang="en-US" altLang="ko-KR" sz="1200" i="1" dirty="0" smtClean="0">
                <a:latin typeface="+mn-ea"/>
              </a:rPr>
              <a:t>site,3,P,angle,x,y</a:t>
            </a:r>
            <a:r>
              <a:rPr lang="en-US" altLang="ko-KR" sz="1200" dirty="0" smtClean="0">
                <a:latin typeface="+mn-ea"/>
              </a:rPr>
              <a:t>@</a:t>
            </a:r>
            <a:endParaRPr lang="ko-KR" altLang="en-US" sz="1200" dirty="0"/>
          </a:p>
        </p:txBody>
      </p:sp>
      <p:sp>
        <p:nvSpPr>
          <p:cNvPr id="33" name="TextBox 32"/>
          <p:cNvSpPr txBox="1"/>
          <p:nvPr/>
        </p:nvSpPr>
        <p:spPr>
          <a:xfrm>
            <a:off x="576295" y="5091647"/>
            <a:ext cx="935746" cy="253916"/>
          </a:xfrm>
          <a:prstGeom prst="rect">
            <a:avLst/>
          </a:prstGeom>
          <a:pattFill prst="ltUpDiag">
            <a:fgClr>
              <a:schemeClr val="accent6">
                <a:lumMod val="40000"/>
                <a:lumOff val="60000"/>
              </a:schemeClr>
            </a:fgClr>
            <a:bgClr>
              <a:schemeClr val="bg1"/>
            </a:bgClr>
          </a:pattFill>
        </p:spPr>
        <p:txBody>
          <a:bodyPr wrap="square" rtlCol="0">
            <a:spAutoFit/>
          </a:bodyPr>
          <a:lstStyle/>
          <a:p>
            <a:pPr algn="r"/>
            <a:r>
              <a:rPr lang="en-US" altLang="ko-KR" sz="1050" dirty="0" smtClean="0">
                <a:latin typeface="+mn-ea"/>
              </a:rPr>
              <a:t>Vision </a:t>
            </a:r>
            <a:r>
              <a:rPr lang="ko-KR" altLang="en-US" sz="1050" smtClean="0">
                <a:latin typeface="+mn-ea"/>
              </a:rPr>
              <a:t>검사</a:t>
            </a:r>
            <a:endParaRPr lang="en-US" altLang="ko-KR" sz="1050" dirty="0" smtClean="0">
              <a:latin typeface="+mn-ea"/>
            </a:endParaRPr>
          </a:p>
        </p:txBody>
      </p:sp>
      <p:cxnSp>
        <p:nvCxnSpPr>
          <p:cNvPr id="34" name="직선 화살표 연결선 33"/>
          <p:cNvCxnSpPr/>
          <p:nvPr/>
        </p:nvCxnSpPr>
        <p:spPr>
          <a:xfrm>
            <a:off x="1515183" y="3733653"/>
            <a:ext cx="3626564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" name="직사각형 29"/>
          <p:cNvSpPr/>
          <p:nvPr/>
        </p:nvSpPr>
        <p:spPr>
          <a:xfrm>
            <a:off x="2750894" y="5262597"/>
            <a:ext cx="2156231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lvl="0">
              <a:defRPr/>
            </a:pPr>
            <a:r>
              <a:rPr lang="en-US" altLang="ko-KR" sz="1200" dirty="0">
                <a:solidFill>
                  <a:srgbClr val="FF0000"/>
                </a:solidFill>
                <a:latin typeface="+mn-ea"/>
              </a:rPr>
              <a:t>$</a:t>
            </a:r>
            <a:r>
              <a:rPr lang="en-US" altLang="ko-KR" sz="1200" dirty="0" err="1">
                <a:solidFill>
                  <a:srgbClr val="FF0000"/>
                </a:solidFill>
                <a:latin typeface="+mn-ea"/>
              </a:rPr>
              <a:t>TSITE_STATUS:site,ERROR</a:t>
            </a:r>
            <a:r>
              <a:rPr lang="en-US" altLang="ko-KR" sz="1200" dirty="0" smtClean="0">
                <a:solidFill>
                  <a:srgbClr val="FF0000"/>
                </a:solidFill>
                <a:latin typeface="+mn-ea"/>
              </a:rPr>
              <a:t>@</a:t>
            </a:r>
            <a:endParaRPr lang="en-US" altLang="ko-KR" sz="1200" dirty="0">
              <a:solidFill>
                <a:srgbClr val="FF0000"/>
              </a:solidFill>
              <a:latin typeface="+mn-ea"/>
            </a:endParaRPr>
          </a:p>
        </p:txBody>
      </p:sp>
      <p:cxnSp>
        <p:nvCxnSpPr>
          <p:cNvPr id="36" name="직선 화살표 연결선 35"/>
          <p:cNvCxnSpPr/>
          <p:nvPr/>
        </p:nvCxnSpPr>
        <p:spPr>
          <a:xfrm flipH="1">
            <a:off x="1566375" y="5518171"/>
            <a:ext cx="3186600" cy="0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" name="직선 연결선 46"/>
          <p:cNvCxnSpPr/>
          <p:nvPr/>
        </p:nvCxnSpPr>
        <p:spPr>
          <a:xfrm flipH="1">
            <a:off x="4752975" y="5272400"/>
            <a:ext cx="384324" cy="244553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2" name="TextBox 31"/>
          <p:cNvSpPr txBox="1"/>
          <p:nvPr/>
        </p:nvSpPr>
        <p:spPr>
          <a:xfrm>
            <a:off x="570237" y="4330732"/>
            <a:ext cx="935746" cy="253916"/>
          </a:xfrm>
          <a:prstGeom prst="rect">
            <a:avLst/>
          </a:prstGeom>
          <a:pattFill prst="ltUpDiag">
            <a:fgClr>
              <a:schemeClr val="accent6">
                <a:lumMod val="40000"/>
                <a:lumOff val="60000"/>
              </a:schemeClr>
            </a:fgClr>
            <a:bgClr>
              <a:schemeClr val="bg1"/>
            </a:bgClr>
          </a:pattFill>
        </p:spPr>
        <p:txBody>
          <a:bodyPr wrap="square" rtlCol="0">
            <a:spAutoFit/>
          </a:bodyPr>
          <a:lstStyle/>
          <a:p>
            <a:pPr algn="r"/>
            <a:r>
              <a:rPr lang="en-US" altLang="ko-KR" sz="1050" dirty="0" smtClean="0">
                <a:latin typeface="+mn-ea"/>
              </a:rPr>
              <a:t>Light On</a:t>
            </a:r>
            <a:endParaRPr lang="ko-KR" altLang="en-US" sz="1050" dirty="0">
              <a:latin typeface="+mn-ea"/>
            </a:endParaRPr>
          </a:p>
        </p:txBody>
      </p:sp>
      <p:sp>
        <p:nvSpPr>
          <p:cNvPr id="35" name="TextBox 34"/>
          <p:cNvSpPr txBox="1"/>
          <p:nvPr/>
        </p:nvSpPr>
        <p:spPr>
          <a:xfrm>
            <a:off x="591427" y="5950020"/>
            <a:ext cx="935746" cy="253916"/>
          </a:xfrm>
          <a:prstGeom prst="rect">
            <a:avLst/>
          </a:prstGeom>
          <a:pattFill prst="ltUpDiag">
            <a:fgClr>
              <a:schemeClr val="accent6">
                <a:lumMod val="40000"/>
                <a:lumOff val="60000"/>
              </a:schemeClr>
            </a:fgClr>
            <a:bgClr>
              <a:schemeClr val="bg1"/>
            </a:bgClr>
          </a:pattFill>
        </p:spPr>
        <p:txBody>
          <a:bodyPr wrap="square" rtlCol="0">
            <a:spAutoFit/>
          </a:bodyPr>
          <a:lstStyle/>
          <a:p>
            <a:pPr algn="r"/>
            <a:r>
              <a:rPr lang="en-US" altLang="ko-KR" sz="1050" dirty="0" smtClean="0">
                <a:latin typeface="+mn-ea"/>
              </a:rPr>
              <a:t>Light Off</a:t>
            </a:r>
            <a:endParaRPr lang="ko-KR" altLang="en-US" sz="1050" dirty="0">
              <a:latin typeface="+mn-ea"/>
            </a:endParaRPr>
          </a:p>
        </p:txBody>
      </p:sp>
      <p:sp>
        <p:nvSpPr>
          <p:cNvPr id="39" name="TextBox 38"/>
          <p:cNvSpPr txBox="1"/>
          <p:nvPr/>
        </p:nvSpPr>
        <p:spPr>
          <a:xfrm>
            <a:off x="6594100" y="2180712"/>
            <a:ext cx="2884010" cy="400110"/>
          </a:xfrm>
          <a:prstGeom prst="rect">
            <a:avLst/>
          </a:prstGeom>
          <a:solidFill>
            <a:srgbClr val="FFC000"/>
          </a:solidFill>
        </p:spPr>
        <p:txBody>
          <a:bodyPr wrap="square" rtlCol="0">
            <a:spAutoFit/>
          </a:bodyPr>
          <a:lstStyle/>
          <a:p>
            <a:r>
              <a:rPr lang="en-US" altLang="ko-KR" sz="1000" dirty="0" smtClean="0">
                <a:latin typeface="+mn-ea"/>
              </a:rPr>
              <a:t>Recipe</a:t>
            </a:r>
            <a:r>
              <a:rPr lang="ko-KR" altLang="en-US" sz="1000" smtClean="0">
                <a:latin typeface="+mn-ea"/>
              </a:rPr>
              <a:t>변경은 모든 사이트</a:t>
            </a:r>
            <a:r>
              <a:rPr lang="en-US" altLang="ko-KR" sz="1000" dirty="0" smtClean="0">
                <a:latin typeface="+mn-ea"/>
              </a:rPr>
              <a:t> Ready</a:t>
            </a:r>
            <a:r>
              <a:rPr lang="ko-KR" altLang="en-US" sz="1000" smtClean="0">
                <a:latin typeface="+mn-ea"/>
              </a:rPr>
              <a:t>상태에만 가능</a:t>
            </a:r>
            <a:endParaRPr lang="en-US" altLang="ko-KR" sz="1000" dirty="0" smtClean="0">
              <a:latin typeface="+mn-ea"/>
            </a:endParaRPr>
          </a:p>
          <a:p>
            <a:r>
              <a:rPr lang="en-US" altLang="ko-KR" sz="1000" dirty="0" smtClean="0">
                <a:solidFill>
                  <a:srgbClr val="FF0000"/>
                </a:solidFill>
                <a:latin typeface="+mn-ea"/>
              </a:rPr>
              <a:t>(</a:t>
            </a:r>
            <a:r>
              <a:rPr lang="ko-KR" altLang="en-US" sz="1000" smtClean="0">
                <a:solidFill>
                  <a:srgbClr val="FF0000"/>
                </a:solidFill>
                <a:latin typeface="+mn-ea"/>
              </a:rPr>
              <a:t>검사중 변경 금지 </a:t>
            </a:r>
            <a:r>
              <a:rPr lang="en-US" altLang="ko-KR" sz="1000" dirty="0" smtClean="0">
                <a:solidFill>
                  <a:srgbClr val="FF0000"/>
                </a:solidFill>
                <a:latin typeface="+mn-ea"/>
              </a:rPr>
              <a:t>– </a:t>
            </a:r>
            <a:r>
              <a:rPr lang="ko-KR" altLang="en-US" sz="1000" smtClean="0">
                <a:solidFill>
                  <a:srgbClr val="FF0000"/>
                </a:solidFill>
                <a:latin typeface="+mn-ea"/>
              </a:rPr>
              <a:t>변경 안됨</a:t>
            </a:r>
            <a:r>
              <a:rPr lang="en-US" altLang="ko-KR" sz="1000" dirty="0" smtClean="0">
                <a:solidFill>
                  <a:srgbClr val="FF0000"/>
                </a:solidFill>
                <a:latin typeface="+mn-ea"/>
              </a:rPr>
              <a:t>)</a:t>
            </a:r>
            <a:endParaRPr lang="en-US" altLang="ko-KR" sz="1000" dirty="0">
              <a:solidFill>
                <a:srgbClr val="FF0000"/>
              </a:solidFill>
              <a:latin typeface="+mn-ea"/>
            </a:endParaRPr>
          </a:p>
        </p:txBody>
      </p:sp>
      <p:cxnSp>
        <p:nvCxnSpPr>
          <p:cNvPr id="3" name="직선 연결선 2"/>
          <p:cNvCxnSpPr/>
          <p:nvPr/>
        </p:nvCxnSpPr>
        <p:spPr>
          <a:xfrm flipH="1">
            <a:off x="1397978" y="3097485"/>
            <a:ext cx="281353" cy="21980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직선 연결선 39"/>
          <p:cNvCxnSpPr/>
          <p:nvPr/>
        </p:nvCxnSpPr>
        <p:spPr>
          <a:xfrm flipH="1">
            <a:off x="1400909" y="3153171"/>
            <a:ext cx="281353" cy="21980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직선 연결선 40"/>
          <p:cNvCxnSpPr/>
          <p:nvPr/>
        </p:nvCxnSpPr>
        <p:spPr>
          <a:xfrm flipH="1">
            <a:off x="4982309" y="3120933"/>
            <a:ext cx="281353" cy="21980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직선 연결선 41"/>
          <p:cNvCxnSpPr/>
          <p:nvPr/>
        </p:nvCxnSpPr>
        <p:spPr>
          <a:xfrm flipH="1">
            <a:off x="4994032" y="3167827"/>
            <a:ext cx="281353" cy="21980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1" name="TextBox 50"/>
          <p:cNvSpPr txBox="1"/>
          <p:nvPr/>
        </p:nvSpPr>
        <p:spPr>
          <a:xfrm>
            <a:off x="6602663" y="1675567"/>
            <a:ext cx="2884010" cy="400110"/>
          </a:xfrm>
          <a:prstGeom prst="rect">
            <a:avLst/>
          </a:prstGeom>
          <a:solidFill>
            <a:srgbClr val="FFC000"/>
          </a:solidFill>
        </p:spPr>
        <p:txBody>
          <a:bodyPr wrap="square" rtlCol="0">
            <a:spAutoFit/>
          </a:bodyPr>
          <a:lstStyle/>
          <a:p>
            <a:r>
              <a:rPr lang="en-US" altLang="ko-KR" sz="1000" dirty="0" smtClean="0">
                <a:latin typeface="+mn-ea"/>
              </a:rPr>
              <a:t>Recipe</a:t>
            </a:r>
            <a:r>
              <a:rPr lang="ko-KR" altLang="en-US" sz="1000" smtClean="0">
                <a:latin typeface="+mn-ea"/>
              </a:rPr>
              <a:t>변경은 </a:t>
            </a:r>
            <a:r>
              <a:rPr lang="en-US" altLang="ko-KR" sz="1000" dirty="0" smtClean="0">
                <a:latin typeface="+mn-ea"/>
              </a:rPr>
              <a:t>Site#1</a:t>
            </a:r>
            <a:r>
              <a:rPr lang="ko-KR" altLang="en-US" sz="1000" smtClean="0">
                <a:latin typeface="+mn-ea"/>
              </a:rPr>
              <a:t>에 대해서만 수행하면됨</a:t>
            </a:r>
            <a:r>
              <a:rPr lang="en-US" altLang="ko-KR" sz="1000" dirty="0" smtClean="0">
                <a:latin typeface="+mn-ea"/>
              </a:rPr>
              <a:t>.</a:t>
            </a:r>
          </a:p>
          <a:p>
            <a:r>
              <a:rPr lang="ko-KR" altLang="en-US" sz="1000" dirty="0" smtClean="0">
                <a:latin typeface="+mn-ea"/>
              </a:rPr>
              <a:t>변경 필요 시점에 </a:t>
            </a:r>
            <a:r>
              <a:rPr lang="en-US" altLang="ko-KR" sz="1000" dirty="0" smtClean="0">
                <a:latin typeface="+mn-ea"/>
              </a:rPr>
              <a:t>1</a:t>
            </a:r>
            <a:r>
              <a:rPr lang="ko-KR" altLang="en-US" sz="1000" smtClean="0">
                <a:latin typeface="+mn-ea"/>
              </a:rPr>
              <a:t>회만 수행 하면 됨</a:t>
            </a:r>
            <a:r>
              <a:rPr lang="en-US" altLang="ko-KR" sz="1000" dirty="0" smtClean="0">
                <a:latin typeface="+mn-ea"/>
              </a:rPr>
              <a:t>.</a:t>
            </a:r>
          </a:p>
        </p:txBody>
      </p:sp>
      <p:sp>
        <p:nvSpPr>
          <p:cNvPr id="43" name="텍스트 개체 틀 10"/>
          <p:cNvSpPr txBox="1">
            <a:spLocks/>
          </p:cNvSpPr>
          <p:nvPr/>
        </p:nvSpPr>
        <p:spPr>
          <a:xfrm flipH="1">
            <a:off x="364050" y="481318"/>
            <a:ext cx="6295541" cy="340794"/>
          </a:xfrm>
          <a:prstGeom prst="rect">
            <a:avLst/>
          </a:prstGeom>
        </p:spPr>
        <p:txBody>
          <a:bodyPr/>
          <a:lstStyle>
            <a:lvl1pPr marL="342900" indent="-3429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ts val="2201"/>
              </a:lnSpc>
              <a:buNone/>
            </a:pPr>
            <a:r>
              <a:rPr lang="en-US" altLang="ko-KR" sz="1400" b="1" dirty="0" smtClean="0">
                <a:solidFill>
                  <a:schemeClr val="tx1">
                    <a:lumMod val="65000"/>
                    <a:lumOff val="35000"/>
                  </a:schemeClr>
                </a:solidFill>
              </a:rPr>
              <a:t>Vision </a:t>
            </a:r>
            <a:r>
              <a:rPr lang="en-US" altLang="ko-KR" sz="1400" b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Inspector Protocol : </a:t>
            </a:r>
            <a:r>
              <a:rPr lang="en-US" altLang="ko-KR" sz="1400" b="1" dirty="0" smtClean="0">
                <a:solidFill>
                  <a:schemeClr val="tx1">
                    <a:lumMod val="65000"/>
                    <a:lumOff val="35000"/>
                  </a:schemeClr>
                </a:solidFill>
              </a:rPr>
              <a:t>&lt;New DDA&gt;</a:t>
            </a:r>
            <a:endParaRPr lang="ko-KR" altLang="en-US" sz="1400" b="1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44" name="직사각형 43"/>
          <p:cNvSpPr/>
          <p:nvPr/>
        </p:nvSpPr>
        <p:spPr>
          <a:xfrm>
            <a:off x="1559077" y="4151779"/>
            <a:ext cx="1226682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ko-KR" sz="1200" dirty="0" smtClean="0">
                <a:latin typeface="+mn-ea"/>
              </a:rPr>
              <a:t>$LIGHT:</a:t>
            </a:r>
            <a:r>
              <a:rPr lang="en-US" altLang="ko-KR" sz="1200" i="1" dirty="0" smtClean="0">
                <a:latin typeface="+mn-ea"/>
              </a:rPr>
              <a:t>site,1</a:t>
            </a:r>
            <a:r>
              <a:rPr lang="en-US" altLang="ko-KR" sz="1200" dirty="0" smtClean="0">
                <a:latin typeface="+mn-ea"/>
              </a:rPr>
              <a:t>@</a:t>
            </a:r>
            <a:endParaRPr lang="ko-KR" altLang="en-US" sz="1200" dirty="0">
              <a:latin typeface="+mn-ea"/>
            </a:endParaRPr>
          </a:p>
        </p:txBody>
      </p:sp>
      <p:cxnSp>
        <p:nvCxnSpPr>
          <p:cNvPr id="46" name="직선 화살표 연결선 45"/>
          <p:cNvCxnSpPr/>
          <p:nvPr/>
        </p:nvCxnSpPr>
        <p:spPr>
          <a:xfrm>
            <a:off x="1514056" y="4403313"/>
            <a:ext cx="3602286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8" name="직선 화살표 연결선 47"/>
          <p:cNvCxnSpPr/>
          <p:nvPr/>
        </p:nvCxnSpPr>
        <p:spPr>
          <a:xfrm flipH="1">
            <a:off x="1559078" y="4660544"/>
            <a:ext cx="3552816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9" name="직사각형 48"/>
          <p:cNvSpPr/>
          <p:nvPr/>
        </p:nvSpPr>
        <p:spPr>
          <a:xfrm>
            <a:off x="3911466" y="4393050"/>
            <a:ext cx="1226682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ko-KR" sz="1200" dirty="0" smtClean="0">
                <a:latin typeface="+mn-ea"/>
              </a:rPr>
              <a:t>$LIGHT:</a:t>
            </a:r>
            <a:r>
              <a:rPr lang="en-US" altLang="ko-KR" sz="1200" i="1" dirty="0" smtClean="0">
                <a:latin typeface="+mn-ea"/>
              </a:rPr>
              <a:t>site,1</a:t>
            </a:r>
            <a:r>
              <a:rPr lang="en-US" altLang="ko-KR" sz="1200" dirty="0" smtClean="0">
                <a:latin typeface="+mn-ea"/>
              </a:rPr>
              <a:t>@</a:t>
            </a:r>
            <a:endParaRPr lang="ko-KR" altLang="en-US" sz="1200" dirty="0"/>
          </a:p>
        </p:txBody>
      </p:sp>
      <p:sp>
        <p:nvSpPr>
          <p:cNvPr id="50" name="직사각형 49"/>
          <p:cNvSpPr/>
          <p:nvPr/>
        </p:nvSpPr>
        <p:spPr>
          <a:xfrm>
            <a:off x="1567540" y="5726581"/>
            <a:ext cx="1226682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ko-KR" sz="1200" dirty="0" smtClean="0">
                <a:latin typeface="+mn-ea"/>
              </a:rPr>
              <a:t>$LIGHT:</a:t>
            </a:r>
            <a:r>
              <a:rPr lang="en-US" altLang="ko-KR" sz="1200" i="1" dirty="0" smtClean="0">
                <a:latin typeface="+mn-ea"/>
              </a:rPr>
              <a:t>site,0</a:t>
            </a:r>
            <a:r>
              <a:rPr lang="en-US" altLang="ko-KR" sz="1200" dirty="0" smtClean="0">
                <a:latin typeface="+mn-ea"/>
              </a:rPr>
              <a:t>@</a:t>
            </a:r>
            <a:endParaRPr lang="ko-KR" altLang="en-US" sz="1200" dirty="0">
              <a:latin typeface="+mn-ea"/>
            </a:endParaRPr>
          </a:p>
        </p:txBody>
      </p:sp>
      <p:cxnSp>
        <p:nvCxnSpPr>
          <p:cNvPr id="52" name="직선 화살표 연결선 51"/>
          <p:cNvCxnSpPr/>
          <p:nvPr/>
        </p:nvCxnSpPr>
        <p:spPr>
          <a:xfrm>
            <a:off x="1522519" y="5978115"/>
            <a:ext cx="3602286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3" name="직선 화살표 연결선 52"/>
          <p:cNvCxnSpPr/>
          <p:nvPr/>
        </p:nvCxnSpPr>
        <p:spPr>
          <a:xfrm flipH="1">
            <a:off x="1567541" y="6235346"/>
            <a:ext cx="3552816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4" name="직사각형 53"/>
          <p:cNvSpPr/>
          <p:nvPr/>
        </p:nvSpPr>
        <p:spPr>
          <a:xfrm>
            <a:off x="3919929" y="5967852"/>
            <a:ext cx="1226682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ko-KR" sz="1200" dirty="0" smtClean="0">
                <a:latin typeface="+mn-ea"/>
              </a:rPr>
              <a:t>$LIGHT:</a:t>
            </a:r>
            <a:r>
              <a:rPr lang="en-US" altLang="ko-KR" sz="1200" i="1" dirty="0" smtClean="0">
                <a:latin typeface="+mn-ea"/>
              </a:rPr>
              <a:t>site,0</a:t>
            </a:r>
            <a:r>
              <a:rPr lang="en-US" altLang="ko-KR" sz="1200" dirty="0" smtClean="0">
                <a:latin typeface="+mn-ea"/>
              </a:rPr>
              <a:t>@</a:t>
            </a:r>
            <a:endParaRPr lang="ko-KR" altLang="en-US" sz="1200" dirty="0"/>
          </a:p>
        </p:txBody>
      </p:sp>
      <p:sp>
        <p:nvSpPr>
          <p:cNvPr id="2" name="TextBox 1"/>
          <p:cNvSpPr txBox="1"/>
          <p:nvPr/>
        </p:nvSpPr>
        <p:spPr>
          <a:xfrm>
            <a:off x="6952964" y="4322074"/>
            <a:ext cx="1513812" cy="369332"/>
          </a:xfrm>
          <a:prstGeom prst="rect">
            <a:avLst/>
          </a:prstGeom>
          <a:solidFill>
            <a:srgbClr val="92D050"/>
          </a:solidFill>
        </p:spPr>
        <p:txBody>
          <a:bodyPr wrap="none" rtlCol="0">
            <a:spAutoFit/>
          </a:bodyPr>
          <a:lstStyle/>
          <a:p>
            <a:r>
              <a:rPr lang="en-US" altLang="ko-KR" dirty="0" smtClean="0"/>
              <a:t>Site Definition</a:t>
            </a:r>
            <a:endParaRPr lang="ko-KR" altLang="en-US"/>
          </a:p>
        </p:txBody>
      </p:sp>
      <p:graphicFrame>
        <p:nvGraphicFramePr>
          <p:cNvPr id="5" name="표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0385205"/>
              </p:ext>
            </p:extLst>
          </p:nvPr>
        </p:nvGraphicFramePr>
        <p:xfrm>
          <a:off x="6606779" y="4790245"/>
          <a:ext cx="2140182" cy="188965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51964"/>
                <a:gridCol w="1388218"/>
              </a:tblGrid>
              <a:tr h="269951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100" dirty="0" smtClean="0"/>
                        <a:t>Site No</a:t>
                      </a:r>
                      <a:endParaRPr lang="ko-KR" altLang="en-US" sz="11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100" dirty="0" smtClean="0"/>
                        <a:t>Site Name</a:t>
                      </a:r>
                      <a:endParaRPr lang="ko-KR" altLang="en-US" sz="1100" dirty="0"/>
                    </a:p>
                  </a:txBody>
                  <a:tcPr/>
                </a:tc>
              </a:tr>
              <a:tr h="269951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100" dirty="0" smtClean="0"/>
                        <a:t>1</a:t>
                      </a:r>
                      <a:endParaRPr lang="ko-KR" altLang="en-US" sz="11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100" dirty="0" smtClean="0"/>
                        <a:t>Wafer Left</a:t>
                      </a:r>
                      <a:endParaRPr lang="ko-KR" altLang="en-US" sz="1100" dirty="0"/>
                    </a:p>
                  </a:txBody>
                  <a:tcPr/>
                </a:tc>
              </a:tr>
              <a:tr h="269951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100" dirty="0" smtClean="0"/>
                        <a:t>2</a:t>
                      </a:r>
                      <a:endParaRPr lang="ko-KR" altLang="en-US" sz="11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100" dirty="0" smtClean="0"/>
                        <a:t>Wafer Right</a:t>
                      </a:r>
                      <a:endParaRPr lang="ko-KR" altLang="en-US" sz="1100" dirty="0"/>
                    </a:p>
                  </a:txBody>
                  <a:tcPr/>
                </a:tc>
              </a:tr>
              <a:tr h="269951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100" dirty="0" smtClean="0"/>
                        <a:t>3</a:t>
                      </a:r>
                      <a:endParaRPr lang="ko-KR" altLang="en-US" sz="11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100" dirty="0" smtClean="0"/>
                        <a:t>Top</a:t>
                      </a:r>
                      <a:r>
                        <a:rPr lang="en-US" altLang="ko-KR" sz="1100" baseline="0" dirty="0" smtClean="0"/>
                        <a:t> Front</a:t>
                      </a:r>
                      <a:endParaRPr lang="ko-KR" altLang="en-US" sz="1100" dirty="0"/>
                    </a:p>
                  </a:txBody>
                  <a:tcPr/>
                </a:tc>
              </a:tr>
              <a:tr h="269951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100" dirty="0" smtClean="0"/>
                        <a:t>4</a:t>
                      </a:r>
                      <a:endParaRPr lang="ko-KR" altLang="en-US" sz="11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100" dirty="0" smtClean="0"/>
                        <a:t>Top Rear</a:t>
                      </a:r>
                      <a:endParaRPr lang="ko-KR" altLang="en-US" sz="1100"/>
                    </a:p>
                  </a:txBody>
                  <a:tcPr/>
                </a:tc>
              </a:tr>
              <a:tr h="269951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100" dirty="0" smtClean="0"/>
                        <a:t>5</a:t>
                      </a:r>
                      <a:endParaRPr lang="ko-KR" altLang="en-US" sz="11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100" dirty="0" smtClean="0"/>
                        <a:t>Bottom Front</a:t>
                      </a:r>
                      <a:endParaRPr lang="ko-KR" altLang="en-US" sz="1100" dirty="0"/>
                    </a:p>
                  </a:txBody>
                  <a:tcPr/>
                </a:tc>
              </a:tr>
              <a:tr h="269951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100" dirty="0" smtClean="0"/>
                        <a:t>6</a:t>
                      </a:r>
                      <a:endParaRPr lang="ko-KR" altLang="en-US" sz="11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100" dirty="0" smtClean="0"/>
                        <a:t>Bottom Rear</a:t>
                      </a:r>
                      <a:endParaRPr lang="ko-KR" altLang="en-US" sz="1100" dirty="0"/>
                    </a:p>
                  </a:txBody>
                  <a:tcPr/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15849892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표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55378798"/>
              </p:ext>
            </p:extLst>
          </p:nvPr>
        </p:nvGraphicFramePr>
        <p:xfrm>
          <a:off x="364047" y="1884671"/>
          <a:ext cx="9100464" cy="34594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36266">
                  <a:extLst>
                    <a:ext uri="{9D8B030D-6E8A-4147-A177-3AD203B41FA5}">
                      <a16:colId xmlns="" xmlns:a16="http://schemas.microsoft.com/office/drawing/2014/main" val="20000"/>
                    </a:ext>
                  </a:extLst>
                </a:gridCol>
                <a:gridCol w="1785947">
                  <a:extLst>
                    <a:ext uri="{9D8B030D-6E8A-4147-A177-3AD203B41FA5}">
                      <a16:colId xmlns="" xmlns:a16="http://schemas.microsoft.com/office/drawing/2014/main" val="20001"/>
                    </a:ext>
                  </a:extLst>
                </a:gridCol>
                <a:gridCol w="2795090">
                  <a:extLst>
                    <a:ext uri="{9D8B030D-6E8A-4147-A177-3AD203B41FA5}">
                      <a16:colId xmlns="" xmlns:a16="http://schemas.microsoft.com/office/drawing/2014/main" val="20002"/>
                    </a:ext>
                  </a:extLst>
                </a:gridCol>
                <a:gridCol w="3483161">
                  <a:extLst>
                    <a:ext uri="{9D8B030D-6E8A-4147-A177-3AD203B41FA5}">
                      <a16:colId xmlns="" xmlns:a16="http://schemas.microsoft.com/office/drawing/2014/main" val="20003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dirty="0" smtClean="0">
                          <a:latin typeface="+mn-ea"/>
                          <a:ea typeface="+mn-ea"/>
                        </a:rPr>
                        <a:t>Command</a:t>
                      </a:r>
                      <a:endParaRPr lang="ko-KR" altLang="en-US" sz="1100" dirty="0">
                        <a:latin typeface="+mn-ea"/>
                        <a:ea typeface="+mn-ea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dirty="0" smtClean="0">
                          <a:latin typeface="+mn-ea"/>
                          <a:ea typeface="+mn-ea"/>
                        </a:rPr>
                        <a:t>Format</a:t>
                      </a:r>
                      <a:endParaRPr lang="ko-KR" altLang="en-US" sz="1100" dirty="0">
                        <a:latin typeface="+mn-ea"/>
                        <a:ea typeface="+mn-ea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dirty="0" err="1" smtClean="0">
                          <a:latin typeface="+mn-ea"/>
                          <a:ea typeface="+mn-ea"/>
                        </a:rPr>
                        <a:t>Desc</a:t>
                      </a:r>
                      <a:r>
                        <a:rPr lang="en-US" altLang="ko-KR" sz="1100" dirty="0" smtClean="0">
                          <a:latin typeface="+mn-ea"/>
                          <a:ea typeface="+mn-ea"/>
                        </a:rPr>
                        <a:t>.</a:t>
                      </a:r>
                      <a:endParaRPr lang="ko-KR" altLang="en-US" sz="1100" dirty="0">
                        <a:latin typeface="+mn-ea"/>
                        <a:ea typeface="+mn-ea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dirty="0" smtClean="0">
                          <a:latin typeface="+mn-ea"/>
                          <a:ea typeface="+mn-ea"/>
                        </a:rPr>
                        <a:t>Response</a:t>
                      </a:r>
                      <a:endParaRPr lang="ko-KR" altLang="en-US" sz="1100" dirty="0">
                        <a:latin typeface="+mn-ea"/>
                        <a:ea typeface="+mn-ea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="" xmlns:a16="http://schemas.microsoft.com/office/drawing/2014/main" val="10000"/>
                  </a:ext>
                </a:extLst>
              </a:tr>
              <a:tr h="35823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100" dirty="0" smtClean="0">
                          <a:latin typeface="+mn-ea"/>
                          <a:ea typeface="+mn-ea"/>
                        </a:rPr>
                        <a:t>SITE_STATUS</a:t>
                      </a:r>
                      <a:endParaRPr lang="ko-KR" altLang="en-US" sz="1100">
                        <a:latin typeface="+mn-ea"/>
                        <a:ea typeface="+mn-ea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100" dirty="0" smtClean="0">
                          <a:latin typeface="+mn-ea"/>
                          <a:ea typeface="+mn-ea"/>
                        </a:rPr>
                        <a:t>$</a:t>
                      </a:r>
                      <a:r>
                        <a:rPr lang="en-US" altLang="ko-KR" sz="1100" dirty="0" err="1" smtClean="0">
                          <a:latin typeface="+mn-ea"/>
                          <a:ea typeface="+mn-ea"/>
                        </a:rPr>
                        <a:t>SITE_STATUS:</a:t>
                      </a:r>
                      <a:r>
                        <a:rPr lang="en-US" altLang="ko-KR" sz="1100" i="1" dirty="0" err="1" smtClean="0">
                          <a:latin typeface="+mn-ea"/>
                          <a:ea typeface="+mn-ea"/>
                        </a:rPr>
                        <a:t>site</a:t>
                      </a:r>
                      <a:r>
                        <a:rPr lang="en-US" altLang="ko-KR" sz="1100" dirty="0" smtClean="0">
                          <a:latin typeface="+mn-ea"/>
                          <a:ea typeface="+mn-ea"/>
                        </a:rPr>
                        <a:t>@</a:t>
                      </a:r>
                      <a:endParaRPr lang="ko-KR" altLang="en-US" sz="1100">
                        <a:latin typeface="+mn-ea"/>
                        <a:ea typeface="+mn-ea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100" dirty="0" smtClean="0">
                          <a:latin typeface="+mn-ea"/>
                          <a:ea typeface="+mn-ea"/>
                        </a:rPr>
                        <a:t>Vision Site </a:t>
                      </a:r>
                      <a:r>
                        <a:rPr lang="ko-KR" altLang="en-US" sz="1100" smtClean="0">
                          <a:latin typeface="+mn-ea"/>
                          <a:ea typeface="+mn-ea"/>
                        </a:rPr>
                        <a:t>상태 요청</a:t>
                      </a:r>
                      <a:endParaRPr lang="en-US" altLang="ko-KR" sz="1100" dirty="0" smtClean="0">
                        <a:latin typeface="+mn-ea"/>
                        <a:ea typeface="+mn-ea"/>
                      </a:endParaRPr>
                    </a:p>
                    <a:p>
                      <a:pPr latinLnBrk="1"/>
                      <a:r>
                        <a:rPr lang="en-US" altLang="ko-KR" sz="900" dirty="0" smtClean="0">
                          <a:latin typeface="+mn-ea"/>
                          <a:ea typeface="+mn-ea"/>
                        </a:rPr>
                        <a:t>Ex)</a:t>
                      </a:r>
                      <a:r>
                        <a:rPr lang="en-US" altLang="ko-KR" sz="900" baseline="0" dirty="0" smtClean="0">
                          <a:latin typeface="+mn-ea"/>
                          <a:ea typeface="+mn-ea"/>
                        </a:rPr>
                        <a:t> $SITE_STATUS:1@</a:t>
                      </a:r>
                      <a:endParaRPr lang="ko-KR" altLang="en-US" sz="900" dirty="0">
                        <a:latin typeface="+mn-ea"/>
                        <a:ea typeface="+mn-ea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900" dirty="0" smtClean="0">
                          <a:latin typeface="+mn-ea"/>
                          <a:ea typeface="+mn-ea"/>
                        </a:rPr>
                        <a:t>$</a:t>
                      </a:r>
                      <a:r>
                        <a:rPr lang="en-US" altLang="ko-KR" sz="900" dirty="0" err="1" smtClean="0">
                          <a:latin typeface="+mn-ea"/>
                          <a:ea typeface="+mn-ea"/>
                        </a:rPr>
                        <a:t>SITE_STATUS:</a:t>
                      </a:r>
                      <a:r>
                        <a:rPr lang="en-US" altLang="ko-KR" sz="900" i="1" dirty="0" err="1" smtClean="0">
                          <a:latin typeface="+mn-ea"/>
                          <a:ea typeface="+mn-ea"/>
                        </a:rPr>
                        <a:t>site</a:t>
                      </a:r>
                      <a:r>
                        <a:rPr lang="en-US" altLang="ko-KR" sz="900" dirty="0" err="1" smtClean="0">
                          <a:latin typeface="+mn-ea"/>
                          <a:ea typeface="+mn-ea"/>
                        </a:rPr>
                        <a:t>,READY</a:t>
                      </a:r>
                      <a:r>
                        <a:rPr lang="en-US" altLang="ko-KR" sz="900" dirty="0" smtClean="0">
                          <a:latin typeface="+mn-ea"/>
                          <a:ea typeface="+mn-ea"/>
                        </a:rPr>
                        <a:t>@ : Vision Site </a:t>
                      </a:r>
                      <a:r>
                        <a:rPr lang="ko-KR" altLang="en-US" sz="900" smtClean="0">
                          <a:latin typeface="+mn-ea"/>
                          <a:ea typeface="+mn-ea"/>
                        </a:rPr>
                        <a:t>준비상태</a:t>
                      </a:r>
                      <a:r>
                        <a:rPr lang="en-US" altLang="ko-KR" sz="900" dirty="0" smtClean="0"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900" smtClean="0">
                          <a:latin typeface="+mn-ea"/>
                          <a:ea typeface="+mn-ea"/>
                        </a:rPr>
                        <a:t>검사가능</a:t>
                      </a:r>
                      <a:r>
                        <a:rPr lang="en-US" altLang="ko-KR" sz="900" dirty="0" smtClean="0">
                          <a:latin typeface="+mn-ea"/>
                          <a:ea typeface="+mn-ea"/>
                        </a:rPr>
                        <a:t>)</a:t>
                      </a: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900" dirty="0" smtClean="0">
                          <a:latin typeface="+mn-ea"/>
                          <a:ea typeface="+mn-ea"/>
                        </a:rPr>
                        <a:t>$</a:t>
                      </a:r>
                      <a:r>
                        <a:rPr lang="en-US" altLang="ko-KR" sz="900" dirty="0" err="1" smtClean="0">
                          <a:latin typeface="+mn-ea"/>
                          <a:ea typeface="+mn-ea"/>
                        </a:rPr>
                        <a:t>SITE_STATUS:</a:t>
                      </a:r>
                      <a:r>
                        <a:rPr lang="en-US" altLang="ko-KR" sz="900" i="1" dirty="0" err="1" smtClean="0">
                          <a:latin typeface="+mn-ea"/>
                          <a:ea typeface="+mn-ea"/>
                        </a:rPr>
                        <a:t>site</a:t>
                      </a:r>
                      <a:r>
                        <a:rPr lang="en-US" altLang="ko-KR" sz="900" dirty="0" err="1" smtClean="0">
                          <a:latin typeface="+mn-ea"/>
                          <a:ea typeface="+mn-ea"/>
                        </a:rPr>
                        <a:t>,BUSY</a:t>
                      </a:r>
                      <a:r>
                        <a:rPr lang="en-US" altLang="ko-KR" sz="900" dirty="0" smtClean="0">
                          <a:latin typeface="+mn-ea"/>
                          <a:ea typeface="+mn-ea"/>
                        </a:rPr>
                        <a:t>@   : Vision Site </a:t>
                      </a:r>
                      <a:r>
                        <a:rPr lang="ko-KR" altLang="en-US" sz="900" smtClean="0">
                          <a:latin typeface="+mn-ea"/>
                          <a:ea typeface="+mn-ea"/>
                        </a:rPr>
                        <a:t>검사중</a:t>
                      </a:r>
                      <a:endParaRPr lang="en-US" altLang="ko-KR" sz="900" dirty="0" smtClean="0">
                        <a:latin typeface="+mn-ea"/>
                        <a:ea typeface="+mn-ea"/>
                      </a:endParaRP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900" dirty="0" smtClean="0">
                          <a:latin typeface="+mn-ea"/>
                          <a:ea typeface="+mn-ea"/>
                        </a:rPr>
                        <a:t>$</a:t>
                      </a:r>
                      <a:r>
                        <a:rPr lang="en-US" altLang="ko-KR" sz="900" dirty="0" err="1" smtClean="0">
                          <a:latin typeface="+mn-ea"/>
                          <a:ea typeface="+mn-ea"/>
                        </a:rPr>
                        <a:t>SITE_STATUS:</a:t>
                      </a:r>
                      <a:r>
                        <a:rPr lang="en-US" altLang="ko-KR" sz="900" i="1" dirty="0" err="1" smtClean="0">
                          <a:latin typeface="+mn-ea"/>
                          <a:ea typeface="+mn-ea"/>
                        </a:rPr>
                        <a:t>site</a:t>
                      </a:r>
                      <a:r>
                        <a:rPr lang="en-US" altLang="ko-KR" sz="900" dirty="0" err="1" smtClean="0">
                          <a:latin typeface="+mn-ea"/>
                          <a:ea typeface="+mn-ea"/>
                        </a:rPr>
                        <a:t>,ERROR</a:t>
                      </a:r>
                      <a:r>
                        <a:rPr lang="en-US" altLang="ko-KR" sz="900" dirty="0" smtClean="0">
                          <a:latin typeface="+mn-ea"/>
                          <a:ea typeface="+mn-ea"/>
                        </a:rPr>
                        <a:t>@   : Vision Site </a:t>
                      </a:r>
                      <a:r>
                        <a:rPr lang="ko-KR" altLang="en-US" sz="900" smtClean="0">
                          <a:latin typeface="+mn-ea"/>
                          <a:ea typeface="+mn-ea"/>
                        </a:rPr>
                        <a:t>오류 </a:t>
                      </a:r>
                      <a:endParaRPr lang="en-US" altLang="ko-KR" sz="900" dirty="0" smtClean="0">
                        <a:latin typeface="+mn-ea"/>
                        <a:ea typeface="+mn-ea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="" xmlns:a16="http://schemas.microsoft.com/office/drawing/2014/main" val="10001"/>
                  </a:ext>
                </a:extLst>
              </a:tr>
              <a:tr h="35823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100" dirty="0" smtClean="0">
                          <a:latin typeface="+mn-ea"/>
                          <a:ea typeface="+mn-ea"/>
                        </a:rPr>
                        <a:t>GET_RECIPE</a:t>
                      </a:r>
                      <a:endParaRPr lang="ko-KR" altLang="en-US" sz="1100" dirty="0">
                        <a:latin typeface="+mn-ea"/>
                        <a:ea typeface="+mn-ea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100" dirty="0" smtClean="0">
                          <a:latin typeface="+mn-ea"/>
                          <a:ea typeface="+mn-ea"/>
                        </a:rPr>
                        <a:t>$</a:t>
                      </a:r>
                      <a:r>
                        <a:rPr lang="en-US" altLang="ko-KR" sz="1100" dirty="0" err="1" smtClean="0">
                          <a:latin typeface="+mn-ea"/>
                          <a:ea typeface="+mn-ea"/>
                        </a:rPr>
                        <a:t>GET_RECIPE:</a:t>
                      </a:r>
                      <a:r>
                        <a:rPr lang="en-US" altLang="ko-KR" sz="1100" i="1" dirty="0" err="1" smtClean="0">
                          <a:latin typeface="+mn-ea"/>
                          <a:ea typeface="+mn-ea"/>
                        </a:rPr>
                        <a:t>site,maxnum,option</a:t>
                      </a:r>
                      <a:r>
                        <a:rPr lang="en-US" altLang="ko-KR" sz="1100" dirty="0" smtClean="0">
                          <a:latin typeface="+mn-ea"/>
                          <a:ea typeface="+mn-ea"/>
                        </a:rPr>
                        <a:t>@</a:t>
                      </a:r>
                      <a:endParaRPr lang="ko-KR" altLang="en-US" sz="1100" dirty="0">
                        <a:latin typeface="+mn-ea"/>
                        <a:ea typeface="+mn-ea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100" i="0" dirty="0" smtClean="0">
                          <a:latin typeface="+mn-ea"/>
                          <a:ea typeface="+mn-ea"/>
                        </a:rPr>
                        <a:t>RECIPE </a:t>
                      </a:r>
                      <a:r>
                        <a:rPr lang="ko-KR" altLang="en-US" sz="1100" i="0" smtClean="0">
                          <a:latin typeface="+mn-ea"/>
                          <a:ea typeface="+mn-ea"/>
                        </a:rPr>
                        <a:t>리스트 요청</a:t>
                      </a:r>
                      <a:endParaRPr lang="en-US" altLang="ko-KR" sz="1100" i="0" dirty="0" smtClean="0">
                        <a:latin typeface="+mn-ea"/>
                        <a:ea typeface="+mn-ea"/>
                      </a:endParaRPr>
                    </a:p>
                    <a:p>
                      <a:pPr latinLnBrk="1"/>
                      <a:r>
                        <a:rPr lang="en-US" altLang="ko-KR" sz="900" i="1" dirty="0" smtClean="0">
                          <a:latin typeface="+mn-ea"/>
                          <a:ea typeface="+mn-ea"/>
                        </a:rPr>
                        <a:t>▶site</a:t>
                      </a:r>
                      <a:r>
                        <a:rPr lang="en-US" altLang="ko-KR" sz="900" i="0" dirty="0" smtClean="0">
                          <a:latin typeface="+mn-ea"/>
                          <a:ea typeface="+mn-ea"/>
                        </a:rPr>
                        <a:t> : 1 (Site</a:t>
                      </a:r>
                      <a:r>
                        <a:rPr lang="ko-KR" altLang="en-US" sz="900" i="0" smtClean="0">
                          <a:latin typeface="+mn-ea"/>
                          <a:ea typeface="+mn-ea"/>
                        </a:rPr>
                        <a:t>별로 구분 없음</a:t>
                      </a:r>
                      <a:r>
                        <a:rPr lang="en-US" altLang="ko-KR" sz="900" i="0" dirty="0" smtClean="0">
                          <a:latin typeface="+mn-ea"/>
                          <a:ea typeface="+mn-ea"/>
                        </a:rPr>
                        <a:t>,</a:t>
                      </a:r>
                      <a:r>
                        <a:rPr lang="en-US" altLang="ko-KR" sz="900" i="0" baseline="0" dirty="0" smtClean="0">
                          <a:latin typeface="+mn-ea"/>
                          <a:ea typeface="+mn-ea"/>
                        </a:rPr>
                        <a:t> 1</a:t>
                      </a:r>
                      <a:r>
                        <a:rPr lang="ko-KR" altLang="en-US" sz="900" i="0" baseline="0" smtClean="0">
                          <a:latin typeface="+mn-ea"/>
                          <a:ea typeface="+mn-ea"/>
                        </a:rPr>
                        <a:t>회만</a:t>
                      </a:r>
                      <a:r>
                        <a:rPr lang="en-US" altLang="ko-KR" sz="900" i="0" baseline="0" dirty="0" smtClean="0">
                          <a:latin typeface="+mn-ea"/>
                          <a:ea typeface="+mn-ea"/>
                        </a:rPr>
                        <a:t>)</a:t>
                      </a:r>
                      <a:endParaRPr lang="en-US" altLang="ko-KR" sz="900" i="0" baseline="0" dirty="0">
                        <a:latin typeface="+mn-ea"/>
                        <a:ea typeface="+mn-ea"/>
                      </a:endParaRPr>
                    </a:p>
                    <a:p>
                      <a:pPr latinLnBrk="1"/>
                      <a:r>
                        <a:rPr lang="en-US" altLang="ko-KR" sz="900" i="1" baseline="0" dirty="0" smtClean="0">
                          <a:latin typeface="+mn-ea"/>
                          <a:ea typeface="+mn-ea"/>
                        </a:rPr>
                        <a:t>▶</a:t>
                      </a:r>
                      <a:r>
                        <a:rPr lang="en-US" altLang="ko-KR" sz="900" i="1" baseline="0" dirty="0" err="1" smtClean="0">
                          <a:latin typeface="+mn-ea"/>
                          <a:ea typeface="+mn-ea"/>
                        </a:rPr>
                        <a:t>maxnum</a:t>
                      </a:r>
                      <a:r>
                        <a:rPr lang="en-US" altLang="ko-KR" sz="900" i="0" baseline="0" dirty="0" smtClean="0">
                          <a:latin typeface="+mn-ea"/>
                          <a:ea typeface="+mn-ea"/>
                        </a:rPr>
                        <a:t> : </a:t>
                      </a:r>
                      <a:r>
                        <a:rPr lang="ko-KR" altLang="en-US" sz="900" i="0" baseline="0" smtClean="0">
                          <a:latin typeface="+mn-ea"/>
                          <a:ea typeface="+mn-ea"/>
                        </a:rPr>
                        <a:t>레시피 요청 최대 개수</a:t>
                      </a:r>
                      <a:endParaRPr lang="en-US" altLang="ko-KR" sz="900" i="0" baseline="0" dirty="0" smtClean="0">
                        <a:latin typeface="+mn-ea"/>
                        <a:ea typeface="+mn-ea"/>
                      </a:endParaRPr>
                    </a:p>
                    <a:p>
                      <a:pPr latinLnBrk="1"/>
                      <a:r>
                        <a:rPr lang="en-US" altLang="ko-KR" sz="900" i="1" baseline="0" dirty="0" smtClean="0">
                          <a:latin typeface="+mn-ea"/>
                          <a:ea typeface="+mn-ea"/>
                        </a:rPr>
                        <a:t>▶option</a:t>
                      </a:r>
                      <a:r>
                        <a:rPr lang="en-US" altLang="ko-KR" sz="900" i="0" baseline="0" dirty="0" smtClean="0">
                          <a:latin typeface="+mn-ea"/>
                          <a:ea typeface="+mn-ea"/>
                        </a:rPr>
                        <a:t> : (1: </a:t>
                      </a:r>
                      <a:r>
                        <a:rPr lang="ko-KR" altLang="en-US" sz="900" i="0" baseline="0" smtClean="0">
                          <a:latin typeface="+mn-ea"/>
                          <a:ea typeface="+mn-ea"/>
                        </a:rPr>
                        <a:t>생성순</a:t>
                      </a:r>
                      <a:r>
                        <a:rPr lang="en-US" altLang="ko-KR" sz="900" i="0" baseline="0" dirty="0" smtClean="0">
                          <a:latin typeface="+mn-ea"/>
                          <a:ea typeface="+mn-ea"/>
                        </a:rPr>
                        <a:t>, 2: </a:t>
                      </a:r>
                      <a:r>
                        <a:rPr lang="ko-KR" altLang="en-US" sz="900" i="0" baseline="0" smtClean="0">
                          <a:latin typeface="+mn-ea"/>
                          <a:ea typeface="+mn-ea"/>
                        </a:rPr>
                        <a:t>최근 사용순</a:t>
                      </a:r>
                      <a:r>
                        <a:rPr lang="en-US" altLang="ko-KR" sz="900" i="0" baseline="0" dirty="0" smtClean="0">
                          <a:latin typeface="+mn-ea"/>
                          <a:ea typeface="+mn-ea"/>
                        </a:rPr>
                        <a:t>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100" dirty="0" smtClean="0">
                          <a:latin typeface="+mn-ea"/>
                          <a:ea typeface="+mn-ea"/>
                        </a:rPr>
                        <a:t>$RECIPE_LIST:</a:t>
                      </a:r>
                      <a:r>
                        <a:rPr lang="en-US" altLang="ko-KR" sz="1100" i="1" dirty="0" smtClean="0">
                          <a:latin typeface="+mn-ea"/>
                          <a:ea typeface="+mn-ea"/>
                        </a:rPr>
                        <a:t>site,num,recipe1,recipe2,recipe3</a:t>
                      </a:r>
                      <a:r>
                        <a:rPr lang="en-US" altLang="ko-KR" sz="1100" dirty="0" smtClean="0">
                          <a:latin typeface="+mn-ea"/>
                          <a:ea typeface="+mn-ea"/>
                        </a:rPr>
                        <a:t>,……@</a:t>
                      </a:r>
                    </a:p>
                    <a:p>
                      <a:pPr latinLnBrk="1"/>
                      <a:endParaRPr lang="en-US" altLang="ko-KR" sz="1100" dirty="0" smtClean="0">
                        <a:latin typeface="+mn-ea"/>
                        <a:ea typeface="+mn-ea"/>
                      </a:endParaRPr>
                    </a:p>
                    <a:p>
                      <a:pPr latinLnBrk="1"/>
                      <a:r>
                        <a:rPr lang="en-US" altLang="ko-KR" sz="900" i="1" dirty="0" err="1" smtClean="0">
                          <a:latin typeface="+mn-ea"/>
                          <a:ea typeface="+mn-ea"/>
                        </a:rPr>
                        <a:t>num</a:t>
                      </a:r>
                      <a:r>
                        <a:rPr lang="en-US" altLang="ko-KR" sz="900" dirty="0" smtClean="0">
                          <a:latin typeface="+mn-ea"/>
                          <a:ea typeface="+mn-ea"/>
                        </a:rPr>
                        <a:t> : </a:t>
                      </a:r>
                      <a:r>
                        <a:rPr lang="ko-KR" altLang="en-US" sz="900" smtClean="0">
                          <a:latin typeface="+mn-ea"/>
                          <a:ea typeface="+mn-ea"/>
                        </a:rPr>
                        <a:t>실제 레시피 개수</a:t>
                      </a:r>
                      <a:endParaRPr lang="ko-KR" altLang="en-US" sz="900" dirty="0">
                        <a:latin typeface="+mn-ea"/>
                        <a:ea typeface="+mn-ea"/>
                      </a:endParaRPr>
                    </a:p>
                  </a:txBody>
                  <a:tcPr/>
                </a:tc>
              </a:tr>
              <a:tr h="35823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100" dirty="0" smtClean="0">
                          <a:latin typeface="+mn-ea"/>
                          <a:ea typeface="+mn-ea"/>
                        </a:rPr>
                        <a:t>RECIPE</a:t>
                      </a:r>
                      <a:endParaRPr lang="ko-KR" altLang="en-US" sz="1100" dirty="0">
                        <a:latin typeface="+mn-ea"/>
                        <a:ea typeface="+mn-ea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100" dirty="0" smtClean="0">
                          <a:latin typeface="+mn-ea"/>
                          <a:ea typeface="+mn-ea"/>
                        </a:rPr>
                        <a:t>$</a:t>
                      </a:r>
                      <a:r>
                        <a:rPr lang="en-US" altLang="ko-KR" sz="1100" dirty="0" err="1" smtClean="0">
                          <a:latin typeface="+mn-ea"/>
                          <a:ea typeface="+mn-ea"/>
                        </a:rPr>
                        <a:t>RECIPE:</a:t>
                      </a:r>
                      <a:r>
                        <a:rPr lang="en-US" altLang="ko-KR" sz="1100" i="1" u="none" dirty="0" err="1" smtClean="0">
                          <a:latin typeface="+mn-ea"/>
                          <a:ea typeface="+mn-ea"/>
                        </a:rPr>
                        <a:t>site,recipe</a:t>
                      </a:r>
                      <a:r>
                        <a:rPr lang="en-US" altLang="ko-KR" sz="1100" dirty="0" smtClean="0">
                          <a:latin typeface="+mn-ea"/>
                          <a:ea typeface="+mn-ea"/>
                        </a:rPr>
                        <a:t>@</a:t>
                      </a:r>
                      <a:endParaRPr lang="ko-KR" altLang="en-US" sz="1100" dirty="0">
                        <a:latin typeface="+mn-ea"/>
                        <a:ea typeface="+mn-ea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100" dirty="0" smtClean="0">
                          <a:latin typeface="+mn-ea"/>
                          <a:ea typeface="+mn-ea"/>
                        </a:rPr>
                        <a:t>RECIPE </a:t>
                      </a:r>
                      <a:r>
                        <a:rPr lang="ko-KR" altLang="en-US" sz="1100" smtClean="0">
                          <a:latin typeface="+mn-ea"/>
                          <a:ea typeface="+mn-ea"/>
                        </a:rPr>
                        <a:t>변경 요청</a:t>
                      </a:r>
                      <a:r>
                        <a:rPr lang="ko-KR" altLang="en-US" sz="1100" baseline="0" smtClean="0">
                          <a:latin typeface="+mn-ea"/>
                          <a:ea typeface="+mn-ea"/>
                        </a:rPr>
                        <a:t> </a:t>
                      </a:r>
                      <a:endParaRPr lang="en-US" altLang="ko-KR" sz="1100" baseline="0" dirty="0" smtClean="0">
                        <a:latin typeface="+mn-ea"/>
                        <a:ea typeface="+mn-ea"/>
                      </a:endParaRPr>
                    </a:p>
                    <a:p>
                      <a:pPr latinLnBrk="1"/>
                      <a:r>
                        <a:rPr lang="en-US" altLang="ko-KR" sz="900" i="1" baseline="0" dirty="0" smtClean="0">
                          <a:latin typeface="+mn-ea"/>
                          <a:ea typeface="+mn-ea"/>
                        </a:rPr>
                        <a:t>▶site</a:t>
                      </a:r>
                      <a:r>
                        <a:rPr lang="en-US" altLang="ko-KR" sz="900" baseline="0" dirty="0" smtClean="0">
                          <a:latin typeface="+mn-ea"/>
                          <a:ea typeface="+mn-ea"/>
                        </a:rPr>
                        <a:t> : 1  (Site</a:t>
                      </a:r>
                      <a:r>
                        <a:rPr lang="ko-KR" altLang="en-US" sz="900" baseline="0" smtClean="0">
                          <a:latin typeface="+mn-ea"/>
                          <a:ea typeface="+mn-ea"/>
                        </a:rPr>
                        <a:t>별로 </a:t>
                      </a:r>
                      <a:r>
                        <a:rPr lang="en-US" altLang="ko-KR" sz="900" baseline="0" dirty="0" smtClean="0">
                          <a:latin typeface="+mn-ea"/>
                          <a:ea typeface="+mn-ea"/>
                        </a:rPr>
                        <a:t>Recipe</a:t>
                      </a:r>
                      <a:r>
                        <a:rPr lang="ko-KR" altLang="en-US" sz="900" baseline="0" smtClean="0">
                          <a:latin typeface="+mn-ea"/>
                          <a:ea typeface="+mn-ea"/>
                        </a:rPr>
                        <a:t>변경 필요 없음</a:t>
                      </a:r>
                      <a:r>
                        <a:rPr lang="en-US" altLang="ko-KR" sz="900" baseline="0" dirty="0" smtClean="0">
                          <a:latin typeface="+mn-ea"/>
                          <a:ea typeface="+mn-ea"/>
                        </a:rPr>
                        <a:t>,</a:t>
                      </a:r>
                      <a:r>
                        <a:rPr lang="ko-KR" altLang="en-US" sz="900" baseline="0" smtClean="0">
                          <a:latin typeface="+mn-ea"/>
                          <a:ea typeface="+mn-ea"/>
                        </a:rPr>
                        <a:t> </a:t>
                      </a:r>
                      <a:r>
                        <a:rPr lang="en-US" altLang="ko-KR" sz="900" baseline="0" dirty="0" smtClean="0">
                          <a:latin typeface="+mn-ea"/>
                          <a:ea typeface="+mn-ea"/>
                        </a:rPr>
                        <a:t>1</a:t>
                      </a:r>
                      <a:r>
                        <a:rPr lang="ko-KR" altLang="en-US" sz="900" baseline="0" smtClean="0">
                          <a:latin typeface="+mn-ea"/>
                          <a:ea typeface="+mn-ea"/>
                        </a:rPr>
                        <a:t>회만</a:t>
                      </a:r>
                      <a:r>
                        <a:rPr lang="en-US" altLang="ko-KR" sz="900" baseline="0" dirty="0" smtClean="0">
                          <a:latin typeface="+mn-ea"/>
                          <a:ea typeface="+mn-ea"/>
                        </a:rPr>
                        <a:t>)</a:t>
                      </a:r>
                    </a:p>
                    <a:p>
                      <a:pPr latinLnBrk="1"/>
                      <a:r>
                        <a:rPr lang="en-US" altLang="ko-KR" sz="900" i="1" baseline="0" dirty="0" smtClean="0">
                          <a:latin typeface="+mn-ea"/>
                          <a:ea typeface="+mn-ea"/>
                        </a:rPr>
                        <a:t>▶recipe</a:t>
                      </a:r>
                      <a:r>
                        <a:rPr lang="en-US" altLang="ko-KR" sz="900" i="0" baseline="0" dirty="0" smtClean="0">
                          <a:latin typeface="+mn-ea"/>
                          <a:ea typeface="+mn-ea"/>
                        </a:rPr>
                        <a:t> : Vision </a:t>
                      </a:r>
                      <a:r>
                        <a:rPr lang="ko-KR" altLang="en-US" sz="900" i="0" baseline="0" smtClean="0">
                          <a:latin typeface="+mn-ea"/>
                          <a:ea typeface="+mn-ea"/>
                        </a:rPr>
                        <a:t>레시피명</a:t>
                      </a:r>
                      <a:endParaRPr lang="en-US" altLang="ko-KR" sz="900" i="0" baseline="0" dirty="0" smtClean="0">
                        <a:latin typeface="+mn-ea"/>
                        <a:ea typeface="+mn-ea"/>
                      </a:endParaRPr>
                    </a:p>
                    <a:p>
                      <a:pPr latinLnBrk="1"/>
                      <a:r>
                        <a:rPr lang="en-US" altLang="ko-KR" sz="900" i="0" dirty="0" smtClean="0">
                          <a:latin typeface="+mn-ea"/>
                          <a:ea typeface="+mn-ea"/>
                        </a:rPr>
                        <a:t>Ex)</a:t>
                      </a:r>
                      <a:r>
                        <a:rPr lang="en-US" altLang="ko-KR" sz="900" i="0" baseline="0" dirty="0" smtClean="0">
                          <a:latin typeface="+mn-ea"/>
                          <a:ea typeface="+mn-ea"/>
                        </a:rPr>
                        <a:t> $RECIPE:1,RECIPE1@</a:t>
                      </a:r>
                      <a:endParaRPr lang="ko-KR" altLang="en-US" sz="900" i="0" dirty="0">
                        <a:latin typeface="+mn-ea"/>
                        <a:ea typeface="+mn-ea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100" dirty="0" smtClean="0">
                          <a:latin typeface="+mn-ea"/>
                          <a:ea typeface="+mn-ea"/>
                        </a:rPr>
                        <a:t>$SETTING:OK@      </a:t>
                      </a:r>
                      <a:r>
                        <a:rPr lang="ko-KR" altLang="en-US" sz="1100" smtClean="0">
                          <a:latin typeface="+mn-ea"/>
                          <a:ea typeface="+mn-ea"/>
                        </a:rPr>
                        <a:t>레시피 변경 완료 </a:t>
                      </a:r>
                      <a:endParaRPr lang="en-US" altLang="ko-KR" sz="1100" dirty="0" smtClean="0">
                        <a:latin typeface="+mn-ea"/>
                        <a:ea typeface="+mn-ea"/>
                      </a:endParaRPr>
                    </a:p>
                    <a:p>
                      <a:pPr latinLnBrk="1"/>
                      <a:r>
                        <a:rPr lang="en-US" altLang="ko-KR" sz="1100" dirty="0" smtClean="0">
                          <a:latin typeface="+mn-ea"/>
                          <a:ea typeface="+mn-ea"/>
                        </a:rPr>
                        <a:t>$SETTING:NG@</a:t>
                      </a:r>
                      <a:r>
                        <a:rPr lang="en-US" altLang="ko-KR" sz="1100" baseline="0" dirty="0" smtClean="0">
                          <a:latin typeface="+mn-ea"/>
                          <a:ea typeface="+mn-ea"/>
                        </a:rPr>
                        <a:t>      </a:t>
                      </a:r>
                      <a:r>
                        <a:rPr lang="ko-KR" altLang="en-US" sz="1100" baseline="0" smtClean="0">
                          <a:latin typeface="+mn-ea"/>
                          <a:ea typeface="+mn-ea"/>
                        </a:rPr>
                        <a:t>레시피 변경 실패</a:t>
                      </a:r>
                      <a:endParaRPr lang="ko-KR" altLang="en-US" sz="1100" dirty="0">
                        <a:latin typeface="+mn-ea"/>
                        <a:ea typeface="+mn-ea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="" xmlns:a16="http://schemas.microsoft.com/office/drawing/2014/main" val="10002"/>
                  </a:ext>
                </a:extLst>
              </a:tr>
              <a:tr h="35823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100" dirty="0" smtClean="0">
                          <a:latin typeface="+mn-ea"/>
                          <a:ea typeface="+mn-ea"/>
                        </a:rPr>
                        <a:t>TEST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100" dirty="0" smtClean="0">
                          <a:latin typeface="+mn-ea"/>
                          <a:ea typeface="+mn-ea"/>
                        </a:rPr>
                        <a:t>$</a:t>
                      </a:r>
                      <a:r>
                        <a:rPr lang="en-US" altLang="ko-KR" sz="1100" dirty="0" err="1" smtClean="0">
                          <a:latin typeface="+mn-ea"/>
                          <a:ea typeface="+mn-ea"/>
                        </a:rPr>
                        <a:t>TEST:</a:t>
                      </a:r>
                      <a:r>
                        <a:rPr lang="en-US" altLang="ko-KR" sz="1100" i="1" u="none" dirty="0" err="1" smtClean="0">
                          <a:latin typeface="+mn-ea"/>
                          <a:ea typeface="+mn-ea"/>
                        </a:rPr>
                        <a:t>site,type,target_id</a:t>
                      </a:r>
                      <a:r>
                        <a:rPr lang="en-US" altLang="ko-KR" sz="1100" dirty="0" smtClean="0">
                          <a:latin typeface="+mn-ea"/>
                          <a:ea typeface="+mn-ea"/>
                        </a:rPr>
                        <a:t>@</a:t>
                      </a:r>
                      <a:endParaRPr lang="ko-KR" altLang="en-US" sz="1100" dirty="0">
                        <a:latin typeface="+mn-ea"/>
                        <a:ea typeface="+mn-ea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100" dirty="0" smtClean="0">
                          <a:latin typeface="+mn-ea"/>
                          <a:ea typeface="+mn-ea"/>
                        </a:rPr>
                        <a:t>Vision </a:t>
                      </a:r>
                      <a:r>
                        <a:rPr lang="ko-KR" altLang="en-US" sz="1100" dirty="0" smtClean="0">
                          <a:latin typeface="+mn-ea"/>
                          <a:ea typeface="+mn-ea"/>
                        </a:rPr>
                        <a:t>검사 요청 </a:t>
                      </a:r>
                      <a:endParaRPr lang="en-US" altLang="ko-KR" sz="1100" dirty="0" smtClean="0">
                        <a:latin typeface="+mn-ea"/>
                        <a:ea typeface="+mn-ea"/>
                      </a:endParaRPr>
                    </a:p>
                    <a:p>
                      <a:pPr latinLnBrk="1"/>
                      <a:r>
                        <a:rPr lang="en-US" altLang="ko-KR" sz="900" i="1" dirty="0" smtClean="0">
                          <a:latin typeface="+mn-ea"/>
                          <a:ea typeface="+mn-ea"/>
                        </a:rPr>
                        <a:t>▶site</a:t>
                      </a:r>
                      <a:r>
                        <a:rPr lang="en-US" altLang="ko-KR" sz="900" dirty="0" smtClean="0">
                          <a:latin typeface="+mn-ea"/>
                          <a:ea typeface="+mn-ea"/>
                        </a:rPr>
                        <a:t>  :  </a:t>
                      </a:r>
                      <a:r>
                        <a:rPr lang="en-US" altLang="ko-KR" sz="900" b="1" dirty="0" smtClean="0">
                          <a:latin typeface="+mn-ea"/>
                          <a:ea typeface="+mn-ea"/>
                        </a:rPr>
                        <a:t>1</a:t>
                      </a:r>
                      <a:r>
                        <a:rPr lang="en-US" altLang="ko-KR" sz="900" b="1" baseline="0" dirty="0" smtClean="0">
                          <a:latin typeface="+mn-ea"/>
                          <a:ea typeface="+mn-ea"/>
                        </a:rPr>
                        <a:t> ~ 6</a:t>
                      </a:r>
                      <a:r>
                        <a:rPr lang="en-US" altLang="ko-KR" sz="900" baseline="0" dirty="0" smtClean="0">
                          <a:latin typeface="+mn-ea"/>
                          <a:ea typeface="+mn-ea"/>
                        </a:rPr>
                        <a:t> → Site Definition </a:t>
                      </a:r>
                      <a:r>
                        <a:rPr lang="ko-KR" altLang="en-US" sz="900" baseline="0" smtClean="0">
                          <a:latin typeface="+mn-ea"/>
                          <a:ea typeface="+mn-ea"/>
                        </a:rPr>
                        <a:t>참고</a:t>
                      </a:r>
                      <a:endParaRPr lang="en-US" altLang="ko-KR" sz="900" dirty="0" smtClean="0">
                        <a:latin typeface="+mn-ea"/>
                        <a:ea typeface="+mn-ea"/>
                      </a:endParaRPr>
                    </a:p>
                    <a:p>
                      <a:pPr latinLnBrk="1"/>
                      <a:r>
                        <a:rPr lang="en-US" altLang="ko-KR" sz="900" i="1" dirty="0" smtClean="0">
                          <a:latin typeface="+mn-ea"/>
                          <a:ea typeface="+mn-ea"/>
                        </a:rPr>
                        <a:t>▶type</a:t>
                      </a:r>
                      <a:r>
                        <a:rPr lang="en-US" altLang="ko-KR" sz="900" dirty="0" smtClean="0">
                          <a:latin typeface="+mn-ea"/>
                          <a:ea typeface="+mn-ea"/>
                        </a:rPr>
                        <a:t> :  1  (</a:t>
                      </a:r>
                      <a:r>
                        <a:rPr lang="en-US" altLang="ko-KR" sz="900" b="1" dirty="0" smtClean="0">
                          <a:latin typeface="+mn-ea"/>
                          <a:ea typeface="+mn-ea"/>
                        </a:rPr>
                        <a:t>1</a:t>
                      </a:r>
                      <a:r>
                        <a:rPr lang="en-US" altLang="ko-KR" sz="900" dirty="0" smtClean="0">
                          <a:latin typeface="+mn-ea"/>
                          <a:ea typeface="+mn-ea"/>
                        </a:rPr>
                        <a:t>: </a:t>
                      </a:r>
                      <a:r>
                        <a:rPr lang="ko-KR" altLang="en-US" sz="900" smtClean="0">
                          <a:latin typeface="+mn-ea"/>
                          <a:ea typeface="+mn-ea"/>
                        </a:rPr>
                        <a:t>검사</a:t>
                      </a:r>
                      <a:r>
                        <a:rPr lang="en-US" altLang="ko-KR" sz="900" dirty="0" smtClean="0">
                          <a:latin typeface="+mn-ea"/>
                          <a:ea typeface="+mn-ea"/>
                        </a:rPr>
                        <a:t>, </a:t>
                      </a:r>
                      <a:r>
                        <a:rPr lang="en-US" altLang="ko-KR" sz="900" b="1" dirty="0" smtClean="0">
                          <a:latin typeface="+mn-ea"/>
                          <a:ea typeface="+mn-ea"/>
                        </a:rPr>
                        <a:t>2</a:t>
                      </a:r>
                      <a:r>
                        <a:rPr lang="en-US" altLang="ko-KR" sz="900" dirty="0" smtClean="0">
                          <a:latin typeface="+mn-ea"/>
                          <a:ea typeface="+mn-ea"/>
                        </a:rPr>
                        <a:t>: Calibration)</a:t>
                      </a: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900" i="1" dirty="0" smtClean="0">
                          <a:latin typeface="+mn-ea"/>
                          <a:ea typeface="+mn-ea"/>
                        </a:rPr>
                        <a:t>▶</a:t>
                      </a:r>
                      <a:r>
                        <a:rPr lang="en-US" altLang="ko-KR" sz="900" i="1" dirty="0" err="1" smtClean="0">
                          <a:latin typeface="+mn-ea"/>
                          <a:ea typeface="+mn-ea"/>
                        </a:rPr>
                        <a:t>target_id</a:t>
                      </a:r>
                      <a:r>
                        <a:rPr lang="en-US" altLang="ko-KR" sz="900" dirty="0" smtClean="0">
                          <a:latin typeface="+mn-ea"/>
                          <a:ea typeface="+mn-ea"/>
                        </a:rPr>
                        <a:t> :   (</a:t>
                      </a:r>
                      <a:r>
                        <a:rPr lang="en-US" altLang="ko-KR" sz="900" b="1" dirty="0" smtClean="0">
                          <a:latin typeface="+mn-ea"/>
                          <a:ea typeface="+mn-ea"/>
                        </a:rPr>
                        <a:t>Wafer </a:t>
                      </a:r>
                      <a:r>
                        <a:rPr lang="ko-KR" altLang="en-US" sz="900" b="1" smtClean="0">
                          <a:latin typeface="+mn-ea"/>
                          <a:ea typeface="+mn-ea"/>
                        </a:rPr>
                        <a:t>검사시 </a:t>
                      </a:r>
                      <a:r>
                        <a:rPr lang="en-US" altLang="ko-KR" sz="900" b="1" dirty="0" smtClean="0">
                          <a:latin typeface="+mn-ea"/>
                          <a:ea typeface="+mn-ea"/>
                        </a:rPr>
                        <a:t>Wafer ID,</a:t>
                      </a:r>
                      <a:r>
                        <a:rPr lang="en-US" altLang="ko-KR" sz="900" b="1" baseline="0" dirty="0" smtClean="0">
                          <a:latin typeface="+mn-ea"/>
                          <a:ea typeface="+mn-ea"/>
                        </a:rPr>
                        <a:t> </a:t>
                      </a:r>
                      <a:r>
                        <a:rPr lang="ko-KR" altLang="en-US" sz="900" b="1" baseline="0" smtClean="0">
                          <a:latin typeface="+mn-ea"/>
                          <a:ea typeface="+mn-ea"/>
                        </a:rPr>
                        <a:t>그 외는 이용 안함</a:t>
                      </a:r>
                      <a:r>
                        <a:rPr lang="en-US" altLang="ko-KR" sz="900" dirty="0" smtClean="0">
                          <a:latin typeface="+mn-ea"/>
                          <a:ea typeface="+mn-ea"/>
                        </a:rPr>
                        <a:t>)</a:t>
                      </a:r>
                    </a:p>
                    <a:p>
                      <a:pPr latinLnBrk="1"/>
                      <a:endParaRPr lang="en-US" altLang="ko-KR" sz="900" b="1" dirty="0" smtClean="0">
                        <a:solidFill>
                          <a:srgbClr val="FF0000"/>
                        </a:solidFill>
                        <a:latin typeface="+mn-ea"/>
                        <a:ea typeface="+mn-ea"/>
                      </a:endParaRPr>
                    </a:p>
                    <a:p>
                      <a:pPr latinLnBrk="1"/>
                      <a:r>
                        <a:rPr lang="en-US" altLang="ko-KR" sz="900" dirty="0" smtClean="0">
                          <a:latin typeface="+mn-ea"/>
                          <a:ea typeface="+mn-ea"/>
                        </a:rPr>
                        <a:t>Ex) $TEST:1,1,BJWC73.14@  → Left Wafer </a:t>
                      </a:r>
                      <a:r>
                        <a:rPr lang="ko-KR" altLang="en-US" sz="900" smtClean="0">
                          <a:latin typeface="+mn-ea"/>
                          <a:ea typeface="+mn-ea"/>
                        </a:rPr>
                        <a:t>검사</a:t>
                      </a:r>
                      <a:endParaRPr lang="en-US" altLang="ko-KR" sz="900" dirty="0" smtClean="0">
                        <a:latin typeface="+mn-ea"/>
                        <a:ea typeface="+mn-ea"/>
                      </a:endParaRPr>
                    </a:p>
                    <a:p>
                      <a:pPr latinLnBrk="1"/>
                      <a:r>
                        <a:rPr lang="en-US" altLang="ko-KR" sz="900" dirty="0" smtClean="0">
                          <a:latin typeface="+mn-ea"/>
                          <a:ea typeface="+mn-ea"/>
                        </a:rPr>
                        <a:t>     $TEST:1,2,NA@  → Wafer Calibration</a:t>
                      </a:r>
                    </a:p>
                    <a:p>
                      <a:pPr latinLnBrk="1"/>
                      <a:r>
                        <a:rPr lang="en-US" altLang="ko-KR" sz="900" dirty="0" smtClean="0">
                          <a:latin typeface="+mn-ea"/>
                          <a:ea typeface="+mn-ea"/>
                        </a:rPr>
                        <a:t>     $TEST:5,1,NA@ → Bottom </a:t>
                      </a:r>
                      <a:r>
                        <a:rPr lang="ko-KR" altLang="en-US" sz="900" smtClean="0">
                          <a:latin typeface="+mn-ea"/>
                          <a:ea typeface="+mn-ea"/>
                        </a:rPr>
                        <a:t>검사</a:t>
                      </a:r>
                      <a:endParaRPr lang="en-US" altLang="ko-KR" sz="900" dirty="0" smtClean="0">
                        <a:latin typeface="+mn-ea"/>
                        <a:ea typeface="+mn-ea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100" dirty="0" smtClean="0">
                          <a:latin typeface="+mn-ea"/>
                          <a:ea typeface="+mn-ea"/>
                        </a:rPr>
                        <a:t>▶Response</a:t>
                      </a:r>
                      <a:r>
                        <a:rPr lang="ko-KR" altLang="en-US" sz="1100" smtClean="0">
                          <a:latin typeface="+mn-ea"/>
                          <a:ea typeface="+mn-ea"/>
                        </a:rPr>
                        <a:t>에 대하여 다음 페이지들의 </a:t>
                      </a:r>
                      <a:r>
                        <a:rPr lang="en-US" altLang="ko-KR" sz="1100" dirty="0" smtClean="0">
                          <a:latin typeface="+mn-ea"/>
                          <a:ea typeface="+mn-ea"/>
                        </a:rPr>
                        <a:t>Case </a:t>
                      </a:r>
                      <a:r>
                        <a:rPr lang="ko-KR" altLang="en-US" sz="1100" smtClean="0">
                          <a:latin typeface="+mn-ea"/>
                          <a:ea typeface="+mn-ea"/>
                        </a:rPr>
                        <a:t>별 응답 내용 참고</a:t>
                      </a:r>
                      <a:endParaRPr lang="ko-KR" altLang="en-US" sz="1100" dirty="0">
                        <a:latin typeface="+mn-ea"/>
                        <a:ea typeface="+mn-ea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=""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38" name="TextBox 37"/>
          <p:cNvSpPr txBox="1"/>
          <p:nvPr/>
        </p:nvSpPr>
        <p:spPr>
          <a:xfrm>
            <a:off x="381628" y="933208"/>
            <a:ext cx="4823905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100" dirty="0" smtClean="0">
                <a:latin typeface="+mn-ea"/>
              </a:rPr>
              <a:t>통신방식 </a:t>
            </a:r>
            <a:r>
              <a:rPr lang="en-US" altLang="ko-KR" sz="1100" dirty="0" smtClean="0">
                <a:latin typeface="+mn-ea"/>
              </a:rPr>
              <a:t>:  TCP/IP</a:t>
            </a:r>
          </a:p>
          <a:p>
            <a:r>
              <a:rPr lang="en-US" altLang="ko-KR" sz="1100" dirty="0" smtClean="0">
                <a:latin typeface="+mn-ea"/>
              </a:rPr>
              <a:t>Handler S/W : Client,         Vision S/W  : Server </a:t>
            </a:r>
            <a:endParaRPr lang="ko-KR" altLang="en-US" sz="1100">
              <a:latin typeface="+mn-ea"/>
            </a:endParaRPr>
          </a:p>
        </p:txBody>
      </p:sp>
      <p:sp>
        <p:nvSpPr>
          <p:cNvPr id="45" name="TextBox 44"/>
          <p:cNvSpPr txBox="1"/>
          <p:nvPr/>
        </p:nvSpPr>
        <p:spPr>
          <a:xfrm>
            <a:off x="356490" y="1539669"/>
            <a:ext cx="2369427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100" b="1" dirty="0" smtClean="0">
                <a:latin typeface="+mn-ea"/>
              </a:rPr>
              <a:t>Handler -&gt; Vision</a:t>
            </a:r>
            <a:endParaRPr lang="ko-KR" altLang="en-US" sz="1100" b="1">
              <a:latin typeface="+mn-ea"/>
            </a:endParaRPr>
          </a:p>
        </p:txBody>
      </p:sp>
      <p:sp>
        <p:nvSpPr>
          <p:cNvPr id="9" name="텍스트 개체 틀 10"/>
          <p:cNvSpPr txBox="1">
            <a:spLocks/>
          </p:cNvSpPr>
          <p:nvPr/>
        </p:nvSpPr>
        <p:spPr>
          <a:xfrm flipH="1">
            <a:off x="364050" y="481318"/>
            <a:ext cx="6295541" cy="340794"/>
          </a:xfrm>
          <a:prstGeom prst="rect">
            <a:avLst/>
          </a:prstGeom>
        </p:spPr>
        <p:txBody>
          <a:bodyPr/>
          <a:lstStyle>
            <a:lvl1pPr marL="342900" indent="-3429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ts val="2201"/>
              </a:lnSpc>
              <a:buNone/>
            </a:pPr>
            <a:r>
              <a:rPr lang="en-US" altLang="ko-KR" sz="1400" b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Vision Inspector Protocol : </a:t>
            </a:r>
            <a:r>
              <a:rPr lang="en-US" altLang="ko-KR" sz="1400" b="1" dirty="0" smtClean="0">
                <a:solidFill>
                  <a:schemeClr val="tx1">
                    <a:lumMod val="65000"/>
                    <a:lumOff val="35000"/>
                  </a:schemeClr>
                </a:solidFill>
              </a:rPr>
              <a:t>&lt;New DDA&gt;</a:t>
            </a:r>
            <a:endParaRPr lang="ko-KR" altLang="en-US" sz="1400" b="1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32408407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표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65933471"/>
              </p:ext>
            </p:extLst>
          </p:nvPr>
        </p:nvGraphicFramePr>
        <p:xfrm>
          <a:off x="364047" y="1831919"/>
          <a:ext cx="8927999" cy="2651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04036">
                  <a:extLst>
                    <a:ext uri="{9D8B030D-6E8A-4147-A177-3AD203B41FA5}">
                      <a16:colId xmlns="" xmlns:a16="http://schemas.microsoft.com/office/drawing/2014/main" val="20000"/>
                    </a:ext>
                  </a:extLst>
                </a:gridCol>
                <a:gridCol w="1786129">
                  <a:extLst>
                    <a:ext uri="{9D8B030D-6E8A-4147-A177-3AD203B41FA5}">
                      <a16:colId xmlns="" xmlns:a16="http://schemas.microsoft.com/office/drawing/2014/main" val="20001"/>
                    </a:ext>
                  </a:extLst>
                </a:gridCol>
                <a:gridCol w="4251844">
                  <a:extLst>
                    <a:ext uri="{9D8B030D-6E8A-4147-A177-3AD203B41FA5}">
                      <a16:colId xmlns="" xmlns:a16="http://schemas.microsoft.com/office/drawing/2014/main" val="20002"/>
                    </a:ext>
                  </a:extLst>
                </a:gridCol>
                <a:gridCol w="1985990">
                  <a:extLst>
                    <a:ext uri="{9D8B030D-6E8A-4147-A177-3AD203B41FA5}">
                      <a16:colId xmlns="" xmlns:a16="http://schemas.microsoft.com/office/drawing/2014/main" val="20003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dirty="0" smtClean="0">
                          <a:latin typeface="+mn-ea"/>
                          <a:ea typeface="+mn-ea"/>
                        </a:rPr>
                        <a:t>Command</a:t>
                      </a:r>
                      <a:endParaRPr lang="ko-KR" altLang="en-US" sz="1100" dirty="0">
                        <a:latin typeface="+mn-ea"/>
                        <a:ea typeface="+mn-ea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dirty="0" smtClean="0">
                          <a:latin typeface="+mn-ea"/>
                          <a:ea typeface="+mn-ea"/>
                        </a:rPr>
                        <a:t>Format</a:t>
                      </a:r>
                      <a:endParaRPr lang="ko-KR" altLang="en-US" sz="1100" dirty="0">
                        <a:latin typeface="+mn-ea"/>
                        <a:ea typeface="+mn-ea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dirty="0" err="1" smtClean="0">
                          <a:latin typeface="+mn-ea"/>
                          <a:ea typeface="+mn-ea"/>
                        </a:rPr>
                        <a:t>Desc</a:t>
                      </a:r>
                      <a:r>
                        <a:rPr lang="en-US" altLang="ko-KR" sz="1100" dirty="0" smtClean="0">
                          <a:latin typeface="+mn-ea"/>
                          <a:ea typeface="+mn-ea"/>
                        </a:rPr>
                        <a:t>.</a:t>
                      </a:r>
                      <a:endParaRPr lang="ko-KR" altLang="en-US" sz="1100" dirty="0">
                        <a:latin typeface="+mn-ea"/>
                        <a:ea typeface="+mn-ea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dirty="0" smtClean="0">
                          <a:latin typeface="+mn-ea"/>
                          <a:ea typeface="+mn-ea"/>
                        </a:rPr>
                        <a:t>Response</a:t>
                      </a:r>
                      <a:endParaRPr lang="ko-KR" altLang="en-US" sz="1100" dirty="0">
                        <a:latin typeface="+mn-ea"/>
                        <a:ea typeface="+mn-ea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="" xmlns:a16="http://schemas.microsoft.com/office/drawing/2014/main" val="10000"/>
                  </a:ext>
                </a:extLst>
              </a:tr>
              <a:tr h="35823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100" dirty="0" smtClean="0">
                          <a:latin typeface="+mn-ea"/>
                          <a:ea typeface="+mn-ea"/>
                        </a:rPr>
                        <a:t>RESULT</a:t>
                      </a:r>
                      <a:endParaRPr lang="en-US" altLang="ko-KR" sz="1100" dirty="0">
                        <a:latin typeface="+mn-ea"/>
                        <a:ea typeface="+mn-ea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100" dirty="0" smtClean="0">
                          <a:latin typeface="+mn-ea"/>
                          <a:ea typeface="+mn-ea"/>
                        </a:rPr>
                        <a:t>$</a:t>
                      </a:r>
                      <a:r>
                        <a:rPr lang="en-US" altLang="ko-KR" sz="1100" dirty="0" err="1" smtClean="0">
                          <a:latin typeface="+mn-ea"/>
                          <a:ea typeface="+mn-ea"/>
                        </a:rPr>
                        <a:t>RESULT:</a:t>
                      </a:r>
                      <a:r>
                        <a:rPr lang="en-US" altLang="ko-KR" sz="1100" i="1" dirty="0" err="1" smtClean="0">
                          <a:latin typeface="+mn-ea"/>
                          <a:ea typeface="+mn-ea"/>
                        </a:rPr>
                        <a:t>site,type,result,angle,x,y</a:t>
                      </a:r>
                      <a:r>
                        <a:rPr lang="en-US" altLang="ko-KR" sz="1100" dirty="0" smtClean="0">
                          <a:latin typeface="+mn-ea"/>
                          <a:ea typeface="+mn-ea"/>
                        </a:rPr>
                        <a:t>@</a:t>
                      </a:r>
                      <a:endParaRPr lang="ko-KR" altLang="en-US" sz="1100" dirty="0">
                        <a:latin typeface="+mn-ea"/>
                        <a:ea typeface="+mn-ea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00" dirty="0" smtClean="0">
                          <a:latin typeface="+mn-ea"/>
                          <a:ea typeface="+mn-ea"/>
                        </a:rPr>
                        <a:t>VISION </a:t>
                      </a:r>
                      <a:r>
                        <a:rPr lang="ko-KR" altLang="en-US" sz="1000" dirty="0" smtClean="0">
                          <a:latin typeface="+mn-ea"/>
                          <a:ea typeface="+mn-ea"/>
                        </a:rPr>
                        <a:t>검사 결과 전송</a:t>
                      </a:r>
                      <a:endParaRPr lang="en-US" altLang="ko-KR" sz="1000" dirty="0" smtClean="0">
                        <a:latin typeface="+mn-ea"/>
                        <a:ea typeface="+mn-ea"/>
                      </a:endParaRPr>
                    </a:p>
                    <a:p>
                      <a:pPr latinLnBrk="1"/>
                      <a:endParaRPr lang="en-US" altLang="ko-KR" sz="1000" dirty="0" smtClean="0">
                        <a:latin typeface="+mn-ea"/>
                        <a:ea typeface="+mn-ea"/>
                      </a:endParaRPr>
                    </a:p>
                    <a:p>
                      <a:pPr latinLnBrk="1"/>
                      <a:r>
                        <a:rPr lang="en-US" altLang="ko-KR" sz="1000" i="1" dirty="0" smtClean="0">
                          <a:latin typeface="+mn-ea"/>
                          <a:ea typeface="+mn-ea"/>
                        </a:rPr>
                        <a:t>▶site</a:t>
                      </a:r>
                      <a:r>
                        <a:rPr lang="en-US" altLang="ko-KR" sz="1000" dirty="0" smtClean="0">
                          <a:latin typeface="+mn-ea"/>
                          <a:ea typeface="+mn-ea"/>
                        </a:rPr>
                        <a:t> :   Wafer site no (1~2)</a:t>
                      </a:r>
                    </a:p>
                    <a:p>
                      <a:pPr latinLnBrk="1"/>
                      <a:r>
                        <a:rPr lang="en-US" altLang="ko-KR" sz="1000" i="1" dirty="0" smtClean="0">
                          <a:latin typeface="+mn-ea"/>
                          <a:ea typeface="+mn-ea"/>
                        </a:rPr>
                        <a:t>▶Type</a:t>
                      </a:r>
                      <a:r>
                        <a:rPr lang="en-US" altLang="ko-KR" sz="1000" dirty="0" smtClean="0">
                          <a:latin typeface="+mn-ea"/>
                          <a:ea typeface="+mn-ea"/>
                        </a:rPr>
                        <a:t> : (1: </a:t>
                      </a:r>
                      <a:r>
                        <a:rPr lang="ko-KR" altLang="en-US" sz="1000" smtClean="0">
                          <a:latin typeface="+mn-ea"/>
                          <a:ea typeface="+mn-ea"/>
                        </a:rPr>
                        <a:t>검사</a:t>
                      </a:r>
                      <a:r>
                        <a:rPr lang="en-US" altLang="ko-KR" sz="1000" dirty="0" smtClean="0">
                          <a:latin typeface="+mn-ea"/>
                          <a:ea typeface="+mn-ea"/>
                        </a:rPr>
                        <a:t>, 2: Calibration)</a:t>
                      </a:r>
                    </a:p>
                    <a:p>
                      <a:pPr latinLnBrk="1"/>
                      <a:r>
                        <a:rPr lang="en-US" altLang="ko-KR" sz="1000" i="1" baseline="0" dirty="0" smtClean="0">
                          <a:latin typeface="+mn-ea"/>
                          <a:ea typeface="+mn-ea"/>
                        </a:rPr>
                        <a:t>▶result</a:t>
                      </a:r>
                      <a:r>
                        <a:rPr lang="en-US" altLang="ko-KR" sz="1000" baseline="0" dirty="0" smtClean="0">
                          <a:latin typeface="+mn-ea"/>
                          <a:ea typeface="+mn-ea"/>
                        </a:rPr>
                        <a:t> : </a:t>
                      </a:r>
                      <a:r>
                        <a:rPr lang="ko-KR" altLang="en-US" sz="1000" baseline="0" smtClean="0">
                          <a:latin typeface="+mn-ea"/>
                          <a:ea typeface="+mn-ea"/>
                        </a:rPr>
                        <a:t>검사 결과 </a:t>
                      </a:r>
                      <a:r>
                        <a:rPr lang="en-US" altLang="ko-KR" sz="1000" baseline="0" dirty="0" smtClean="0">
                          <a:latin typeface="+mn-ea"/>
                          <a:ea typeface="+mn-ea"/>
                        </a:rPr>
                        <a:t>(P →</a:t>
                      </a:r>
                      <a:r>
                        <a:rPr lang="ko-KR" altLang="en-US" sz="1000" baseline="0" smtClean="0">
                          <a:latin typeface="+mn-ea"/>
                          <a:ea typeface="+mn-ea"/>
                        </a:rPr>
                        <a:t> 성공</a:t>
                      </a:r>
                      <a:r>
                        <a:rPr lang="en-US" altLang="ko-KR" sz="1000" baseline="0" dirty="0" smtClean="0">
                          <a:latin typeface="+mn-ea"/>
                          <a:ea typeface="+mn-ea"/>
                        </a:rPr>
                        <a:t>, F → </a:t>
                      </a:r>
                      <a:r>
                        <a:rPr lang="ko-KR" altLang="en-US" sz="1000" baseline="0" smtClean="0">
                          <a:latin typeface="+mn-ea"/>
                          <a:ea typeface="+mn-ea"/>
                        </a:rPr>
                        <a:t>실패</a:t>
                      </a:r>
                      <a:r>
                        <a:rPr lang="en-US" altLang="ko-KR" sz="1000" baseline="0" dirty="0" smtClean="0">
                          <a:latin typeface="+mn-ea"/>
                          <a:ea typeface="+mn-ea"/>
                        </a:rPr>
                        <a:t>, A → </a:t>
                      </a:r>
                      <a:r>
                        <a:rPr lang="ko-KR" altLang="en-US" sz="1000" baseline="0" smtClean="0">
                          <a:latin typeface="+mn-ea"/>
                          <a:ea typeface="+mn-ea"/>
                        </a:rPr>
                        <a:t>각도에러</a:t>
                      </a:r>
                      <a:r>
                        <a:rPr lang="en-US" altLang="ko-KR" sz="1000" baseline="0" dirty="0" smtClean="0">
                          <a:latin typeface="+mn-ea"/>
                          <a:ea typeface="+mn-ea"/>
                        </a:rPr>
                        <a:t>)</a:t>
                      </a:r>
                      <a:r>
                        <a:rPr lang="ko-KR" altLang="en-US" sz="1000" baseline="0" smtClean="0">
                          <a:latin typeface="+mn-ea"/>
                          <a:ea typeface="+mn-ea"/>
                        </a:rPr>
                        <a:t>  </a:t>
                      </a:r>
                      <a:endParaRPr lang="en-US" altLang="ko-KR" sz="1000" dirty="0" smtClean="0">
                        <a:latin typeface="+mn-ea"/>
                        <a:ea typeface="+mn-ea"/>
                      </a:endParaRPr>
                    </a:p>
                    <a:p>
                      <a:pPr latinLnBrk="1"/>
                      <a:r>
                        <a:rPr lang="en-US" altLang="ko-KR" sz="1000" i="1" dirty="0" smtClean="0">
                          <a:latin typeface="+mn-ea"/>
                          <a:ea typeface="+mn-ea"/>
                        </a:rPr>
                        <a:t>▶angle</a:t>
                      </a:r>
                      <a:r>
                        <a:rPr lang="en-US" altLang="ko-KR" sz="1000" dirty="0" smtClean="0">
                          <a:latin typeface="+mn-ea"/>
                          <a:ea typeface="+mn-ea"/>
                        </a:rPr>
                        <a:t> :  </a:t>
                      </a:r>
                      <a:r>
                        <a:rPr lang="ko-KR" altLang="en-US" sz="1000" smtClean="0">
                          <a:latin typeface="+mn-ea"/>
                          <a:ea typeface="+mn-ea"/>
                        </a:rPr>
                        <a:t>각도 </a:t>
                      </a:r>
                      <a:r>
                        <a:rPr lang="en-US" altLang="ko-KR" sz="1000" dirty="0" smtClean="0">
                          <a:latin typeface="+mn-ea"/>
                          <a:ea typeface="+mn-ea"/>
                        </a:rPr>
                        <a:t>(degree) </a:t>
                      </a:r>
                    </a:p>
                    <a:p>
                      <a:pPr latinLnBrk="1"/>
                      <a:r>
                        <a:rPr lang="en-US" altLang="ko-KR" sz="1000" i="1" dirty="0" smtClean="0">
                          <a:latin typeface="+mn-ea"/>
                          <a:ea typeface="+mn-ea"/>
                        </a:rPr>
                        <a:t>▶x</a:t>
                      </a:r>
                      <a:r>
                        <a:rPr lang="en-US" altLang="ko-KR" sz="1000" dirty="0" smtClean="0">
                          <a:latin typeface="+mn-ea"/>
                          <a:ea typeface="+mn-ea"/>
                        </a:rPr>
                        <a:t> :      Wafer</a:t>
                      </a:r>
                      <a:r>
                        <a:rPr lang="en-US" altLang="ko-KR" sz="1000" baseline="0" dirty="0" smtClean="0">
                          <a:latin typeface="+mn-ea"/>
                          <a:ea typeface="+mn-ea"/>
                        </a:rPr>
                        <a:t> Center X (Calibration </a:t>
                      </a:r>
                      <a:r>
                        <a:rPr lang="ko-KR" altLang="en-US" sz="1000" baseline="0" smtClean="0">
                          <a:latin typeface="+mn-ea"/>
                          <a:ea typeface="+mn-ea"/>
                        </a:rPr>
                        <a:t>일 경우는 </a:t>
                      </a:r>
                      <a:r>
                        <a:rPr lang="en-US" altLang="ko-KR" sz="1000" baseline="0" dirty="0" smtClean="0">
                          <a:latin typeface="+mn-ea"/>
                          <a:ea typeface="+mn-ea"/>
                        </a:rPr>
                        <a:t>NA)</a:t>
                      </a:r>
                      <a:endParaRPr lang="en-US" altLang="ko-KR" sz="1000" dirty="0" smtClean="0">
                        <a:latin typeface="+mn-ea"/>
                        <a:ea typeface="+mn-ea"/>
                      </a:endParaRPr>
                    </a:p>
                    <a:p>
                      <a:pPr latinLnBrk="1"/>
                      <a:r>
                        <a:rPr lang="en-US" altLang="ko-KR" sz="1000" i="1" dirty="0" smtClean="0">
                          <a:latin typeface="+mn-ea"/>
                          <a:ea typeface="+mn-ea"/>
                        </a:rPr>
                        <a:t>▶y</a:t>
                      </a:r>
                      <a:r>
                        <a:rPr lang="en-US" altLang="ko-KR" sz="1000" dirty="0" smtClean="0">
                          <a:latin typeface="+mn-ea"/>
                          <a:ea typeface="+mn-ea"/>
                        </a:rPr>
                        <a:t> :      Wafer</a:t>
                      </a:r>
                      <a:r>
                        <a:rPr lang="en-US" altLang="ko-KR" sz="1000" baseline="0" dirty="0" smtClean="0">
                          <a:latin typeface="+mn-ea"/>
                          <a:ea typeface="+mn-ea"/>
                        </a:rPr>
                        <a:t> Center Y (Calibration </a:t>
                      </a:r>
                      <a:r>
                        <a:rPr lang="ko-KR" altLang="en-US" sz="1000" baseline="0" smtClean="0">
                          <a:latin typeface="+mn-ea"/>
                          <a:ea typeface="+mn-ea"/>
                        </a:rPr>
                        <a:t>일 경우는 </a:t>
                      </a:r>
                      <a:r>
                        <a:rPr lang="en-US" altLang="ko-KR" sz="1000" baseline="0" dirty="0" smtClean="0">
                          <a:latin typeface="+mn-ea"/>
                          <a:ea typeface="+mn-ea"/>
                        </a:rPr>
                        <a:t>NA)</a:t>
                      </a:r>
                      <a:endParaRPr lang="en-US" altLang="ko-KR" sz="1000" dirty="0" smtClean="0">
                        <a:latin typeface="+mn-ea"/>
                        <a:ea typeface="+mn-ea"/>
                      </a:endParaRPr>
                    </a:p>
                    <a:p>
                      <a:pPr latinLnBrk="1"/>
                      <a:endParaRPr lang="en-US" altLang="ko-KR" sz="1000" dirty="0" smtClean="0">
                        <a:latin typeface="+mn-ea"/>
                        <a:ea typeface="+mn-ea"/>
                      </a:endParaRPr>
                    </a:p>
                    <a:p>
                      <a:pPr latinLnBrk="1"/>
                      <a:r>
                        <a:rPr lang="en-US" altLang="ko-KR" sz="1000" dirty="0" smtClean="0">
                          <a:latin typeface="+mn-ea"/>
                          <a:ea typeface="+mn-ea"/>
                        </a:rPr>
                        <a:t>Ex) $RESULT:1,1,P,1.5,3500,3500@ → Wafer </a:t>
                      </a:r>
                      <a:r>
                        <a:rPr lang="ko-KR" altLang="en-US" sz="1000" smtClean="0">
                          <a:latin typeface="+mn-ea"/>
                          <a:ea typeface="+mn-ea"/>
                        </a:rPr>
                        <a:t>검사 일 경우</a:t>
                      </a:r>
                      <a:endParaRPr lang="en-US" altLang="ko-KR" sz="1000" dirty="0" smtClean="0">
                        <a:latin typeface="+mn-ea"/>
                        <a:ea typeface="+mn-ea"/>
                      </a:endParaRPr>
                    </a:p>
                    <a:p>
                      <a:pPr latinLnBrk="1"/>
                      <a:r>
                        <a:rPr lang="en-US" altLang="ko-KR" sz="1000" dirty="0" smtClean="0">
                          <a:latin typeface="+mn-ea"/>
                          <a:ea typeface="+mn-ea"/>
                        </a:rPr>
                        <a:t>     $RESULT:1,2,P,1.5,NA,NA@ → Wafer Calibration</a:t>
                      </a:r>
                      <a:r>
                        <a:rPr lang="ko-KR" altLang="en-US" sz="1000" smtClean="0">
                          <a:latin typeface="+mn-ea"/>
                          <a:ea typeface="+mn-ea"/>
                        </a:rPr>
                        <a:t> 일 경우</a:t>
                      </a:r>
                      <a:endParaRPr lang="en-US" altLang="ko-KR" sz="1000" dirty="0" smtClean="0">
                        <a:latin typeface="+mn-ea"/>
                        <a:ea typeface="+mn-ea"/>
                      </a:endParaRPr>
                    </a:p>
                    <a:p>
                      <a:pPr latinLnBrk="1"/>
                      <a:endParaRPr lang="en-US" altLang="ko-KR" sz="1000" dirty="0" smtClean="0">
                        <a:latin typeface="+mn-ea"/>
                        <a:ea typeface="+mn-ea"/>
                      </a:endParaRPr>
                    </a:p>
                    <a:p>
                      <a:pPr latinLnBrk="1"/>
                      <a:r>
                        <a:rPr lang="en-US" altLang="ko-KR" sz="1000" dirty="0" smtClean="0">
                          <a:solidFill>
                            <a:srgbClr val="FF0000"/>
                          </a:solidFill>
                          <a:latin typeface="+mn-ea"/>
                          <a:ea typeface="+mn-ea"/>
                        </a:rPr>
                        <a:t>VISION</a:t>
                      </a:r>
                      <a:r>
                        <a:rPr lang="ko-KR" altLang="en-US" sz="1000" dirty="0" smtClean="0">
                          <a:solidFill>
                            <a:srgbClr val="FF0000"/>
                          </a:solidFill>
                          <a:latin typeface="+mn-ea"/>
                          <a:ea typeface="+mn-ea"/>
                        </a:rPr>
                        <a:t>검사 수행이 불가능한 경우 </a:t>
                      </a:r>
                      <a:endParaRPr lang="en-US" altLang="ko-KR" sz="1000" dirty="0" smtClean="0">
                        <a:solidFill>
                          <a:srgbClr val="FF0000"/>
                        </a:solidFill>
                        <a:latin typeface="+mn-ea"/>
                        <a:ea typeface="+mn-ea"/>
                      </a:endParaRP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baseline="0" dirty="0" smtClean="0">
                          <a:solidFill>
                            <a:srgbClr val="FF0000"/>
                          </a:solidFill>
                          <a:latin typeface="+mn-ea"/>
                          <a:ea typeface="+mn-ea"/>
                        </a:rPr>
                        <a:t>$</a:t>
                      </a:r>
                      <a:r>
                        <a:rPr lang="en-US" altLang="ko-KR" sz="1000" baseline="0" dirty="0" err="1" smtClean="0">
                          <a:solidFill>
                            <a:srgbClr val="FF0000"/>
                          </a:solidFill>
                          <a:latin typeface="+mn-ea"/>
                          <a:ea typeface="+mn-ea"/>
                        </a:rPr>
                        <a:t>SITE_STATUS:site,ERROR</a:t>
                      </a:r>
                      <a:r>
                        <a:rPr lang="en-US" altLang="ko-KR" sz="1000" baseline="0" dirty="0" smtClean="0">
                          <a:solidFill>
                            <a:srgbClr val="FF0000"/>
                          </a:solidFill>
                          <a:latin typeface="+mn-ea"/>
                          <a:ea typeface="+mn-ea"/>
                        </a:rPr>
                        <a:t>@    </a:t>
                      </a:r>
                      <a:r>
                        <a:rPr lang="ko-KR" altLang="en-US" sz="1000" baseline="0" dirty="0" smtClean="0">
                          <a:solidFill>
                            <a:srgbClr val="FF0000"/>
                          </a:solidFill>
                          <a:latin typeface="+mn-ea"/>
                          <a:ea typeface="+mn-ea"/>
                        </a:rPr>
                        <a:t>반환</a:t>
                      </a:r>
                      <a:endParaRPr lang="en-US" altLang="ko-KR" sz="1000" baseline="0" dirty="0" smtClean="0">
                        <a:solidFill>
                          <a:srgbClr val="FF0000"/>
                        </a:solidFill>
                        <a:latin typeface="+mn-ea"/>
                        <a:ea typeface="+mn-ea"/>
                      </a:endParaRP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1100" baseline="0" dirty="0" smtClean="0">
                        <a:solidFill>
                          <a:srgbClr val="FF0000"/>
                        </a:solidFill>
                        <a:latin typeface="+mn-ea"/>
                        <a:ea typeface="+mn-ea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100" dirty="0" smtClean="0">
                          <a:latin typeface="+mn-ea"/>
                          <a:ea typeface="+mn-ea"/>
                        </a:rPr>
                        <a:t>None</a:t>
                      </a:r>
                      <a:endParaRPr lang="ko-KR" altLang="en-US" sz="1100" dirty="0">
                        <a:latin typeface="+mn-ea"/>
                        <a:ea typeface="+mn-ea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=""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38" name="TextBox 37"/>
          <p:cNvSpPr txBox="1"/>
          <p:nvPr/>
        </p:nvSpPr>
        <p:spPr>
          <a:xfrm>
            <a:off x="381628" y="933208"/>
            <a:ext cx="4823905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100" dirty="0" smtClean="0">
                <a:latin typeface="+mn-ea"/>
              </a:rPr>
              <a:t>통신방식 </a:t>
            </a:r>
            <a:r>
              <a:rPr lang="en-US" altLang="ko-KR" sz="1100" dirty="0" smtClean="0">
                <a:latin typeface="+mn-ea"/>
              </a:rPr>
              <a:t>:  TCP/IP</a:t>
            </a:r>
          </a:p>
          <a:p>
            <a:r>
              <a:rPr lang="en-US" altLang="ko-KR" sz="1100" dirty="0" smtClean="0">
                <a:latin typeface="+mn-ea"/>
              </a:rPr>
              <a:t>Handler S/W : Client,         Vision S/W  : Server </a:t>
            </a:r>
            <a:endParaRPr lang="ko-KR" altLang="en-US" sz="1100">
              <a:latin typeface="+mn-ea"/>
            </a:endParaRPr>
          </a:p>
        </p:txBody>
      </p:sp>
      <p:sp>
        <p:nvSpPr>
          <p:cNvPr id="45" name="TextBox 44"/>
          <p:cNvSpPr txBox="1"/>
          <p:nvPr/>
        </p:nvSpPr>
        <p:spPr>
          <a:xfrm>
            <a:off x="356490" y="1539669"/>
            <a:ext cx="3074687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100" b="1" dirty="0" smtClean="0">
                <a:latin typeface="+mn-ea"/>
              </a:rPr>
              <a:t>Vision -&gt; Handler (Wafer Response)</a:t>
            </a:r>
            <a:endParaRPr lang="ko-KR" altLang="en-US" sz="1100" b="1">
              <a:latin typeface="+mn-ea"/>
            </a:endParaRPr>
          </a:p>
        </p:txBody>
      </p:sp>
      <p:sp>
        <p:nvSpPr>
          <p:cNvPr id="6" name="텍스트 개체 틀 10"/>
          <p:cNvSpPr txBox="1">
            <a:spLocks/>
          </p:cNvSpPr>
          <p:nvPr/>
        </p:nvSpPr>
        <p:spPr>
          <a:xfrm flipH="1">
            <a:off x="364050" y="481318"/>
            <a:ext cx="6295541" cy="340794"/>
          </a:xfrm>
          <a:prstGeom prst="rect">
            <a:avLst/>
          </a:prstGeom>
        </p:spPr>
        <p:txBody>
          <a:bodyPr/>
          <a:lstStyle>
            <a:lvl1pPr marL="342900" indent="-3429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ts val="2201"/>
              </a:lnSpc>
              <a:buNone/>
            </a:pPr>
            <a:r>
              <a:rPr lang="en-US" altLang="ko-KR" sz="1400" b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Vision Inspector Protocol : </a:t>
            </a:r>
            <a:r>
              <a:rPr lang="en-US" altLang="ko-KR" sz="1400" b="1" dirty="0" smtClean="0">
                <a:solidFill>
                  <a:schemeClr val="tx1">
                    <a:lumMod val="65000"/>
                    <a:lumOff val="35000"/>
                  </a:schemeClr>
                </a:solidFill>
              </a:rPr>
              <a:t>&lt;New DDA&gt;</a:t>
            </a:r>
            <a:endParaRPr lang="ko-KR" altLang="en-US" sz="1400" b="1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9259214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표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89978264"/>
              </p:ext>
            </p:extLst>
          </p:nvPr>
        </p:nvGraphicFramePr>
        <p:xfrm>
          <a:off x="364047" y="1831919"/>
          <a:ext cx="8927999" cy="2499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04036">
                  <a:extLst>
                    <a:ext uri="{9D8B030D-6E8A-4147-A177-3AD203B41FA5}">
                      <a16:colId xmlns="" xmlns:a16="http://schemas.microsoft.com/office/drawing/2014/main" val="20000"/>
                    </a:ext>
                  </a:extLst>
                </a:gridCol>
                <a:gridCol w="1786129">
                  <a:extLst>
                    <a:ext uri="{9D8B030D-6E8A-4147-A177-3AD203B41FA5}">
                      <a16:colId xmlns="" xmlns:a16="http://schemas.microsoft.com/office/drawing/2014/main" val="20001"/>
                    </a:ext>
                  </a:extLst>
                </a:gridCol>
                <a:gridCol w="4251844">
                  <a:extLst>
                    <a:ext uri="{9D8B030D-6E8A-4147-A177-3AD203B41FA5}">
                      <a16:colId xmlns="" xmlns:a16="http://schemas.microsoft.com/office/drawing/2014/main" val="20002"/>
                    </a:ext>
                  </a:extLst>
                </a:gridCol>
                <a:gridCol w="1985990">
                  <a:extLst>
                    <a:ext uri="{9D8B030D-6E8A-4147-A177-3AD203B41FA5}">
                      <a16:colId xmlns="" xmlns:a16="http://schemas.microsoft.com/office/drawing/2014/main" val="20003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dirty="0" smtClean="0">
                          <a:latin typeface="+mn-ea"/>
                          <a:ea typeface="+mn-ea"/>
                        </a:rPr>
                        <a:t>Command</a:t>
                      </a:r>
                      <a:endParaRPr lang="ko-KR" altLang="en-US" sz="1100" dirty="0">
                        <a:latin typeface="+mn-ea"/>
                        <a:ea typeface="+mn-ea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dirty="0" smtClean="0">
                          <a:latin typeface="+mn-ea"/>
                          <a:ea typeface="+mn-ea"/>
                        </a:rPr>
                        <a:t>Format</a:t>
                      </a:r>
                      <a:endParaRPr lang="ko-KR" altLang="en-US" sz="1100" dirty="0">
                        <a:latin typeface="+mn-ea"/>
                        <a:ea typeface="+mn-ea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dirty="0" err="1" smtClean="0">
                          <a:latin typeface="+mn-ea"/>
                          <a:ea typeface="+mn-ea"/>
                        </a:rPr>
                        <a:t>Desc</a:t>
                      </a:r>
                      <a:r>
                        <a:rPr lang="en-US" altLang="ko-KR" sz="1100" dirty="0" smtClean="0">
                          <a:latin typeface="+mn-ea"/>
                          <a:ea typeface="+mn-ea"/>
                        </a:rPr>
                        <a:t>.</a:t>
                      </a:r>
                      <a:endParaRPr lang="ko-KR" altLang="en-US" sz="1100" dirty="0">
                        <a:latin typeface="+mn-ea"/>
                        <a:ea typeface="+mn-ea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dirty="0" smtClean="0">
                          <a:latin typeface="+mn-ea"/>
                          <a:ea typeface="+mn-ea"/>
                        </a:rPr>
                        <a:t>Response</a:t>
                      </a:r>
                      <a:endParaRPr lang="ko-KR" altLang="en-US" sz="1100" dirty="0">
                        <a:latin typeface="+mn-ea"/>
                        <a:ea typeface="+mn-ea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="" xmlns:a16="http://schemas.microsoft.com/office/drawing/2014/main" val="10000"/>
                  </a:ext>
                </a:extLst>
              </a:tr>
              <a:tr h="35823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100" dirty="0" smtClean="0">
                          <a:latin typeface="+mn-ea"/>
                          <a:ea typeface="+mn-ea"/>
                        </a:rPr>
                        <a:t>RESULT</a:t>
                      </a:r>
                      <a:endParaRPr lang="en-US" altLang="ko-KR" sz="1100" dirty="0">
                        <a:latin typeface="+mn-ea"/>
                        <a:ea typeface="+mn-ea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100" dirty="0" smtClean="0">
                          <a:latin typeface="+mn-ea"/>
                          <a:ea typeface="+mn-ea"/>
                        </a:rPr>
                        <a:t>$</a:t>
                      </a:r>
                      <a:r>
                        <a:rPr lang="en-US" altLang="ko-KR" sz="1100" dirty="0" err="1" smtClean="0">
                          <a:latin typeface="+mn-ea"/>
                          <a:ea typeface="+mn-ea"/>
                        </a:rPr>
                        <a:t>RESULT:</a:t>
                      </a:r>
                      <a:r>
                        <a:rPr lang="en-US" altLang="ko-KR" sz="1100" i="1" dirty="0" err="1" smtClean="0">
                          <a:latin typeface="+mn-ea"/>
                          <a:ea typeface="+mn-ea"/>
                        </a:rPr>
                        <a:t>site,type,result,angle,x,y</a:t>
                      </a:r>
                      <a:r>
                        <a:rPr lang="en-US" altLang="ko-KR" sz="1100" dirty="0" smtClean="0">
                          <a:latin typeface="+mn-ea"/>
                          <a:ea typeface="+mn-ea"/>
                        </a:rPr>
                        <a:t>@</a:t>
                      </a:r>
                      <a:endParaRPr lang="ko-KR" altLang="en-US" sz="1100" dirty="0">
                        <a:latin typeface="+mn-ea"/>
                        <a:ea typeface="+mn-ea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00" dirty="0" smtClean="0">
                          <a:latin typeface="+mn-ea"/>
                          <a:ea typeface="+mn-ea"/>
                        </a:rPr>
                        <a:t>VISION </a:t>
                      </a:r>
                      <a:r>
                        <a:rPr lang="ko-KR" altLang="en-US" sz="1000" dirty="0" smtClean="0">
                          <a:latin typeface="+mn-ea"/>
                          <a:ea typeface="+mn-ea"/>
                        </a:rPr>
                        <a:t>검사 결과 전송</a:t>
                      </a:r>
                      <a:endParaRPr lang="en-US" altLang="ko-KR" sz="1000" dirty="0" smtClean="0">
                        <a:latin typeface="+mn-ea"/>
                        <a:ea typeface="+mn-ea"/>
                      </a:endParaRPr>
                    </a:p>
                    <a:p>
                      <a:pPr latinLnBrk="1"/>
                      <a:endParaRPr lang="en-US" altLang="ko-KR" sz="1000" dirty="0" smtClean="0">
                        <a:latin typeface="+mn-ea"/>
                        <a:ea typeface="+mn-ea"/>
                      </a:endParaRPr>
                    </a:p>
                    <a:p>
                      <a:pPr latinLnBrk="1"/>
                      <a:r>
                        <a:rPr lang="en-US" altLang="ko-KR" sz="1000" i="1" dirty="0" smtClean="0">
                          <a:latin typeface="+mn-ea"/>
                          <a:ea typeface="+mn-ea"/>
                        </a:rPr>
                        <a:t>▶site</a:t>
                      </a:r>
                      <a:r>
                        <a:rPr lang="en-US" altLang="ko-KR" sz="1000" dirty="0" smtClean="0">
                          <a:latin typeface="+mn-ea"/>
                          <a:ea typeface="+mn-ea"/>
                        </a:rPr>
                        <a:t> :   Top site no (3~4)</a:t>
                      </a:r>
                    </a:p>
                    <a:p>
                      <a:pPr latinLnBrk="1"/>
                      <a:r>
                        <a:rPr lang="en-US" altLang="ko-KR" sz="1000" i="1" dirty="0" smtClean="0">
                          <a:latin typeface="+mn-ea"/>
                          <a:ea typeface="+mn-ea"/>
                        </a:rPr>
                        <a:t>▶type</a:t>
                      </a:r>
                      <a:r>
                        <a:rPr lang="en-US" altLang="ko-KR" sz="1000" dirty="0" smtClean="0">
                          <a:latin typeface="+mn-ea"/>
                          <a:ea typeface="+mn-ea"/>
                        </a:rPr>
                        <a:t> : (2: Calibration)</a:t>
                      </a:r>
                    </a:p>
                    <a:p>
                      <a:pPr latinLnBrk="1"/>
                      <a:r>
                        <a:rPr lang="en-US" altLang="ko-KR" sz="1000" i="1" baseline="0" dirty="0" smtClean="0">
                          <a:latin typeface="+mn-ea"/>
                          <a:ea typeface="+mn-ea"/>
                        </a:rPr>
                        <a:t>▶result</a:t>
                      </a:r>
                      <a:r>
                        <a:rPr lang="en-US" altLang="ko-KR" sz="1000" baseline="0" dirty="0" smtClean="0">
                          <a:latin typeface="+mn-ea"/>
                          <a:ea typeface="+mn-ea"/>
                        </a:rPr>
                        <a:t> : </a:t>
                      </a:r>
                      <a:r>
                        <a:rPr lang="ko-KR" altLang="en-US" sz="1000" baseline="0" smtClean="0">
                          <a:latin typeface="+mn-ea"/>
                          <a:ea typeface="+mn-ea"/>
                        </a:rPr>
                        <a:t>검사 결과 </a:t>
                      </a:r>
                      <a:r>
                        <a:rPr lang="en-US" altLang="ko-KR" sz="1000" baseline="0" dirty="0" smtClean="0">
                          <a:latin typeface="+mn-ea"/>
                          <a:ea typeface="+mn-ea"/>
                        </a:rPr>
                        <a:t>(P →</a:t>
                      </a:r>
                      <a:r>
                        <a:rPr lang="ko-KR" altLang="en-US" sz="1000" baseline="0" smtClean="0">
                          <a:latin typeface="+mn-ea"/>
                          <a:ea typeface="+mn-ea"/>
                        </a:rPr>
                        <a:t> 성공</a:t>
                      </a:r>
                      <a:r>
                        <a:rPr lang="en-US" altLang="ko-KR" sz="1000" baseline="0" dirty="0" smtClean="0">
                          <a:latin typeface="+mn-ea"/>
                          <a:ea typeface="+mn-ea"/>
                        </a:rPr>
                        <a:t>, F → </a:t>
                      </a:r>
                      <a:r>
                        <a:rPr lang="ko-KR" altLang="en-US" sz="1000" baseline="0" smtClean="0">
                          <a:latin typeface="+mn-ea"/>
                          <a:ea typeface="+mn-ea"/>
                        </a:rPr>
                        <a:t>실패</a:t>
                      </a:r>
                      <a:r>
                        <a:rPr lang="en-US" altLang="ko-KR" sz="1000" baseline="0" dirty="0" smtClean="0">
                          <a:latin typeface="+mn-ea"/>
                          <a:ea typeface="+mn-ea"/>
                        </a:rPr>
                        <a:t>)</a:t>
                      </a:r>
                      <a:r>
                        <a:rPr lang="ko-KR" altLang="en-US" sz="1000" baseline="0" smtClean="0">
                          <a:latin typeface="+mn-ea"/>
                          <a:ea typeface="+mn-ea"/>
                        </a:rPr>
                        <a:t>  </a:t>
                      </a:r>
                      <a:endParaRPr lang="en-US" altLang="ko-KR" sz="1000" dirty="0" smtClean="0">
                        <a:latin typeface="+mn-ea"/>
                        <a:ea typeface="+mn-ea"/>
                      </a:endParaRPr>
                    </a:p>
                    <a:p>
                      <a:pPr latinLnBrk="1"/>
                      <a:r>
                        <a:rPr lang="en-US" altLang="ko-KR" sz="1000" i="1" dirty="0" smtClean="0">
                          <a:latin typeface="+mn-ea"/>
                          <a:ea typeface="+mn-ea"/>
                        </a:rPr>
                        <a:t>▶angle</a:t>
                      </a:r>
                      <a:r>
                        <a:rPr lang="en-US" altLang="ko-KR" sz="1000" dirty="0" smtClean="0">
                          <a:latin typeface="+mn-ea"/>
                          <a:ea typeface="+mn-ea"/>
                        </a:rPr>
                        <a:t> :  NA </a:t>
                      </a:r>
                    </a:p>
                    <a:p>
                      <a:pPr latinLnBrk="1"/>
                      <a:r>
                        <a:rPr lang="en-US" altLang="ko-KR" sz="1000" i="1" dirty="0" smtClean="0">
                          <a:latin typeface="+mn-ea"/>
                          <a:ea typeface="+mn-ea"/>
                        </a:rPr>
                        <a:t>▶x</a:t>
                      </a:r>
                      <a:r>
                        <a:rPr lang="en-US" altLang="ko-KR" sz="1000" dirty="0" smtClean="0">
                          <a:latin typeface="+mn-ea"/>
                          <a:ea typeface="+mn-ea"/>
                        </a:rPr>
                        <a:t> :      x offset (mm)</a:t>
                      </a:r>
                    </a:p>
                    <a:p>
                      <a:pPr latinLnBrk="1"/>
                      <a:r>
                        <a:rPr lang="en-US" altLang="ko-KR" sz="1000" i="1" dirty="0" smtClean="0">
                          <a:latin typeface="+mn-ea"/>
                          <a:ea typeface="+mn-ea"/>
                        </a:rPr>
                        <a:t>▶y</a:t>
                      </a:r>
                      <a:r>
                        <a:rPr lang="en-US" altLang="ko-KR" sz="1000" dirty="0" smtClean="0">
                          <a:latin typeface="+mn-ea"/>
                          <a:ea typeface="+mn-ea"/>
                        </a:rPr>
                        <a:t> :      y offset (mm)</a:t>
                      </a:r>
                      <a:r>
                        <a:rPr lang="ko-KR" altLang="en-US" sz="1000" smtClean="0">
                          <a:latin typeface="+mn-ea"/>
                          <a:ea typeface="+mn-ea"/>
                        </a:rPr>
                        <a:t> </a:t>
                      </a:r>
                      <a:endParaRPr lang="en-US" altLang="ko-KR" sz="1000" dirty="0" smtClean="0">
                        <a:latin typeface="+mn-ea"/>
                        <a:ea typeface="+mn-ea"/>
                      </a:endParaRPr>
                    </a:p>
                    <a:p>
                      <a:pPr latinLnBrk="1"/>
                      <a:endParaRPr lang="en-US" altLang="ko-KR" sz="1000" dirty="0" smtClean="0">
                        <a:latin typeface="+mn-ea"/>
                        <a:ea typeface="+mn-ea"/>
                      </a:endParaRPr>
                    </a:p>
                    <a:p>
                      <a:pPr latinLnBrk="1"/>
                      <a:r>
                        <a:rPr lang="en-US" altLang="ko-KR" sz="1000" dirty="0" smtClean="0">
                          <a:latin typeface="+mn-ea"/>
                          <a:ea typeface="+mn-ea"/>
                        </a:rPr>
                        <a:t>Ex) $RESULT:3,2,P,NA,1.5,1.1@</a:t>
                      </a:r>
                    </a:p>
                    <a:p>
                      <a:pPr latinLnBrk="1"/>
                      <a:endParaRPr lang="en-US" altLang="ko-KR" sz="1000" dirty="0" smtClean="0">
                        <a:latin typeface="+mn-ea"/>
                        <a:ea typeface="+mn-ea"/>
                      </a:endParaRPr>
                    </a:p>
                    <a:p>
                      <a:pPr latinLnBrk="1"/>
                      <a:r>
                        <a:rPr lang="en-US" altLang="ko-KR" sz="1000" dirty="0" smtClean="0">
                          <a:solidFill>
                            <a:srgbClr val="FF0000"/>
                          </a:solidFill>
                          <a:latin typeface="+mn-ea"/>
                          <a:ea typeface="+mn-ea"/>
                        </a:rPr>
                        <a:t>VISION</a:t>
                      </a:r>
                      <a:r>
                        <a:rPr lang="ko-KR" altLang="en-US" sz="1000" dirty="0" smtClean="0">
                          <a:solidFill>
                            <a:srgbClr val="FF0000"/>
                          </a:solidFill>
                          <a:latin typeface="+mn-ea"/>
                          <a:ea typeface="+mn-ea"/>
                        </a:rPr>
                        <a:t>검사 수행이 불가능한 경우 </a:t>
                      </a:r>
                      <a:endParaRPr lang="en-US" altLang="ko-KR" sz="1000" dirty="0" smtClean="0">
                        <a:solidFill>
                          <a:srgbClr val="FF0000"/>
                        </a:solidFill>
                        <a:latin typeface="+mn-ea"/>
                        <a:ea typeface="+mn-ea"/>
                      </a:endParaRP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baseline="0" dirty="0" smtClean="0">
                          <a:solidFill>
                            <a:srgbClr val="FF0000"/>
                          </a:solidFill>
                          <a:latin typeface="+mn-ea"/>
                          <a:ea typeface="+mn-ea"/>
                        </a:rPr>
                        <a:t>$</a:t>
                      </a:r>
                      <a:r>
                        <a:rPr lang="en-US" altLang="ko-KR" sz="1000" baseline="0" dirty="0" err="1" smtClean="0">
                          <a:solidFill>
                            <a:srgbClr val="FF0000"/>
                          </a:solidFill>
                          <a:latin typeface="+mn-ea"/>
                          <a:ea typeface="+mn-ea"/>
                        </a:rPr>
                        <a:t>SITE_STATUS:site,ERROR</a:t>
                      </a:r>
                      <a:r>
                        <a:rPr lang="en-US" altLang="ko-KR" sz="1000" baseline="0" dirty="0" smtClean="0">
                          <a:solidFill>
                            <a:srgbClr val="FF0000"/>
                          </a:solidFill>
                          <a:latin typeface="+mn-ea"/>
                          <a:ea typeface="+mn-ea"/>
                        </a:rPr>
                        <a:t>@    </a:t>
                      </a:r>
                      <a:r>
                        <a:rPr lang="ko-KR" altLang="en-US" sz="1000" baseline="0" dirty="0" smtClean="0">
                          <a:solidFill>
                            <a:srgbClr val="FF0000"/>
                          </a:solidFill>
                          <a:latin typeface="+mn-ea"/>
                          <a:ea typeface="+mn-ea"/>
                        </a:rPr>
                        <a:t>반환</a:t>
                      </a:r>
                      <a:endParaRPr lang="en-US" altLang="ko-KR" sz="1000" baseline="0" dirty="0" smtClean="0">
                        <a:solidFill>
                          <a:srgbClr val="FF0000"/>
                        </a:solidFill>
                        <a:latin typeface="+mn-ea"/>
                        <a:ea typeface="+mn-ea"/>
                      </a:endParaRP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1100" baseline="0" dirty="0" smtClean="0">
                        <a:solidFill>
                          <a:srgbClr val="FF0000"/>
                        </a:solidFill>
                        <a:latin typeface="+mn-ea"/>
                        <a:ea typeface="+mn-ea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100" dirty="0" smtClean="0">
                          <a:latin typeface="+mn-ea"/>
                          <a:ea typeface="+mn-ea"/>
                        </a:rPr>
                        <a:t>None</a:t>
                      </a:r>
                      <a:endParaRPr lang="ko-KR" altLang="en-US" sz="1100" dirty="0">
                        <a:latin typeface="+mn-ea"/>
                        <a:ea typeface="+mn-ea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=""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38" name="TextBox 37"/>
          <p:cNvSpPr txBox="1"/>
          <p:nvPr/>
        </p:nvSpPr>
        <p:spPr>
          <a:xfrm>
            <a:off x="381628" y="933208"/>
            <a:ext cx="4823905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100" dirty="0" smtClean="0">
                <a:latin typeface="+mn-ea"/>
              </a:rPr>
              <a:t>통신방식 </a:t>
            </a:r>
            <a:r>
              <a:rPr lang="en-US" altLang="ko-KR" sz="1100" dirty="0" smtClean="0">
                <a:latin typeface="+mn-ea"/>
              </a:rPr>
              <a:t>:  TCP/IP</a:t>
            </a:r>
          </a:p>
          <a:p>
            <a:r>
              <a:rPr lang="en-US" altLang="ko-KR" sz="1100" dirty="0" smtClean="0">
                <a:latin typeface="+mn-ea"/>
              </a:rPr>
              <a:t>Handler S/W : Client,         Vision S/W  : Server </a:t>
            </a:r>
            <a:endParaRPr lang="ko-KR" altLang="en-US" sz="1100">
              <a:latin typeface="+mn-ea"/>
            </a:endParaRPr>
          </a:p>
        </p:txBody>
      </p:sp>
      <p:sp>
        <p:nvSpPr>
          <p:cNvPr id="45" name="TextBox 44"/>
          <p:cNvSpPr txBox="1"/>
          <p:nvPr/>
        </p:nvSpPr>
        <p:spPr>
          <a:xfrm>
            <a:off x="356490" y="1539669"/>
            <a:ext cx="2630550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100" b="1" dirty="0" smtClean="0">
                <a:latin typeface="+mn-ea"/>
              </a:rPr>
              <a:t>Vision -&gt; Handler (Top Response)</a:t>
            </a:r>
            <a:endParaRPr lang="ko-KR" altLang="en-US" sz="1100" b="1">
              <a:latin typeface="+mn-ea"/>
            </a:endParaRPr>
          </a:p>
        </p:txBody>
      </p:sp>
      <p:sp>
        <p:nvSpPr>
          <p:cNvPr id="6" name="텍스트 개체 틀 10"/>
          <p:cNvSpPr txBox="1">
            <a:spLocks/>
          </p:cNvSpPr>
          <p:nvPr/>
        </p:nvSpPr>
        <p:spPr>
          <a:xfrm flipH="1">
            <a:off x="364050" y="481318"/>
            <a:ext cx="6295541" cy="340794"/>
          </a:xfrm>
          <a:prstGeom prst="rect">
            <a:avLst/>
          </a:prstGeom>
        </p:spPr>
        <p:txBody>
          <a:bodyPr/>
          <a:lstStyle>
            <a:lvl1pPr marL="342900" indent="-3429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ts val="2201"/>
              </a:lnSpc>
              <a:buNone/>
            </a:pPr>
            <a:r>
              <a:rPr lang="en-US" altLang="ko-KR" sz="1400" b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Vision Inspector Protocol : </a:t>
            </a:r>
            <a:r>
              <a:rPr lang="en-US" altLang="ko-KR" sz="1400" b="1" dirty="0" smtClean="0">
                <a:solidFill>
                  <a:schemeClr val="tx1">
                    <a:lumMod val="65000"/>
                    <a:lumOff val="35000"/>
                  </a:schemeClr>
                </a:solidFill>
              </a:rPr>
              <a:t>&lt;New DDA&gt;</a:t>
            </a:r>
            <a:endParaRPr lang="ko-KR" altLang="en-US" sz="1400" b="1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72318675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표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05315447"/>
              </p:ext>
            </p:extLst>
          </p:nvPr>
        </p:nvGraphicFramePr>
        <p:xfrm>
          <a:off x="364047" y="1831919"/>
          <a:ext cx="8927999" cy="2956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04036">
                  <a:extLst>
                    <a:ext uri="{9D8B030D-6E8A-4147-A177-3AD203B41FA5}">
                      <a16:colId xmlns="" xmlns:a16="http://schemas.microsoft.com/office/drawing/2014/main" val="20000"/>
                    </a:ext>
                  </a:extLst>
                </a:gridCol>
                <a:gridCol w="1786129">
                  <a:extLst>
                    <a:ext uri="{9D8B030D-6E8A-4147-A177-3AD203B41FA5}">
                      <a16:colId xmlns="" xmlns:a16="http://schemas.microsoft.com/office/drawing/2014/main" val="20001"/>
                    </a:ext>
                  </a:extLst>
                </a:gridCol>
                <a:gridCol w="4574497">
                  <a:extLst>
                    <a:ext uri="{9D8B030D-6E8A-4147-A177-3AD203B41FA5}">
                      <a16:colId xmlns="" xmlns:a16="http://schemas.microsoft.com/office/drawing/2014/main" val="20002"/>
                    </a:ext>
                  </a:extLst>
                </a:gridCol>
                <a:gridCol w="1663337">
                  <a:extLst>
                    <a:ext uri="{9D8B030D-6E8A-4147-A177-3AD203B41FA5}">
                      <a16:colId xmlns="" xmlns:a16="http://schemas.microsoft.com/office/drawing/2014/main" val="20003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dirty="0" smtClean="0">
                          <a:latin typeface="+mn-ea"/>
                          <a:ea typeface="+mn-ea"/>
                        </a:rPr>
                        <a:t>Command</a:t>
                      </a:r>
                      <a:endParaRPr lang="ko-KR" altLang="en-US" sz="1100" dirty="0">
                        <a:latin typeface="+mn-ea"/>
                        <a:ea typeface="+mn-ea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dirty="0" smtClean="0">
                          <a:latin typeface="+mn-ea"/>
                          <a:ea typeface="+mn-ea"/>
                        </a:rPr>
                        <a:t>Format</a:t>
                      </a:r>
                      <a:endParaRPr lang="ko-KR" altLang="en-US" sz="1100" dirty="0">
                        <a:latin typeface="+mn-ea"/>
                        <a:ea typeface="+mn-ea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dirty="0" err="1" smtClean="0">
                          <a:latin typeface="+mn-ea"/>
                          <a:ea typeface="+mn-ea"/>
                        </a:rPr>
                        <a:t>Desc</a:t>
                      </a:r>
                      <a:r>
                        <a:rPr lang="en-US" altLang="ko-KR" sz="1100" dirty="0" smtClean="0">
                          <a:latin typeface="+mn-ea"/>
                          <a:ea typeface="+mn-ea"/>
                        </a:rPr>
                        <a:t>.</a:t>
                      </a:r>
                      <a:endParaRPr lang="ko-KR" altLang="en-US" sz="1100" dirty="0">
                        <a:latin typeface="+mn-ea"/>
                        <a:ea typeface="+mn-ea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dirty="0" smtClean="0">
                          <a:latin typeface="+mn-ea"/>
                          <a:ea typeface="+mn-ea"/>
                        </a:rPr>
                        <a:t>Response</a:t>
                      </a:r>
                      <a:endParaRPr lang="ko-KR" altLang="en-US" sz="1100" dirty="0">
                        <a:latin typeface="+mn-ea"/>
                        <a:ea typeface="+mn-ea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="" xmlns:a16="http://schemas.microsoft.com/office/drawing/2014/main" val="10000"/>
                  </a:ext>
                </a:extLst>
              </a:tr>
              <a:tr h="35823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100" dirty="0" smtClean="0">
                          <a:latin typeface="+mn-ea"/>
                          <a:ea typeface="+mn-ea"/>
                        </a:rPr>
                        <a:t>RESULT</a:t>
                      </a:r>
                      <a:endParaRPr lang="en-US" altLang="ko-KR" sz="1100" dirty="0">
                        <a:latin typeface="+mn-ea"/>
                        <a:ea typeface="+mn-ea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100" dirty="0" smtClean="0">
                          <a:latin typeface="+mn-ea"/>
                          <a:ea typeface="+mn-ea"/>
                        </a:rPr>
                        <a:t>$</a:t>
                      </a:r>
                      <a:r>
                        <a:rPr lang="en-US" altLang="ko-KR" sz="1100" dirty="0" err="1" smtClean="0">
                          <a:latin typeface="+mn-ea"/>
                          <a:ea typeface="+mn-ea"/>
                        </a:rPr>
                        <a:t>RESULT:</a:t>
                      </a:r>
                      <a:r>
                        <a:rPr lang="en-US" altLang="ko-KR" sz="1100" i="1" dirty="0" err="1" smtClean="0">
                          <a:latin typeface="+mn-ea"/>
                          <a:ea typeface="+mn-ea"/>
                        </a:rPr>
                        <a:t>site,type,result,angle,x,y</a:t>
                      </a:r>
                      <a:r>
                        <a:rPr lang="en-US" altLang="ko-KR" sz="1100" dirty="0" smtClean="0">
                          <a:latin typeface="+mn-ea"/>
                          <a:ea typeface="+mn-ea"/>
                        </a:rPr>
                        <a:t>@</a:t>
                      </a:r>
                      <a:endParaRPr lang="ko-KR" altLang="en-US" sz="1100" dirty="0">
                        <a:latin typeface="+mn-ea"/>
                        <a:ea typeface="+mn-ea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00" dirty="0" smtClean="0">
                          <a:latin typeface="+mn-ea"/>
                          <a:ea typeface="+mn-ea"/>
                        </a:rPr>
                        <a:t>VISION </a:t>
                      </a:r>
                      <a:r>
                        <a:rPr lang="ko-KR" altLang="en-US" sz="1000" dirty="0" smtClean="0">
                          <a:latin typeface="+mn-ea"/>
                          <a:ea typeface="+mn-ea"/>
                        </a:rPr>
                        <a:t>검사 결과 전송</a:t>
                      </a:r>
                      <a:endParaRPr lang="en-US" altLang="ko-KR" sz="1000" dirty="0" smtClean="0">
                        <a:latin typeface="+mn-ea"/>
                        <a:ea typeface="+mn-ea"/>
                      </a:endParaRPr>
                    </a:p>
                    <a:p>
                      <a:pPr latinLnBrk="1"/>
                      <a:endParaRPr lang="en-US" altLang="ko-KR" sz="1000" dirty="0" smtClean="0">
                        <a:latin typeface="+mn-ea"/>
                        <a:ea typeface="+mn-ea"/>
                      </a:endParaRPr>
                    </a:p>
                    <a:p>
                      <a:pPr latinLnBrk="1"/>
                      <a:r>
                        <a:rPr lang="en-US" altLang="ko-KR" sz="1000" i="1" dirty="0" smtClean="0">
                          <a:latin typeface="+mn-ea"/>
                          <a:ea typeface="+mn-ea"/>
                        </a:rPr>
                        <a:t>▶site</a:t>
                      </a:r>
                      <a:r>
                        <a:rPr lang="en-US" altLang="ko-KR" sz="1000" dirty="0" smtClean="0">
                          <a:latin typeface="+mn-ea"/>
                          <a:ea typeface="+mn-ea"/>
                        </a:rPr>
                        <a:t> :   Bottom site no (5~6)</a:t>
                      </a:r>
                    </a:p>
                    <a:p>
                      <a:pPr latinLnBrk="1"/>
                      <a:r>
                        <a:rPr lang="en-US" altLang="ko-KR" sz="1000" i="1" dirty="0" smtClean="0">
                          <a:latin typeface="+mn-ea"/>
                          <a:ea typeface="+mn-ea"/>
                        </a:rPr>
                        <a:t>▶type</a:t>
                      </a:r>
                      <a:r>
                        <a:rPr lang="en-US" altLang="ko-KR" sz="1000" dirty="0" smtClean="0">
                          <a:latin typeface="+mn-ea"/>
                          <a:ea typeface="+mn-ea"/>
                        </a:rPr>
                        <a:t> : (1: </a:t>
                      </a:r>
                      <a:r>
                        <a:rPr lang="ko-KR" altLang="en-US" sz="1000" smtClean="0">
                          <a:latin typeface="+mn-ea"/>
                          <a:ea typeface="+mn-ea"/>
                        </a:rPr>
                        <a:t>검사</a:t>
                      </a:r>
                      <a:r>
                        <a:rPr lang="en-US" altLang="ko-KR" sz="1000" dirty="0" smtClean="0">
                          <a:latin typeface="+mn-ea"/>
                          <a:ea typeface="+mn-ea"/>
                        </a:rPr>
                        <a:t>, 2: Calibration)</a:t>
                      </a: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i="0" dirty="0" smtClean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            ┌</a:t>
                      </a:r>
                      <a:r>
                        <a:rPr lang="en-US" altLang="ko-KR" sz="1000" i="0" dirty="0" smtClean="0">
                          <a:latin typeface="+mn-ea"/>
                          <a:ea typeface="+mn-ea"/>
                        </a:rPr>
                        <a:t> </a:t>
                      </a:r>
                      <a:r>
                        <a:rPr lang="en-US" altLang="ko-KR" sz="1000" i="1" dirty="0" smtClean="0">
                          <a:latin typeface="+mn-ea"/>
                          <a:ea typeface="+mn-ea"/>
                        </a:rPr>
                        <a:t>   </a:t>
                      </a:r>
                      <a:r>
                        <a:rPr lang="en-US" altLang="ko-KR" sz="1000" i="1" baseline="0" dirty="0" smtClean="0">
                          <a:latin typeface="+mn-ea"/>
                          <a:ea typeface="+mn-ea"/>
                        </a:rPr>
                        <a:t>▶result</a:t>
                      </a:r>
                      <a:r>
                        <a:rPr lang="en-US" altLang="ko-KR" sz="1000" baseline="0" dirty="0" smtClean="0">
                          <a:latin typeface="+mn-ea"/>
                          <a:ea typeface="+mn-ea"/>
                        </a:rPr>
                        <a:t> : </a:t>
                      </a:r>
                      <a:r>
                        <a:rPr lang="ko-KR" altLang="en-US" sz="1000" baseline="0" smtClean="0">
                          <a:latin typeface="+mn-ea"/>
                          <a:ea typeface="+mn-ea"/>
                        </a:rPr>
                        <a:t>검사 결과 </a:t>
                      </a:r>
                      <a:r>
                        <a:rPr lang="en-US" altLang="ko-KR" sz="1000" baseline="0" dirty="0" smtClean="0">
                          <a:latin typeface="+mn-ea"/>
                          <a:ea typeface="+mn-ea"/>
                        </a:rPr>
                        <a:t>(P →</a:t>
                      </a:r>
                      <a:r>
                        <a:rPr lang="ko-KR" altLang="en-US" sz="1000" baseline="0" smtClean="0">
                          <a:latin typeface="+mn-ea"/>
                          <a:ea typeface="+mn-ea"/>
                        </a:rPr>
                        <a:t> 성공</a:t>
                      </a:r>
                      <a:r>
                        <a:rPr lang="en-US" altLang="ko-KR" sz="1000" baseline="0" dirty="0" smtClean="0">
                          <a:latin typeface="+mn-ea"/>
                          <a:ea typeface="+mn-ea"/>
                        </a:rPr>
                        <a:t>, F → </a:t>
                      </a:r>
                      <a:r>
                        <a:rPr lang="ko-KR" altLang="en-US" sz="1000" baseline="0" smtClean="0">
                          <a:latin typeface="+mn-ea"/>
                          <a:ea typeface="+mn-ea"/>
                        </a:rPr>
                        <a:t>실패</a:t>
                      </a:r>
                      <a:r>
                        <a:rPr lang="en-US" altLang="ko-KR" sz="1000" baseline="0" dirty="0" smtClean="0">
                          <a:latin typeface="+mn-ea"/>
                          <a:ea typeface="+mn-ea"/>
                        </a:rPr>
                        <a:t>, D → </a:t>
                      </a:r>
                      <a:r>
                        <a:rPr lang="ko-KR" altLang="en-US" sz="1000" baseline="0" smtClean="0">
                          <a:latin typeface="+mn-ea"/>
                          <a:ea typeface="+mn-ea"/>
                        </a:rPr>
                        <a:t>디펙다이</a:t>
                      </a:r>
                      <a:r>
                        <a:rPr lang="en-US" altLang="ko-KR" sz="1000" baseline="0" dirty="0" smtClean="0">
                          <a:latin typeface="+mn-ea"/>
                          <a:ea typeface="+mn-ea"/>
                        </a:rPr>
                        <a:t>)</a:t>
                      </a:r>
                      <a:r>
                        <a:rPr lang="ko-KR" altLang="en-US" sz="1000" baseline="0" smtClean="0">
                          <a:latin typeface="+mn-ea"/>
                          <a:ea typeface="+mn-ea"/>
                        </a:rPr>
                        <a:t>  </a:t>
                      </a:r>
                      <a:endParaRPr lang="en-US" altLang="ko-KR" sz="1000" dirty="0" smtClean="0">
                        <a:latin typeface="+mn-ea"/>
                        <a:ea typeface="+mn-ea"/>
                      </a:endParaRPr>
                    </a:p>
                    <a:p>
                      <a:pPr latinLnBrk="1"/>
                      <a:r>
                        <a:rPr lang="en-US" altLang="ko-KR" sz="1000" i="1" dirty="0" smtClean="0">
                          <a:latin typeface="+mn-ea"/>
                          <a:ea typeface="+mn-ea"/>
                        </a:rPr>
                        <a:t>   </a:t>
                      </a:r>
                      <a:r>
                        <a:rPr lang="ko-KR" altLang="en-US" sz="1000" i="1" smtClean="0">
                          <a:latin typeface="+mn-ea"/>
                          <a:ea typeface="+mn-ea"/>
                        </a:rPr>
                        <a:t>검사시</a:t>
                      </a:r>
                      <a:r>
                        <a:rPr lang="en-US" altLang="ko-KR" sz="1000" i="1" dirty="0" smtClean="0">
                          <a:latin typeface="+mn-ea"/>
                          <a:ea typeface="+mn-ea"/>
                        </a:rPr>
                        <a:t>  </a:t>
                      </a:r>
                      <a:r>
                        <a:rPr lang="en-US" altLang="ko-KR" sz="1000" i="0" dirty="0" smtClean="0">
                          <a:latin typeface="맑은 고딕" panose="020B0503020000020004" pitchFamily="50" charset="-127"/>
                          <a:ea typeface="+mn-ea"/>
                        </a:rPr>
                        <a:t>├</a:t>
                      </a:r>
                      <a:r>
                        <a:rPr lang="en-US" altLang="ko-KR" sz="1000" i="1" dirty="0" smtClean="0">
                          <a:latin typeface="+mn-ea"/>
                          <a:ea typeface="+mn-ea"/>
                        </a:rPr>
                        <a:t>    ▶</a:t>
                      </a:r>
                      <a:r>
                        <a:rPr lang="en-US" altLang="ko-KR" sz="1000" i="1" dirty="0" smtClean="0">
                          <a:latin typeface="+mn-ea"/>
                          <a:ea typeface="+mn-ea"/>
                        </a:rPr>
                        <a:t>angle</a:t>
                      </a:r>
                      <a:r>
                        <a:rPr lang="en-US" altLang="ko-KR" sz="1000" dirty="0" smtClean="0">
                          <a:latin typeface="+mn-ea"/>
                          <a:ea typeface="+mn-ea"/>
                        </a:rPr>
                        <a:t> :  </a:t>
                      </a:r>
                      <a:r>
                        <a:rPr lang="ko-KR" altLang="en-US" sz="1000" smtClean="0">
                          <a:latin typeface="+mn-ea"/>
                          <a:ea typeface="+mn-ea"/>
                        </a:rPr>
                        <a:t>각도 </a:t>
                      </a:r>
                      <a:r>
                        <a:rPr lang="en-US" altLang="ko-KR" sz="1000" dirty="0" smtClean="0">
                          <a:latin typeface="+mn-ea"/>
                          <a:ea typeface="+mn-ea"/>
                        </a:rPr>
                        <a:t>(degree) </a:t>
                      </a:r>
                    </a:p>
                    <a:p>
                      <a:pPr latinLnBrk="1"/>
                      <a:r>
                        <a:rPr lang="en-US" altLang="ko-KR" sz="1000" i="1" dirty="0" smtClean="0">
                          <a:latin typeface="+mn-ea"/>
                          <a:ea typeface="+mn-ea"/>
                        </a:rPr>
                        <a:t>10</a:t>
                      </a:r>
                      <a:r>
                        <a:rPr lang="ko-KR" altLang="en-US" sz="1000" i="1" smtClean="0">
                          <a:latin typeface="+mn-ea"/>
                          <a:ea typeface="+mn-ea"/>
                        </a:rPr>
                        <a:t>회 반복 </a:t>
                      </a:r>
                      <a:r>
                        <a:rPr lang="en-US" altLang="ko-KR" sz="1000" i="0" dirty="0" smtClean="0">
                          <a:latin typeface="맑은 고딕" panose="020B0503020000020004" pitchFamily="50" charset="-127"/>
                          <a:ea typeface="+mn-ea"/>
                        </a:rPr>
                        <a:t>├</a:t>
                      </a:r>
                      <a:r>
                        <a:rPr lang="ko-KR" altLang="en-US" sz="1000" i="0" smtClean="0">
                          <a:latin typeface="+mn-ea"/>
                          <a:ea typeface="+mn-ea"/>
                        </a:rPr>
                        <a:t> </a:t>
                      </a:r>
                      <a:r>
                        <a:rPr lang="en-US" altLang="ko-KR" sz="1000" i="1" dirty="0" smtClean="0">
                          <a:latin typeface="+mn-ea"/>
                          <a:ea typeface="+mn-ea"/>
                        </a:rPr>
                        <a:t>   ▶x</a:t>
                      </a:r>
                      <a:r>
                        <a:rPr lang="en-US" altLang="ko-KR" sz="1000" dirty="0" smtClean="0">
                          <a:latin typeface="+mn-ea"/>
                          <a:ea typeface="+mn-ea"/>
                        </a:rPr>
                        <a:t> :      x offset (mm) </a:t>
                      </a:r>
                    </a:p>
                    <a:p>
                      <a:pPr latinLnBrk="1"/>
                      <a:r>
                        <a:rPr lang="en-US" altLang="ko-KR" sz="1000" i="1" dirty="0" smtClean="0">
                          <a:latin typeface="+mn-ea"/>
                          <a:ea typeface="+mn-ea"/>
                        </a:rPr>
                        <a:t>              </a:t>
                      </a:r>
                      <a:r>
                        <a:rPr lang="en-US" altLang="ko-KR" sz="1000" i="0" dirty="0" smtClean="0">
                          <a:latin typeface="맑은 고딕" panose="020B0503020000020004" pitchFamily="50" charset="-127"/>
                          <a:ea typeface="+mn-ea"/>
                        </a:rPr>
                        <a:t>└</a:t>
                      </a:r>
                      <a:r>
                        <a:rPr lang="en-US" altLang="ko-KR" sz="1000" i="0" dirty="0" smtClean="0">
                          <a:latin typeface="+mn-ea"/>
                          <a:ea typeface="+mn-ea"/>
                        </a:rPr>
                        <a:t> </a:t>
                      </a:r>
                      <a:r>
                        <a:rPr lang="en-US" altLang="ko-KR" sz="1000" i="1" dirty="0" smtClean="0">
                          <a:latin typeface="+mn-ea"/>
                          <a:ea typeface="+mn-ea"/>
                        </a:rPr>
                        <a:t>   ▶y</a:t>
                      </a:r>
                      <a:r>
                        <a:rPr lang="en-US" altLang="ko-KR" sz="1000" dirty="0" smtClean="0">
                          <a:latin typeface="+mn-ea"/>
                          <a:ea typeface="+mn-ea"/>
                        </a:rPr>
                        <a:t> :      y offset (mm)</a:t>
                      </a:r>
                      <a:r>
                        <a:rPr lang="ko-KR" altLang="en-US" sz="1000" smtClean="0">
                          <a:latin typeface="+mn-ea"/>
                          <a:ea typeface="+mn-ea"/>
                        </a:rPr>
                        <a:t> </a:t>
                      </a:r>
                      <a:endParaRPr lang="en-US" altLang="ko-KR" sz="1000" dirty="0" smtClean="0">
                        <a:latin typeface="+mn-ea"/>
                        <a:ea typeface="+mn-ea"/>
                      </a:endParaRPr>
                    </a:p>
                    <a:p>
                      <a:pPr latinLnBrk="1"/>
                      <a:endParaRPr lang="en-US" altLang="ko-KR" sz="1000" dirty="0" smtClean="0">
                        <a:latin typeface="+mn-ea"/>
                        <a:ea typeface="+mn-ea"/>
                      </a:endParaRPr>
                    </a:p>
                    <a:p>
                      <a:pPr latinLnBrk="1"/>
                      <a:endParaRPr lang="en-US" altLang="ko-KR" sz="1000" dirty="0" smtClean="0">
                        <a:latin typeface="+mn-ea"/>
                        <a:ea typeface="+mn-ea"/>
                      </a:endParaRPr>
                    </a:p>
                    <a:p>
                      <a:pPr latinLnBrk="1"/>
                      <a:r>
                        <a:rPr lang="en-US" altLang="ko-KR" sz="1000" dirty="0" smtClean="0">
                          <a:latin typeface="+mn-ea"/>
                          <a:ea typeface="+mn-ea"/>
                        </a:rPr>
                        <a:t>Ex)$</a:t>
                      </a:r>
                      <a:r>
                        <a:rPr lang="en-US" altLang="ko-KR" sz="1000" dirty="0" smtClean="0">
                          <a:latin typeface="+mn-ea"/>
                          <a:ea typeface="+mn-ea"/>
                        </a:rPr>
                        <a:t>RESULT:5,1,P,0.3,1.5,1.1,D,0.3,1.5,1.1,P,0.3,1.5,1.1,P,0.3,1.5,1.1,P,0.3,1.5,1.1,P,0.3,1.5,1.1,P,0.3,1.5,1.1,P,0.3,1.5,1.1,P,0.3,1.5,1.1,P,0.3,1.5,1.1</a:t>
                      </a:r>
                      <a:r>
                        <a:rPr lang="en-US" altLang="ko-KR" sz="1000" dirty="0" smtClean="0">
                          <a:latin typeface="+mn-ea"/>
                          <a:ea typeface="+mn-ea"/>
                        </a:rPr>
                        <a:t>@</a:t>
                      </a: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dirty="0" smtClean="0">
                          <a:latin typeface="+mn-ea"/>
                          <a:ea typeface="+mn-ea"/>
                        </a:rPr>
                        <a:t>    $RESULT:5,2,P,NA,1.5,1.1@</a:t>
                      </a:r>
                    </a:p>
                    <a:p>
                      <a:pPr latinLnBrk="1"/>
                      <a:endParaRPr lang="en-US" altLang="ko-KR" sz="1000" dirty="0" smtClean="0">
                        <a:latin typeface="+mn-ea"/>
                        <a:ea typeface="+mn-ea"/>
                      </a:endParaRPr>
                    </a:p>
                    <a:p>
                      <a:pPr latinLnBrk="1"/>
                      <a:r>
                        <a:rPr lang="en-US" altLang="ko-KR" sz="1000" dirty="0" smtClean="0">
                          <a:solidFill>
                            <a:srgbClr val="FF0000"/>
                          </a:solidFill>
                          <a:latin typeface="+mn-ea"/>
                          <a:ea typeface="+mn-ea"/>
                        </a:rPr>
                        <a:t>VISION</a:t>
                      </a:r>
                      <a:r>
                        <a:rPr lang="ko-KR" altLang="en-US" sz="1000" dirty="0" smtClean="0">
                          <a:solidFill>
                            <a:srgbClr val="FF0000"/>
                          </a:solidFill>
                          <a:latin typeface="+mn-ea"/>
                          <a:ea typeface="+mn-ea"/>
                        </a:rPr>
                        <a:t>검사 수행이 불가능한 경우 </a:t>
                      </a:r>
                      <a:endParaRPr lang="en-US" altLang="ko-KR" sz="1000" dirty="0" smtClean="0">
                        <a:solidFill>
                          <a:srgbClr val="FF0000"/>
                        </a:solidFill>
                        <a:latin typeface="+mn-ea"/>
                        <a:ea typeface="+mn-ea"/>
                      </a:endParaRP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baseline="0" dirty="0" smtClean="0">
                          <a:solidFill>
                            <a:srgbClr val="FF0000"/>
                          </a:solidFill>
                          <a:latin typeface="+mn-ea"/>
                          <a:ea typeface="+mn-ea"/>
                        </a:rPr>
                        <a:t>$</a:t>
                      </a:r>
                      <a:r>
                        <a:rPr lang="en-US" altLang="ko-KR" sz="1000" baseline="0" dirty="0" err="1" smtClean="0">
                          <a:solidFill>
                            <a:srgbClr val="FF0000"/>
                          </a:solidFill>
                          <a:latin typeface="+mn-ea"/>
                          <a:ea typeface="+mn-ea"/>
                        </a:rPr>
                        <a:t>SITE_STATUS:site,ERROR</a:t>
                      </a:r>
                      <a:r>
                        <a:rPr lang="en-US" altLang="ko-KR" sz="1000" baseline="0" dirty="0" smtClean="0">
                          <a:solidFill>
                            <a:srgbClr val="FF0000"/>
                          </a:solidFill>
                          <a:latin typeface="+mn-ea"/>
                          <a:ea typeface="+mn-ea"/>
                        </a:rPr>
                        <a:t>@    </a:t>
                      </a:r>
                      <a:r>
                        <a:rPr lang="ko-KR" altLang="en-US" sz="1000" baseline="0" dirty="0" smtClean="0">
                          <a:solidFill>
                            <a:srgbClr val="FF0000"/>
                          </a:solidFill>
                          <a:latin typeface="+mn-ea"/>
                          <a:ea typeface="+mn-ea"/>
                        </a:rPr>
                        <a:t>반환</a:t>
                      </a:r>
                      <a:endParaRPr lang="en-US" altLang="ko-KR" sz="1000" baseline="0" dirty="0" smtClean="0">
                        <a:solidFill>
                          <a:srgbClr val="FF0000"/>
                        </a:solidFill>
                        <a:latin typeface="+mn-ea"/>
                        <a:ea typeface="+mn-ea"/>
                      </a:endParaRP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1100" baseline="0" dirty="0" smtClean="0">
                        <a:solidFill>
                          <a:srgbClr val="FF0000"/>
                        </a:solidFill>
                        <a:latin typeface="+mn-ea"/>
                        <a:ea typeface="+mn-ea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100" dirty="0" smtClean="0">
                          <a:latin typeface="+mn-ea"/>
                          <a:ea typeface="+mn-ea"/>
                        </a:rPr>
                        <a:t>None</a:t>
                      </a:r>
                      <a:endParaRPr lang="ko-KR" altLang="en-US" sz="1100" dirty="0">
                        <a:latin typeface="+mn-ea"/>
                        <a:ea typeface="+mn-ea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=""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38" name="TextBox 37"/>
          <p:cNvSpPr txBox="1"/>
          <p:nvPr/>
        </p:nvSpPr>
        <p:spPr>
          <a:xfrm>
            <a:off x="381628" y="933208"/>
            <a:ext cx="4823905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100" dirty="0" smtClean="0">
                <a:latin typeface="+mn-ea"/>
              </a:rPr>
              <a:t>통신방식 </a:t>
            </a:r>
            <a:r>
              <a:rPr lang="en-US" altLang="ko-KR" sz="1100" dirty="0" smtClean="0">
                <a:latin typeface="+mn-ea"/>
              </a:rPr>
              <a:t>:  TCP/IP</a:t>
            </a:r>
          </a:p>
          <a:p>
            <a:r>
              <a:rPr lang="en-US" altLang="ko-KR" sz="1100" dirty="0" smtClean="0">
                <a:latin typeface="+mn-ea"/>
              </a:rPr>
              <a:t>Handler S/W : Client,         Vision S/W  : Server </a:t>
            </a:r>
            <a:endParaRPr lang="ko-KR" altLang="en-US" sz="1100">
              <a:latin typeface="+mn-ea"/>
            </a:endParaRPr>
          </a:p>
        </p:txBody>
      </p:sp>
      <p:sp>
        <p:nvSpPr>
          <p:cNvPr id="45" name="TextBox 44"/>
          <p:cNvSpPr txBox="1"/>
          <p:nvPr/>
        </p:nvSpPr>
        <p:spPr>
          <a:xfrm>
            <a:off x="356490" y="1539669"/>
            <a:ext cx="2935350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100" b="1" dirty="0" smtClean="0">
                <a:latin typeface="+mn-ea"/>
              </a:rPr>
              <a:t>Vision -&gt; Handler (Bottom Response)</a:t>
            </a:r>
            <a:endParaRPr lang="ko-KR" altLang="en-US" sz="1100" b="1">
              <a:latin typeface="+mn-ea"/>
            </a:endParaRPr>
          </a:p>
        </p:txBody>
      </p:sp>
      <p:sp>
        <p:nvSpPr>
          <p:cNvPr id="6" name="텍스트 개체 틀 10"/>
          <p:cNvSpPr txBox="1">
            <a:spLocks/>
          </p:cNvSpPr>
          <p:nvPr/>
        </p:nvSpPr>
        <p:spPr>
          <a:xfrm flipH="1">
            <a:off x="364050" y="481318"/>
            <a:ext cx="6295541" cy="340794"/>
          </a:xfrm>
          <a:prstGeom prst="rect">
            <a:avLst/>
          </a:prstGeom>
        </p:spPr>
        <p:txBody>
          <a:bodyPr/>
          <a:lstStyle>
            <a:lvl1pPr marL="342900" indent="-3429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ts val="2201"/>
              </a:lnSpc>
              <a:buNone/>
            </a:pPr>
            <a:r>
              <a:rPr lang="en-US" altLang="ko-KR" sz="1400" b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Vision Inspector Protocol : </a:t>
            </a:r>
            <a:r>
              <a:rPr lang="en-US" altLang="ko-KR" sz="1400" b="1" dirty="0" smtClean="0">
                <a:solidFill>
                  <a:schemeClr val="tx1">
                    <a:lumMod val="65000"/>
                    <a:lumOff val="35000"/>
                  </a:schemeClr>
                </a:solidFill>
              </a:rPr>
              <a:t>&lt;New DDA&gt;</a:t>
            </a:r>
            <a:endParaRPr lang="ko-KR" altLang="en-US" sz="1400" b="1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87650343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표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18333043"/>
              </p:ext>
            </p:extLst>
          </p:nvPr>
        </p:nvGraphicFramePr>
        <p:xfrm>
          <a:off x="364047" y="1831919"/>
          <a:ext cx="8927999" cy="1722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92225">
                  <a:extLst>
                    <a:ext uri="{9D8B030D-6E8A-4147-A177-3AD203B41FA5}">
                      <a16:colId xmlns="" xmlns:a16="http://schemas.microsoft.com/office/drawing/2014/main" val="20000"/>
                    </a:ext>
                  </a:extLst>
                </a:gridCol>
                <a:gridCol w="1699403">
                  <a:extLst>
                    <a:ext uri="{9D8B030D-6E8A-4147-A177-3AD203B41FA5}">
                      <a16:colId xmlns="" xmlns:a16="http://schemas.microsoft.com/office/drawing/2014/main" val="20001"/>
                    </a:ext>
                  </a:extLst>
                </a:gridCol>
                <a:gridCol w="3950381">
                  <a:extLst>
                    <a:ext uri="{9D8B030D-6E8A-4147-A177-3AD203B41FA5}">
                      <a16:colId xmlns="" xmlns:a16="http://schemas.microsoft.com/office/drawing/2014/main" val="20002"/>
                    </a:ext>
                  </a:extLst>
                </a:gridCol>
                <a:gridCol w="1985990">
                  <a:extLst>
                    <a:ext uri="{9D8B030D-6E8A-4147-A177-3AD203B41FA5}">
                      <a16:colId xmlns="" xmlns:a16="http://schemas.microsoft.com/office/drawing/2014/main" val="20003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dirty="0" smtClean="0">
                          <a:latin typeface="+mn-ea"/>
                          <a:ea typeface="+mn-ea"/>
                        </a:rPr>
                        <a:t>Command</a:t>
                      </a:r>
                      <a:endParaRPr lang="ko-KR" altLang="en-US" sz="1100" dirty="0">
                        <a:latin typeface="+mn-ea"/>
                        <a:ea typeface="+mn-ea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dirty="0" smtClean="0">
                          <a:latin typeface="+mn-ea"/>
                          <a:ea typeface="+mn-ea"/>
                        </a:rPr>
                        <a:t>Format</a:t>
                      </a:r>
                      <a:endParaRPr lang="ko-KR" altLang="en-US" sz="1100" dirty="0">
                        <a:latin typeface="+mn-ea"/>
                        <a:ea typeface="+mn-ea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dirty="0" err="1" smtClean="0">
                          <a:latin typeface="+mn-ea"/>
                          <a:ea typeface="+mn-ea"/>
                        </a:rPr>
                        <a:t>Desc</a:t>
                      </a:r>
                      <a:r>
                        <a:rPr lang="en-US" altLang="ko-KR" sz="1100" dirty="0" smtClean="0">
                          <a:latin typeface="+mn-ea"/>
                          <a:ea typeface="+mn-ea"/>
                        </a:rPr>
                        <a:t>.</a:t>
                      </a:r>
                      <a:endParaRPr lang="ko-KR" altLang="en-US" sz="1100" dirty="0">
                        <a:latin typeface="+mn-ea"/>
                        <a:ea typeface="+mn-ea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dirty="0" smtClean="0">
                          <a:latin typeface="+mn-ea"/>
                          <a:ea typeface="+mn-ea"/>
                        </a:rPr>
                        <a:t>Response</a:t>
                      </a:r>
                      <a:endParaRPr lang="ko-KR" altLang="en-US" sz="1100" dirty="0">
                        <a:latin typeface="+mn-ea"/>
                        <a:ea typeface="+mn-ea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="" xmlns:a16="http://schemas.microsoft.com/office/drawing/2014/main" val="10000"/>
                  </a:ext>
                </a:extLst>
              </a:tr>
              <a:tr h="35823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100" dirty="0" smtClean="0">
                          <a:latin typeface="+mn-ea"/>
                          <a:ea typeface="+mn-ea"/>
                        </a:rPr>
                        <a:t>GRAB_STATUS</a:t>
                      </a:r>
                    </a:p>
                    <a:p>
                      <a:pPr latinLnBrk="1"/>
                      <a:r>
                        <a:rPr lang="en-US" altLang="ko-KR" sz="1100" dirty="0" smtClean="0">
                          <a:latin typeface="+mn-ea"/>
                          <a:ea typeface="+mn-ea"/>
                        </a:rPr>
                        <a:t>(Grab</a:t>
                      </a:r>
                      <a:r>
                        <a:rPr lang="ko-KR" altLang="en-US" sz="1100" dirty="0" smtClean="0">
                          <a:latin typeface="+mn-ea"/>
                          <a:ea typeface="+mn-ea"/>
                        </a:rPr>
                        <a:t>상태 전송</a:t>
                      </a:r>
                      <a:r>
                        <a:rPr lang="en-US" altLang="ko-KR" sz="1100" dirty="0" smtClean="0">
                          <a:latin typeface="+mn-ea"/>
                          <a:ea typeface="+mn-ea"/>
                        </a:rPr>
                        <a:t>)</a:t>
                      </a:r>
                      <a:endParaRPr lang="ko-KR" altLang="en-US" sz="1100" dirty="0">
                        <a:latin typeface="+mn-ea"/>
                        <a:ea typeface="+mn-ea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100" dirty="0" smtClean="0">
                          <a:latin typeface="+mn-ea"/>
                          <a:ea typeface="+mn-ea"/>
                        </a:rPr>
                        <a:t>$</a:t>
                      </a:r>
                      <a:r>
                        <a:rPr lang="en-US" altLang="ko-KR" sz="1100" dirty="0" err="1" smtClean="0">
                          <a:latin typeface="+mn-ea"/>
                          <a:ea typeface="+mn-ea"/>
                        </a:rPr>
                        <a:t>GRAB_STATUS:</a:t>
                      </a:r>
                      <a:r>
                        <a:rPr lang="en-US" altLang="ko-KR" sz="1100" i="1" dirty="0" err="1" smtClean="0">
                          <a:latin typeface="+mn-ea"/>
                          <a:ea typeface="+mn-ea"/>
                        </a:rPr>
                        <a:t>site,result</a:t>
                      </a:r>
                      <a:r>
                        <a:rPr lang="en-US" altLang="ko-KR" sz="1100" dirty="0" smtClean="0">
                          <a:latin typeface="+mn-ea"/>
                          <a:ea typeface="+mn-ea"/>
                        </a:rPr>
                        <a:t>@</a:t>
                      </a:r>
                      <a:endParaRPr lang="ko-KR" altLang="en-US" sz="1100" dirty="0">
                        <a:latin typeface="+mn-ea"/>
                        <a:ea typeface="+mn-ea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00" dirty="0" smtClean="0">
                          <a:latin typeface="+mn-ea"/>
                          <a:ea typeface="+mn-ea"/>
                        </a:rPr>
                        <a:t>Camera Grab</a:t>
                      </a:r>
                      <a:r>
                        <a:rPr lang="ko-KR" altLang="en-US" sz="1000" dirty="0" smtClean="0">
                          <a:latin typeface="+mn-ea"/>
                          <a:ea typeface="+mn-ea"/>
                        </a:rPr>
                        <a:t>상태를 전송한다</a:t>
                      </a:r>
                      <a:r>
                        <a:rPr lang="en-US" altLang="ko-KR" sz="1000" dirty="0" smtClean="0">
                          <a:latin typeface="+mn-ea"/>
                          <a:ea typeface="+mn-ea"/>
                        </a:rPr>
                        <a:t>.</a:t>
                      </a:r>
                      <a:r>
                        <a:rPr lang="en-US" altLang="ko-KR" sz="1000" baseline="0" dirty="0" smtClean="0">
                          <a:latin typeface="+mn-ea"/>
                          <a:ea typeface="+mn-ea"/>
                        </a:rPr>
                        <a:t> (Grab</a:t>
                      </a:r>
                      <a:r>
                        <a:rPr lang="ko-KR" altLang="en-US" sz="1000" baseline="0" dirty="0" smtClean="0">
                          <a:latin typeface="+mn-ea"/>
                          <a:ea typeface="+mn-ea"/>
                        </a:rPr>
                        <a:t>상태 전송 후</a:t>
                      </a:r>
                      <a:r>
                        <a:rPr lang="en-US" altLang="ko-KR" sz="1000" baseline="0" dirty="0" smtClean="0">
                          <a:latin typeface="+mn-ea"/>
                          <a:ea typeface="+mn-ea"/>
                        </a:rPr>
                        <a:t>, </a:t>
                      </a:r>
                      <a:r>
                        <a:rPr lang="ko-KR" altLang="en-US" sz="1000" baseline="0" dirty="0" smtClean="0">
                          <a:latin typeface="+mn-ea"/>
                          <a:ea typeface="+mn-ea"/>
                        </a:rPr>
                        <a:t>검사 수행됨</a:t>
                      </a:r>
                      <a:r>
                        <a:rPr lang="en-US" altLang="ko-KR" sz="1000" baseline="0" dirty="0" smtClean="0">
                          <a:latin typeface="+mn-ea"/>
                          <a:ea typeface="+mn-ea"/>
                        </a:rPr>
                        <a:t>)</a:t>
                      </a:r>
                      <a:endParaRPr lang="en-US" altLang="ko-KR" sz="1000" dirty="0" smtClean="0">
                        <a:latin typeface="+mn-ea"/>
                        <a:ea typeface="+mn-ea"/>
                      </a:endParaRPr>
                    </a:p>
                    <a:p>
                      <a:pPr latinLnBrk="1"/>
                      <a:endParaRPr lang="en-US" altLang="ko-KR" sz="1000" dirty="0" smtClean="0">
                        <a:latin typeface="+mn-ea"/>
                        <a:ea typeface="+mn-ea"/>
                      </a:endParaRPr>
                    </a:p>
                    <a:p>
                      <a:pPr latinLnBrk="1"/>
                      <a:r>
                        <a:rPr lang="en-US" altLang="ko-KR" sz="1000" dirty="0" smtClean="0">
                          <a:latin typeface="+mn-ea"/>
                          <a:ea typeface="+mn-ea"/>
                        </a:rPr>
                        <a:t>Handler</a:t>
                      </a:r>
                      <a:r>
                        <a:rPr lang="ko-KR" altLang="en-US" sz="1000" dirty="0" smtClean="0">
                          <a:latin typeface="+mn-ea"/>
                          <a:ea typeface="+mn-ea"/>
                        </a:rPr>
                        <a:t>에서는 정상 </a:t>
                      </a:r>
                      <a:r>
                        <a:rPr lang="en-US" altLang="ko-KR" sz="1000" dirty="0" smtClean="0">
                          <a:latin typeface="+mn-ea"/>
                          <a:ea typeface="+mn-ea"/>
                        </a:rPr>
                        <a:t>Grab</a:t>
                      </a:r>
                      <a:r>
                        <a:rPr lang="ko-KR" altLang="en-US" sz="1000" dirty="0" smtClean="0">
                          <a:latin typeface="+mn-ea"/>
                          <a:ea typeface="+mn-ea"/>
                        </a:rPr>
                        <a:t>상태</a:t>
                      </a:r>
                      <a:r>
                        <a:rPr lang="ko-KR" altLang="en-US" sz="1000" baseline="0" dirty="0" smtClean="0">
                          <a:latin typeface="+mn-ea"/>
                          <a:ea typeface="+mn-ea"/>
                        </a:rPr>
                        <a:t> 수신 </a:t>
                      </a:r>
                      <a:r>
                        <a:rPr lang="ko-KR" altLang="en-US" sz="1000" baseline="0" smtClean="0">
                          <a:latin typeface="+mn-ea"/>
                          <a:ea typeface="+mn-ea"/>
                        </a:rPr>
                        <a:t>후</a:t>
                      </a:r>
                      <a:r>
                        <a:rPr lang="en-US" altLang="ko-KR" sz="1000" baseline="0" dirty="0" smtClean="0">
                          <a:latin typeface="+mn-ea"/>
                          <a:ea typeface="+mn-ea"/>
                        </a:rPr>
                        <a:t>, </a:t>
                      </a:r>
                      <a:r>
                        <a:rPr lang="ko-KR" altLang="en-US" sz="1000" baseline="0" smtClean="0">
                          <a:latin typeface="+mn-ea"/>
                          <a:ea typeface="+mn-ea"/>
                        </a:rPr>
                        <a:t>다음 </a:t>
                      </a:r>
                      <a:r>
                        <a:rPr lang="en-US" altLang="ko-KR" sz="1000" baseline="0" dirty="0" smtClean="0">
                          <a:latin typeface="+mn-ea"/>
                          <a:ea typeface="+mn-ea"/>
                        </a:rPr>
                        <a:t>site</a:t>
                      </a:r>
                      <a:r>
                        <a:rPr lang="ko-KR" altLang="en-US" sz="1000" baseline="0" smtClean="0">
                          <a:latin typeface="+mn-ea"/>
                          <a:ea typeface="+mn-ea"/>
                        </a:rPr>
                        <a:t>로 직시 이동 </a:t>
                      </a:r>
                      <a:r>
                        <a:rPr lang="ko-KR" altLang="en-US" sz="1000" baseline="0" dirty="0" smtClean="0">
                          <a:latin typeface="+mn-ea"/>
                          <a:ea typeface="+mn-ea"/>
                        </a:rPr>
                        <a:t>하여 </a:t>
                      </a:r>
                      <a:r>
                        <a:rPr lang="en-US" altLang="ko-KR" sz="1000" baseline="0" dirty="0" smtClean="0">
                          <a:latin typeface="+mn-ea"/>
                          <a:ea typeface="+mn-ea"/>
                        </a:rPr>
                        <a:t>T/T</a:t>
                      </a:r>
                      <a:r>
                        <a:rPr lang="ko-KR" altLang="en-US" sz="1000" baseline="0" dirty="0" smtClean="0">
                          <a:latin typeface="+mn-ea"/>
                          <a:ea typeface="+mn-ea"/>
                        </a:rPr>
                        <a:t>을 감소 시킬 수 있다</a:t>
                      </a:r>
                      <a:r>
                        <a:rPr lang="en-US" altLang="ko-KR" sz="1000" baseline="0" dirty="0" smtClean="0">
                          <a:latin typeface="+mn-ea"/>
                          <a:ea typeface="+mn-ea"/>
                        </a:rPr>
                        <a:t>. (</a:t>
                      </a:r>
                      <a:r>
                        <a:rPr lang="ko-KR" altLang="en-US" sz="1000" baseline="0" dirty="0" smtClean="0">
                          <a:latin typeface="+mn-ea"/>
                          <a:ea typeface="+mn-ea"/>
                        </a:rPr>
                        <a:t>이동 간</a:t>
                      </a:r>
                      <a:r>
                        <a:rPr lang="en-US" altLang="ko-KR" sz="1000" baseline="0" dirty="0" smtClean="0">
                          <a:latin typeface="+mn-ea"/>
                          <a:ea typeface="+mn-ea"/>
                        </a:rPr>
                        <a:t>, </a:t>
                      </a:r>
                      <a:r>
                        <a:rPr lang="ko-KR" altLang="en-US" sz="1000" baseline="0" dirty="0" smtClean="0">
                          <a:latin typeface="+mn-ea"/>
                          <a:ea typeface="+mn-ea"/>
                        </a:rPr>
                        <a:t>또는 이동 후 결과 </a:t>
                      </a:r>
                      <a:r>
                        <a:rPr lang="en-US" altLang="ko-KR" sz="1000" baseline="0" dirty="0" smtClean="0">
                          <a:latin typeface="+mn-ea"/>
                          <a:ea typeface="+mn-ea"/>
                        </a:rPr>
                        <a:t>$RESULT </a:t>
                      </a:r>
                      <a:r>
                        <a:rPr lang="ko-KR" altLang="en-US" sz="1000" baseline="0" dirty="0" smtClean="0">
                          <a:latin typeface="+mn-ea"/>
                          <a:ea typeface="+mn-ea"/>
                        </a:rPr>
                        <a:t>수신</a:t>
                      </a:r>
                      <a:r>
                        <a:rPr lang="en-US" altLang="ko-KR" sz="1000" baseline="0" dirty="0" smtClean="0">
                          <a:latin typeface="+mn-ea"/>
                          <a:ea typeface="+mn-ea"/>
                        </a:rPr>
                        <a:t>) </a:t>
                      </a:r>
                    </a:p>
                    <a:p>
                      <a:pPr latinLnBrk="1"/>
                      <a:endParaRPr lang="en-US" altLang="ko-KR" sz="1000" baseline="0" dirty="0" smtClean="0">
                        <a:latin typeface="+mn-ea"/>
                        <a:ea typeface="+mn-ea"/>
                      </a:endParaRPr>
                    </a:p>
                    <a:p>
                      <a:pPr latinLnBrk="1"/>
                      <a:endParaRPr lang="en-US" altLang="ko-KR" sz="1000" dirty="0" smtClean="0">
                        <a:latin typeface="+mn-ea"/>
                        <a:ea typeface="+mn-ea"/>
                      </a:endParaRPr>
                    </a:p>
                    <a:p>
                      <a:pPr latinLnBrk="1"/>
                      <a:r>
                        <a:rPr lang="en-US" altLang="ko-KR" sz="1000" dirty="0" smtClean="0">
                          <a:latin typeface="+mn-ea"/>
                          <a:ea typeface="+mn-ea"/>
                        </a:rPr>
                        <a:t>Ex) $GRAB_STATUS:1,OK@</a:t>
                      </a:r>
                    </a:p>
                    <a:p>
                      <a:pPr latinLnBrk="1"/>
                      <a:endParaRPr lang="en-US" altLang="ko-KR" sz="1000" dirty="0" smtClean="0">
                        <a:latin typeface="+mn-ea"/>
                        <a:ea typeface="+mn-ea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100" dirty="0" smtClean="0">
                          <a:latin typeface="+mn-ea"/>
                          <a:ea typeface="+mn-ea"/>
                        </a:rPr>
                        <a:t>None</a:t>
                      </a:r>
                      <a:endParaRPr lang="ko-KR" altLang="en-US" sz="1100" dirty="0">
                        <a:latin typeface="+mn-ea"/>
                        <a:ea typeface="+mn-ea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=""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38" name="TextBox 37"/>
          <p:cNvSpPr txBox="1"/>
          <p:nvPr/>
        </p:nvSpPr>
        <p:spPr>
          <a:xfrm>
            <a:off x="381628" y="933208"/>
            <a:ext cx="4823905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100" dirty="0" smtClean="0">
                <a:latin typeface="+mn-ea"/>
              </a:rPr>
              <a:t>통신방식 </a:t>
            </a:r>
            <a:r>
              <a:rPr lang="en-US" altLang="ko-KR" sz="1100" dirty="0" smtClean="0">
                <a:latin typeface="+mn-ea"/>
              </a:rPr>
              <a:t>:  TCP/IP</a:t>
            </a:r>
          </a:p>
          <a:p>
            <a:r>
              <a:rPr lang="en-US" altLang="ko-KR" sz="1100" dirty="0" smtClean="0">
                <a:latin typeface="+mn-ea"/>
              </a:rPr>
              <a:t>Handler S/W : Client,         Vision S/W  : Server </a:t>
            </a:r>
            <a:endParaRPr lang="ko-KR" altLang="en-US" sz="1100">
              <a:latin typeface="+mn-ea"/>
            </a:endParaRPr>
          </a:p>
        </p:txBody>
      </p:sp>
      <p:sp>
        <p:nvSpPr>
          <p:cNvPr id="45" name="TextBox 44"/>
          <p:cNvSpPr txBox="1"/>
          <p:nvPr/>
        </p:nvSpPr>
        <p:spPr>
          <a:xfrm>
            <a:off x="356490" y="1539669"/>
            <a:ext cx="2369427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100" b="1" dirty="0" smtClean="0">
                <a:latin typeface="+mn-ea"/>
              </a:rPr>
              <a:t>Vision -&gt; Handler</a:t>
            </a:r>
            <a:endParaRPr lang="ko-KR" altLang="en-US" sz="1100" b="1">
              <a:latin typeface="+mn-ea"/>
            </a:endParaRPr>
          </a:p>
        </p:txBody>
      </p:sp>
      <p:sp>
        <p:nvSpPr>
          <p:cNvPr id="6" name="텍스트 개체 틀 10"/>
          <p:cNvSpPr txBox="1">
            <a:spLocks/>
          </p:cNvSpPr>
          <p:nvPr/>
        </p:nvSpPr>
        <p:spPr>
          <a:xfrm flipH="1">
            <a:off x="364050" y="481318"/>
            <a:ext cx="6295541" cy="340794"/>
          </a:xfrm>
          <a:prstGeom prst="rect">
            <a:avLst/>
          </a:prstGeom>
        </p:spPr>
        <p:txBody>
          <a:bodyPr/>
          <a:lstStyle>
            <a:lvl1pPr marL="342900" indent="-3429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ts val="2201"/>
              </a:lnSpc>
              <a:buNone/>
            </a:pPr>
            <a:r>
              <a:rPr lang="en-US" altLang="ko-KR" sz="1400" b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Vision Inspector Protocol : </a:t>
            </a:r>
            <a:r>
              <a:rPr lang="en-US" altLang="ko-KR" sz="1400" b="1" dirty="0" smtClean="0">
                <a:solidFill>
                  <a:schemeClr val="tx1">
                    <a:lumMod val="65000"/>
                    <a:lumOff val="35000"/>
                  </a:schemeClr>
                </a:solidFill>
              </a:rPr>
              <a:t>&lt;New DDA&gt;</a:t>
            </a:r>
            <a:endParaRPr lang="ko-KR" altLang="en-US" sz="1400" b="1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40992930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object 4"/>
          <p:cNvSpPr txBox="1">
            <a:spLocks/>
          </p:cNvSpPr>
          <p:nvPr/>
        </p:nvSpPr>
        <p:spPr>
          <a:xfrm>
            <a:off x="1216174" y="2160910"/>
            <a:ext cx="2487655" cy="472113"/>
          </a:xfrm>
          <a:prstGeom prst="rect">
            <a:avLst/>
          </a:prstGeom>
        </p:spPr>
        <p:txBody>
          <a:bodyPr vert="horz" wrap="square" lIns="0" tIns="10347" rIns="0" bIns="0" rtlCol="0" anchor="ctr">
            <a:spAutoFit/>
          </a:bodyPr>
          <a:lstStyle>
            <a:lvl1pPr algn="ctr" defTabSz="914400" rtl="0" eaLnBrk="1" latinLnBrk="1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11497" algn="l">
              <a:lnSpc>
                <a:spcPts val="3600"/>
              </a:lnSpc>
              <a:spcBef>
                <a:spcPts val="81"/>
              </a:spcBef>
            </a:pPr>
            <a:r>
              <a:rPr lang="en-US" sz="3700" b="1" spc="14">
                <a:solidFill>
                  <a:srgbClr val="616161"/>
                </a:solidFill>
                <a:latin typeface="+mj-ea"/>
                <a:cs typeface="나눔바른고딕"/>
              </a:rPr>
              <a:t>Thank you</a:t>
            </a:r>
            <a:endParaRPr lang="en-US" sz="3700">
              <a:solidFill>
                <a:srgbClr val="616161"/>
              </a:solidFill>
              <a:latin typeface="+mj-ea"/>
              <a:cs typeface="나눔바른고딕"/>
            </a:endParaRPr>
          </a:p>
        </p:txBody>
      </p:sp>
    </p:spTree>
    <p:extLst>
      <p:ext uri="{BB962C8B-B14F-4D97-AF65-F5344CB8AC3E}">
        <p14:creationId xmlns:p14="http://schemas.microsoft.com/office/powerpoint/2010/main" val="373749462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테마">
  <a:themeElements>
    <a:clrScheme name="Office 테마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테마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테마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4545</TotalTime>
  <Words>871</Words>
  <Application>Microsoft Office PowerPoint</Application>
  <PresentationFormat>A4 용지(210x297mm)</PresentationFormat>
  <Paragraphs>189</Paragraphs>
  <Slides>9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8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9</vt:i4>
      </vt:variant>
    </vt:vector>
  </HeadingPairs>
  <TitlesOfParts>
    <vt:vector size="18" baseType="lpstr">
      <vt:lpstr>Gill Sans</vt:lpstr>
      <vt:lpstr>Karla</vt:lpstr>
      <vt:lpstr>나눔바른고딕</vt:lpstr>
      <vt:lpstr>맑은 고딕</vt:lpstr>
      <vt:lpstr>맑은 고딕 Semilight</vt:lpstr>
      <vt:lpstr>Arial</vt:lpstr>
      <vt:lpstr>Calibri</vt:lpstr>
      <vt:lpstr>Calibri Light</vt:lpstr>
      <vt:lpstr>Office 테마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tech</dc:creator>
  <cp:lastModifiedBy>Microsoft 계정</cp:lastModifiedBy>
  <cp:revision>376</cp:revision>
  <dcterms:created xsi:type="dcterms:W3CDTF">2019-04-16T06:55:40Z</dcterms:created>
  <dcterms:modified xsi:type="dcterms:W3CDTF">2023-11-03T07:30:02Z</dcterms:modified>
</cp:coreProperties>
</file>
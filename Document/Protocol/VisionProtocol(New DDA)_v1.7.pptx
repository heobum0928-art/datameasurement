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8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</a:t>
            </a: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v1.7)</a:t>
            </a:r>
            <a:endParaRPr lang="en-US" altLang="ko-KR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741998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dirty="0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dirty="0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번이 되도록 수정</a:t>
            </a:r>
            <a:endParaRPr lang="en-US" altLang="ko-KR" dirty="0" smtClean="0"/>
          </a:p>
          <a:p>
            <a:r>
              <a:rPr lang="en-US" altLang="ko-KR" dirty="0" smtClean="0"/>
              <a:t>v1.2: Wafer calibration</a:t>
            </a:r>
            <a:r>
              <a:rPr lang="ko-KR" altLang="en-US" dirty="0" smtClean="0"/>
              <a:t>용 위치 에러 반환 추가</a:t>
            </a:r>
            <a:endParaRPr lang="en-US" altLang="ko-KR" dirty="0" smtClean="0"/>
          </a:p>
          <a:p>
            <a:r>
              <a:rPr lang="en-US" altLang="ko-KR" dirty="0" smtClean="0"/>
              <a:t>v1.3: Bottom Cal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Inspection </a:t>
            </a:r>
            <a:r>
              <a:rPr lang="ko-KR" altLang="en-US" dirty="0" smtClean="0"/>
              <a:t>에 대하여 </a:t>
            </a:r>
            <a:r>
              <a:rPr lang="en-US" altLang="ko-KR" dirty="0" smtClean="0"/>
              <a:t>Response </a:t>
            </a:r>
            <a:r>
              <a:rPr lang="ko-KR" altLang="en-US" dirty="0" smtClean="0"/>
              <a:t>수정 </a:t>
            </a:r>
            <a:endParaRPr lang="en-US" altLang="ko-KR" dirty="0" smtClean="0"/>
          </a:p>
          <a:p>
            <a:r>
              <a:rPr lang="en-US" altLang="ko-KR" dirty="0" smtClean="0"/>
              <a:t>v1.4: Wafer Calibration Left/Right </a:t>
            </a:r>
            <a:r>
              <a:rPr lang="ko-KR" altLang="en-US" dirty="0" smtClean="0"/>
              <a:t>구분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r>
              <a:rPr lang="en-US" altLang="ko-KR" dirty="0" smtClean="0"/>
              <a:t>, Bottom Cal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Picker</a:t>
            </a:r>
            <a:r>
              <a:rPr lang="ko-KR" altLang="en-US" dirty="0" smtClean="0"/>
              <a:t>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추가</a:t>
            </a:r>
            <a:endParaRPr lang="en-US" altLang="ko-KR" dirty="0" smtClean="0"/>
          </a:p>
          <a:p>
            <a:r>
              <a:rPr lang="en-US" altLang="ko-KR" dirty="0" smtClean="0"/>
              <a:t>V1.5: Light Control Interface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Bottom </a:t>
            </a:r>
            <a:r>
              <a:rPr lang="ko-KR" altLang="en-US" dirty="0" smtClean="0"/>
              <a:t>검사 </a:t>
            </a:r>
            <a:r>
              <a:rPr lang="en-US" altLang="ko-KR" dirty="0" smtClean="0"/>
              <a:t>D </a:t>
            </a:r>
            <a:r>
              <a:rPr lang="ko-KR" altLang="en-US" dirty="0" smtClean="0"/>
              <a:t>항목 삭제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V1.6: </a:t>
            </a:r>
            <a:br>
              <a:rPr lang="en-US" altLang="ko-KR" dirty="0" smtClean="0"/>
            </a:br>
            <a:r>
              <a:rPr lang="ko-KR" altLang="en-US" dirty="0" smtClean="0"/>
              <a:t>① </a:t>
            </a:r>
            <a:r>
              <a:rPr lang="en-US" altLang="ko-KR" dirty="0" smtClean="0"/>
              <a:t>Wafer Calibration Interface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Target ID </a:t>
            </a:r>
            <a:r>
              <a:rPr lang="ko-KR" altLang="en-US" dirty="0" smtClean="0"/>
              <a:t>문자열</a:t>
            </a:r>
            <a:r>
              <a:rPr lang="en-US" altLang="ko-KR" dirty="0" smtClean="0"/>
              <a:t>(Left/Right)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② </a:t>
            </a:r>
            <a:r>
              <a:rPr lang="en-US" altLang="ko-KR" dirty="0" smtClean="0"/>
              <a:t>Wafer Inspection Interface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Teaching Response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③ </a:t>
            </a:r>
            <a:r>
              <a:rPr lang="en-US" altLang="ko-KR" dirty="0" smtClean="0"/>
              <a:t>Bottom Calibration Interface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Flying Calibration Response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V1.7: </a:t>
            </a:r>
            <a:r>
              <a:rPr lang="en-US" altLang="ko-KR" b="1" dirty="0" smtClean="0"/>
              <a:t>Bottom Inspection </a:t>
            </a:r>
            <a:r>
              <a:rPr lang="ko-KR" altLang="en-US" b="1" dirty="0" smtClean="0"/>
              <a:t>판정 수정 </a:t>
            </a:r>
            <a:r>
              <a:rPr lang="en-US" altLang="ko-KR" b="1" dirty="0" smtClean="0"/>
              <a:t>(P/F -&gt; P/N/F)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dirty="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dirty="0" err="1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dirty="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dirty="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</a:rPr>
              <a:t>검사중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6920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LIGHT:</a:t>
            </a:r>
            <a:r>
              <a:rPr lang="en-US" altLang="ko-KR" sz="1200" i="1" dirty="0" err="1" smtClean="0">
                <a:solidFill>
                  <a:srgbClr val="FF0000"/>
                </a:solidFill>
                <a:latin typeface="+mn-ea"/>
              </a:rPr>
              <a:t>site</a:t>
            </a:r>
            <a:r>
              <a:rPr lang="en-US" altLang="ko-KR" sz="1200" i="1" dirty="0" smtClean="0">
                <a:solidFill>
                  <a:srgbClr val="FF0000"/>
                </a:solidFill>
                <a:latin typeface="+mn-ea"/>
              </a:rPr>
              <a:t>, Type,1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727418" y="4393050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6553"/>
              </p:ext>
            </p:extLst>
          </p:nvPr>
        </p:nvGraphicFramePr>
        <p:xfrm>
          <a:off x="5381233" y="4861221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023248" y="4393050"/>
            <a:ext cx="160845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Type Definition</a:t>
            </a:r>
            <a:endParaRPr lang="ko-KR" altLang="en-US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9597"/>
              </p:ext>
            </p:extLst>
          </p:nvPr>
        </p:nvGraphicFramePr>
        <p:xfrm>
          <a:off x="7677063" y="4861221"/>
          <a:ext cx="2140182" cy="1349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Calibration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Left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Right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6933235" y="3372979"/>
            <a:ext cx="2884010" cy="8617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Light On/OFF </a:t>
            </a:r>
            <a:r>
              <a:rPr lang="ko-KR" altLang="en-US" sz="1000" dirty="0" smtClean="0">
                <a:latin typeface="+mn-ea"/>
              </a:rPr>
              <a:t>변경 수정</a:t>
            </a:r>
            <a:r>
              <a:rPr lang="en-US" altLang="ko-KR" sz="1000" dirty="0" smtClean="0">
                <a:latin typeface="+mn-ea"/>
              </a:rPr>
              <a:t>: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-&gt; 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LIGHT:site,type,ON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(Calibration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Inspection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의 조명 레벨이 달라 수정 필요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05869"/>
              </p:ext>
            </p:extLst>
          </p:nvPr>
        </p:nvGraphicFramePr>
        <p:xfrm>
          <a:off x="364047" y="1884671"/>
          <a:ext cx="9100464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dirty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Left Wafer Inspection, 4: 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ko-KR" altLang="en-US" sz="900" b="1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Bottom </a:t>
                      </a:r>
                      <a:r>
                        <a:rPr lang="ko-KR" altLang="en-US" sz="900" b="1" baseline="0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Wafer Calibration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Left/Right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Calibration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</a:t>
                      </a:r>
                      <a:r>
                        <a:rPr lang="ko-KR" altLang="en-US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(1~10)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dirty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$TEST:1,3,BJWC73.14@  → Left Wafer 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LEFT(1)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RIGHT(2)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@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altLang="ko-KR" sz="9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Right Wafer Calibration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$TEST:4,2,10@ → Bottom front 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$TEST:5,1,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rear 5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Cal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Wafer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시작하기 전에 공유 폴더에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Map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파일을 넣어 두어야 함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Bottom Inspection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맑은 고딕" panose="020B0503020000020004" pitchFamily="50" charset="-127"/>
                          <a:ea typeface="+mn-ea"/>
                        </a:rPr>
                        <a:t>검사 요청을 하고 로봇을 이동 시키면 됨</a:t>
                      </a:r>
                      <a:endParaRPr lang="en-US" altLang="ko-KR" sz="110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Wafer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Calibration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 시 </a:t>
                      </a:r>
                      <a:r>
                        <a:rPr lang="en-US" altLang="ko-KR" sz="1100" b="1" baseline="0" dirty="0" err="1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Target_id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는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Left(1)/Right(2)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문자열 전달 추가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(V1.6)</a:t>
                      </a:r>
                      <a:endParaRPr lang="en-US" altLang="ko-KR" sz="1100" b="1" dirty="0" smtClean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30947"/>
              </p:ext>
            </p:extLst>
          </p:nvPr>
        </p:nvGraphicFramePr>
        <p:xfrm>
          <a:off x="364047" y="1831919"/>
          <a:ext cx="8927999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L→</a:t>
                      </a:r>
                      <a:r>
                        <a:rPr lang="ko-KR" altLang="en-US" sz="1000" baseline="0" dirty="0" err="1" smtClean="0">
                          <a:latin typeface="+mn-ea"/>
                          <a:ea typeface="+mn-ea"/>
                        </a:rPr>
                        <a:t>위치에러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T-&gt;Image Teaching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$RESULT:1,1,P,0,0,0@ → Wafer Calibration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$RESULT:1,3,P,1.5,3500,3500@ → 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일 경우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000" dirty="0" smtClean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RESULT:4,1,P,pickernum,X,Y,…@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→Bottom Calibration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1</a:t>
                      </a:r>
                    </a:p>
                    <a:p>
                      <a:pPr latinLnBrk="1"/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Result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결과에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Image Teaching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(T)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V1.6 (Wafer Align)</a:t>
                      </a:r>
                    </a:p>
                    <a:p>
                      <a:pPr latinLnBrk="1"/>
                      <a:endParaRPr lang="en-US" altLang="ko-KR" sz="1100" b="1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Bottom Flying Calibration Result </a:t>
                      </a:r>
                      <a:r>
                        <a:rPr lang="ko-KR" altLang="en-US" sz="11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추가</a:t>
                      </a:r>
                      <a:endParaRPr lang="en-US" altLang="ko-KR" sz="1100" b="1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(2~3)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19410"/>
              </p:ext>
            </p:extLst>
          </p:nvPr>
        </p:nvGraphicFramePr>
        <p:xfrm>
          <a:off x="364047" y="1831919"/>
          <a:ext cx="8927999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(4~5)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Inspection)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N → Empty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dirty="0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$RESULT:4,1,P,0.3,1.5,1.1@ → Calibration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$RESULT:4,2,P,0.3,1.5,1.1,F,0.3,1.5,1.1,P,0.3,1.5,1.1,P,0.3,1.5,1.1,P,0.3,1.5,1.1,P,0.3,1.5,1.1,P,0.3,1.5,1.1,P,0.3,1.5,1.1,P,0.3,1.5,1.1,P,0.3,1.5,1.1@ → Inspection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$RESULT:5,2,N,0.000,0.000,0.000,N,0.000,0.000,0.000,N,0.000,0.000,0.000,N,0.000,0.000,0.000,N,0.000,0.000,0.000,N,0.000,0.000,0.000,N,0.000,0.000,0.000,N,0.000,0.000,0.000,N,0.000,0.000,0.000,N,0.000,0.000,0.000@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→ Die Empty or Picker Not Detach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6815</TotalTime>
  <Words>1154</Words>
  <Application>Microsoft Office PowerPoint</Application>
  <PresentationFormat>A4 용지(210x297mm)</PresentationFormat>
  <Paragraphs>226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tech</cp:lastModifiedBy>
  <cp:revision>415</cp:revision>
  <dcterms:created xsi:type="dcterms:W3CDTF">2019-04-16T06:55:40Z</dcterms:created>
  <dcterms:modified xsi:type="dcterms:W3CDTF">2024-10-10T05:15:13Z</dcterms:modified>
</cp:coreProperties>
</file>